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6.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Lst>
  <p:sldSz cy="5143500" cx="9144000"/>
  <p:notesSz cx="6858000" cy="9144000"/>
  <p:embeddedFontLst>
    <p:embeddedFont>
      <p:font typeface="Dosis"/>
      <p:regular r:id="rId56"/>
      <p:bold r:id="rId57"/>
    </p:embeddedFont>
    <p:embeddedFont>
      <p:font typeface="Mountains of Christmas"/>
      <p:regular r:id="rId58"/>
      <p:bold r:id="rId59"/>
    </p:embeddedFont>
    <p:embeddedFont>
      <p:font typeface="Nunito"/>
      <p:regular r:id="rId60"/>
      <p:bold r:id="rId61"/>
      <p:italic r:id="rId62"/>
      <p:boldItalic r:id="rId63"/>
    </p:embeddedFont>
    <p:embeddedFont>
      <p:font typeface="Poppins"/>
      <p:regular r:id="rId64"/>
      <p:bold r:id="rId65"/>
      <p:italic r:id="rId66"/>
      <p:boldItalic r:id="rId67"/>
    </p:embeddedFont>
    <p:embeddedFont>
      <p:font typeface="Hind Siliguri Medium"/>
      <p:regular r:id="rId68"/>
      <p:bold r:id="rId6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106">
          <p15:clr>
            <a:srgbClr val="9AA0A6"/>
          </p15:clr>
        </p15:guide>
        <p15:guide id="2" orient="horz" pos="2443">
          <p15:clr>
            <a:srgbClr val="9AA0A6"/>
          </p15:clr>
        </p15:guide>
        <p15:guide id="3" pos="2880">
          <p15:clr>
            <a:srgbClr val="A4A3A4"/>
          </p15:clr>
        </p15:guide>
      </p15:sldGuideLst>
    </p:ext>
    <p:ext uri="GoogleSlidesCustomDataVersion2">
      <go:slidesCustomData xmlns:go="http://customooxmlschemas.google.com/" r:id="rId70" roundtripDataSignature="AMtx7miis4bmE/i/f5OGJENUUIsL7ahjC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106" orient="horz"/>
        <p:guide pos="2443"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70" Type="http://customschemas.google.com/relationships/presentationmetadata" Target="metadata"/><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font" Target="fonts/Nunito-italic.fntdata"/><Relationship Id="rId61" Type="http://schemas.openxmlformats.org/officeDocument/2006/relationships/font" Target="fonts/Nunito-bold.fntdata"/><Relationship Id="rId20" Type="http://schemas.openxmlformats.org/officeDocument/2006/relationships/slide" Target="slides/slide15.xml"/><Relationship Id="rId64" Type="http://schemas.openxmlformats.org/officeDocument/2006/relationships/font" Target="fonts/Poppins-regular.fntdata"/><Relationship Id="rId63" Type="http://schemas.openxmlformats.org/officeDocument/2006/relationships/font" Target="fonts/Nunito-boldItalic.fntdata"/><Relationship Id="rId22" Type="http://schemas.openxmlformats.org/officeDocument/2006/relationships/slide" Target="slides/slide17.xml"/><Relationship Id="rId66" Type="http://schemas.openxmlformats.org/officeDocument/2006/relationships/font" Target="fonts/Poppins-italic.fntdata"/><Relationship Id="rId21" Type="http://schemas.openxmlformats.org/officeDocument/2006/relationships/slide" Target="slides/slide16.xml"/><Relationship Id="rId65" Type="http://schemas.openxmlformats.org/officeDocument/2006/relationships/font" Target="fonts/Poppins-bold.fntdata"/><Relationship Id="rId24" Type="http://schemas.openxmlformats.org/officeDocument/2006/relationships/slide" Target="slides/slide19.xml"/><Relationship Id="rId68" Type="http://schemas.openxmlformats.org/officeDocument/2006/relationships/font" Target="fonts/HindSiliguriMedium-regular.fntdata"/><Relationship Id="rId23" Type="http://schemas.openxmlformats.org/officeDocument/2006/relationships/slide" Target="slides/slide18.xml"/><Relationship Id="rId67" Type="http://schemas.openxmlformats.org/officeDocument/2006/relationships/font" Target="fonts/Poppins-boldItalic.fntdata"/><Relationship Id="rId60" Type="http://schemas.openxmlformats.org/officeDocument/2006/relationships/font" Target="fonts/Nunito-regular.fntdata"/><Relationship Id="rId26" Type="http://schemas.openxmlformats.org/officeDocument/2006/relationships/slide" Target="slides/slide21.xml"/><Relationship Id="rId25" Type="http://schemas.openxmlformats.org/officeDocument/2006/relationships/slide" Target="slides/slide20.xml"/><Relationship Id="rId69" Type="http://schemas.openxmlformats.org/officeDocument/2006/relationships/font" Target="fonts/HindSiliguriMedium-bold.fntdata"/><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font" Target="fonts/Dosis-bold.fntdata"/><Relationship Id="rId12" Type="http://schemas.openxmlformats.org/officeDocument/2006/relationships/slide" Target="slides/slide7.xml"/><Relationship Id="rId56" Type="http://schemas.openxmlformats.org/officeDocument/2006/relationships/font" Target="fonts/Dosis-regular.fntdata"/><Relationship Id="rId15" Type="http://schemas.openxmlformats.org/officeDocument/2006/relationships/slide" Target="slides/slide10.xml"/><Relationship Id="rId59" Type="http://schemas.openxmlformats.org/officeDocument/2006/relationships/font" Target="fonts/MountainsofChristmas-bold.fntdata"/><Relationship Id="rId14" Type="http://schemas.openxmlformats.org/officeDocument/2006/relationships/slide" Target="slides/slide9.xml"/><Relationship Id="rId58" Type="http://schemas.openxmlformats.org/officeDocument/2006/relationships/font" Target="fonts/MountainsofChristmas-regular.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1" name="Shape 1331"/>
        <p:cNvGrpSpPr/>
        <p:nvPr/>
      </p:nvGrpSpPr>
      <p:grpSpPr>
        <a:xfrm>
          <a:off x="0" y="0"/>
          <a:ext cx="0" cy="0"/>
          <a:chOff x="0" y="0"/>
          <a:chExt cx="0" cy="0"/>
        </a:xfrm>
      </p:grpSpPr>
      <p:sp>
        <p:nvSpPr>
          <p:cNvPr id="1332" name="Google Shape;1332;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33" name="Google Shape;1333;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171450" lvl="0" marL="171450" rtl="0" algn="l">
              <a:lnSpc>
                <a:spcPct val="100000"/>
              </a:lnSpc>
              <a:spcBef>
                <a:spcPts val="0"/>
              </a:spcBef>
              <a:spcAft>
                <a:spcPts val="0"/>
              </a:spcAft>
              <a:buSzPts val="1100"/>
              <a:buFont typeface="Arial"/>
              <a:buChar char="•"/>
            </a:pPr>
            <a:r>
              <a:rPr b="0" i="0" lang="en-US" sz="1200" u="none" strike="noStrike">
                <a:solidFill>
                  <a:srgbClr val="FFFFFF"/>
                </a:solidFill>
                <a:latin typeface="Nunito"/>
                <a:ea typeface="Nunito"/>
                <a:cs typeface="Nunito"/>
                <a:sym typeface="Nunito"/>
              </a:rPr>
              <a:t>Hello, my name is Dylan Jacob Gormley.</a:t>
            </a:r>
            <a:endParaRPr/>
          </a:p>
          <a:p>
            <a:pPr indent="-171450" lvl="0" marL="171450" rtl="0" algn="l">
              <a:lnSpc>
                <a:spcPct val="100000"/>
              </a:lnSpc>
              <a:spcBef>
                <a:spcPts val="0"/>
              </a:spcBef>
              <a:spcAft>
                <a:spcPts val="0"/>
              </a:spcAft>
              <a:buSzPts val="1100"/>
              <a:buFont typeface="Arial"/>
              <a:buChar char="•"/>
            </a:pPr>
            <a:r>
              <a:rPr b="0" i="0" lang="en-US" sz="1200" u="none" strike="noStrike">
                <a:solidFill>
                  <a:srgbClr val="FFFFFF"/>
                </a:solidFill>
                <a:latin typeface="Nunito"/>
                <a:ea typeface="Nunito"/>
                <a:cs typeface="Nunito"/>
                <a:sym typeface="Nunito"/>
              </a:rPr>
              <a:t>Today I am here to defend my thesis titled “...”</a:t>
            </a:r>
            <a:endParaRPr/>
          </a:p>
          <a:p>
            <a:pPr indent="-171450" lvl="0" marL="171450" rtl="0" algn="l">
              <a:lnSpc>
                <a:spcPct val="100000"/>
              </a:lnSpc>
              <a:spcBef>
                <a:spcPts val="0"/>
              </a:spcBef>
              <a:spcAft>
                <a:spcPts val="0"/>
              </a:spcAft>
              <a:buSzPts val="1100"/>
              <a:buFont typeface="Arial"/>
              <a:buChar char="•"/>
            </a:pPr>
            <a:r>
              <a:rPr b="0" i="0" lang="en-US" sz="1200" u="none" strike="noStrike">
                <a:solidFill>
                  <a:srgbClr val="FFFFFF"/>
                </a:solidFill>
                <a:latin typeface="Nunito"/>
                <a:ea typeface="Nunito"/>
                <a:cs typeface="Nunito"/>
                <a:sym typeface="Nunito"/>
              </a:rPr>
              <a:t>This work is “S</a:t>
            </a:r>
            <a:r>
              <a:rPr b="0" i="0" lang="en-US" sz="1200" u="none" strike="noStrike">
                <a:latin typeface="Nunito"/>
                <a:ea typeface="Nunito"/>
                <a:cs typeface="Nunito"/>
                <a:sym typeface="Nunito"/>
              </a:rPr>
              <a:t>ubmitted in partial fulfillment of the requirements for the degree MSEE at CSU.”</a:t>
            </a:r>
            <a:endParaRPr b="0" i="0" sz="1200" u="none" strike="noStrike">
              <a:solidFill>
                <a:srgbClr val="FFFFFF"/>
              </a:solidFill>
              <a:latin typeface="Nunito"/>
              <a:ea typeface="Nunito"/>
              <a:cs typeface="Nunito"/>
              <a:sym typeface="Nunito"/>
            </a:endParaRPr>
          </a:p>
          <a:p>
            <a:pPr indent="-101600" lvl="0" marL="171450" rtl="0" algn="l">
              <a:lnSpc>
                <a:spcPct val="100000"/>
              </a:lnSpc>
              <a:spcBef>
                <a:spcPts val="0"/>
              </a:spcBef>
              <a:spcAft>
                <a:spcPts val="0"/>
              </a:spcAft>
              <a:buSzPts val="1100"/>
              <a:buFont typeface="Arial"/>
              <a:buNone/>
            </a:pPr>
            <a:r>
              <a:t/>
            </a:r>
            <a:endParaRPr b="0" i="0" sz="1200" u="none" strike="noStrike">
              <a:solidFill>
                <a:srgbClr val="FFFFFF"/>
              </a:solidFill>
              <a:latin typeface="Nunito"/>
              <a:ea typeface="Nunito"/>
              <a:cs typeface="Nunito"/>
              <a:sym typeface="Nunito"/>
            </a:endParaRPr>
          </a:p>
          <a:p>
            <a:pPr indent="-171450" lvl="0" marL="171450" rtl="0" algn="l">
              <a:lnSpc>
                <a:spcPct val="100000"/>
              </a:lnSpc>
              <a:spcBef>
                <a:spcPts val="0"/>
              </a:spcBef>
              <a:spcAft>
                <a:spcPts val="0"/>
              </a:spcAft>
              <a:buSzPts val="1100"/>
              <a:buFont typeface="Arial"/>
              <a:buChar char="•"/>
            </a:pPr>
            <a:r>
              <a:rPr b="0" i="0" lang="en-US" sz="1200" u="none" strike="noStrike">
                <a:solidFill>
                  <a:srgbClr val="FFFFFF"/>
                </a:solidFill>
                <a:latin typeface="Nunito"/>
                <a:ea typeface="Nunito"/>
                <a:cs typeface="Nunito"/>
                <a:sym typeface="Nunito"/>
              </a:rPr>
              <a:t>Before enrolling in this program, I received my BSCE from UMBC in 2017.</a:t>
            </a:r>
            <a:endParaRPr/>
          </a:p>
          <a:p>
            <a:pPr indent="-171450" lvl="0" marL="171450" rtl="0" algn="l">
              <a:lnSpc>
                <a:spcPct val="100000"/>
              </a:lnSpc>
              <a:spcBef>
                <a:spcPts val="0"/>
              </a:spcBef>
              <a:spcAft>
                <a:spcPts val="0"/>
              </a:spcAft>
              <a:buSzPts val="1100"/>
              <a:buFont typeface="Arial"/>
              <a:buChar char="•"/>
            </a:pPr>
            <a:r>
              <a:rPr b="0" i="0" lang="en-US" sz="1200" u="none" strike="noStrike">
                <a:solidFill>
                  <a:srgbClr val="FFFFFF"/>
                </a:solidFill>
                <a:latin typeface="Nunito"/>
                <a:ea typeface="Nunito"/>
                <a:cs typeface="Nunito"/>
                <a:sym typeface="Nunito"/>
              </a:rPr>
              <a:t>I currently work a civil servant at NASA GRC as a telecommunications engineer.</a:t>
            </a:r>
            <a:endParaRPr/>
          </a:p>
          <a:p>
            <a:pPr indent="-171450" lvl="0" marL="171450" rtl="0" algn="l">
              <a:lnSpc>
                <a:spcPct val="100000"/>
              </a:lnSpc>
              <a:spcBef>
                <a:spcPts val="0"/>
              </a:spcBef>
              <a:spcAft>
                <a:spcPts val="0"/>
              </a:spcAft>
              <a:buSzPts val="1100"/>
              <a:buFont typeface="Arial"/>
              <a:buChar char="•"/>
            </a:pPr>
            <a:r>
              <a:rPr b="0" i="0" lang="en-US" sz="1200" u="none" strike="noStrike">
                <a:solidFill>
                  <a:srgbClr val="FFFFFF"/>
                </a:solidFill>
                <a:latin typeface="Nunito"/>
                <a:ea typeface="Nunito"/>
                <a:cs typeface="Nunito"/>
                <a:sym typeface="Nunito"/>
              </a:rPr>
              <a:t>And after this I will begin my PhD at CWRU in EE with a focus on signal processing this fall.</a:t>
            </a:r>
            <a:endParaRPr/>
          </a:p>
        </p:txBody>
      </p:sp>
      <p:sp>
        <p:nvSpPr>
          <p:cNvPr id="1334" name="Google Shape;1334;p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8" name="Shape 1338"/>
        <p:cNvGrpSpPr/>
        <p:nvPr/>
      </p:nvGrpSpPr>
      <p:grpSpPr>
        <a:xfrm>
          <a:off x="0" y="0"/>
          <a:ext cx="0" cy="0"/>
          <a:chOff x="0" y="0"/>
          <a:chExt cx="0" cy="0"/>
        </a:xfrm>
      </p:grpSpPr>
      <p:sp>
        <p:nvSpPr>
          <p:cNvPr id="1339" name="Google Shape;1339;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40" name="Google Shape;1340;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171450" lvl="0" marL="171450" rtl="0" algn="l">
              <a:lnSpc>
                <a:spcPct val="100000"/>
              </a:lnSpc>
              <a:spcBef>
                <a:spcPts val="0"/>
              </a:spcBef>
              <a:spcAft>
                <a:spcPts val="0"/>
              </a:spcAft>
              <a:buSzPts val="1100"/>
              <a:buFont typeface="Arial"/>
              <a:buChar char="•"/>
            </a:pPr>
            <a:r>
              <a:rPr lang="en-US">
                <a:latin typeface="Nunito"/>
                <a:ea typeface="Nunito"/>
                <a:cs typeface="Nunito"/>
                <a:sym typeface="Nunito"/>
              </a:rPr>
              <a:t>Listed here are my thesis committee members.</a:t>
            </a:r>
            <a:endParaRPr/>
          </a:p>
          <a:p>
            <a:pPr indent="-171450" lvl="0" marL="171450" rtl="0" algn="l">
              <a:lnSpc>
                <a:spcPct val="100000"/>
              </a:lnSpc>
              <a:spcBef>
                <a:spcPts val="0"/>
              </a:spcBef>
              <a:spcAft>
                <a:spcPts val="0"/>
              </a:spcAft>
              <a:buSzPts val="1100"/>
              <a:buFont typeface="Arial"/>
              <a:buChar char="•"/>
            </a:pPr>
            <a:r>
              <a:rPr lang="en-US">
                <a:latin typeface="Nunito"/>
                <a:ea typeface="Nunito"/>
                <a:cs typeface="Nunito"/>
                <a:sym typeface="Nunito"/>
              </a:rPr>
              <a:t>I chose each member of the committee based on their expertise in the areas listed.</a:t>
            </a:r>
            <a:endParaRPr/>
          </a:p>
          <a:p>
            <a:pPr indent="-171450" lvl="0" marL="171450" rtl="0" algn="l">
              <a:lnSpc>
                <a:spcPct val="100000"/>
              </a:lnSpc>
              <a:spcBef>
                <a:spcPts val="0"/>
              </a:spcBef>
              <a:spcAft>
                <a:spcPts val="0"/>
              </a:spcAft>
              <a:buSzPts val="1100"/>
              <a:buFont typeface="Arial"/>
              <a:buChar char="•"/>
            </a:pPr>
            <a:r>
              <a:rPr lang="en-US">
                <a:latin typeface="Nunito"/>
                <a:ea typeface="Nunito"/>
                <a:cs typeface="Nunito"/>
                <a:sym typeface="Nunito"/>
              </a:rPr>
              <a:t>I would like to thank each of you for choosing to be in my thesis committee.</a:t>
            </a:r>
            <a:endParaRPr/>
          </a:p>
          <a:p>
            <a:pPr indent="0" lvl="0" marL="0" rtl="0" algn="l">
              <a:lnSpc>
                <a:spcPct val="100000"/>
              </a:lnSpc>
              <a:spcBef>
                <a:spcPts val="0"/>
              </a:spcBef>
              <a:spcAft>
                <a:spcPts val="0"/>
              </a:spcAft>
              <a:buSzPts val="1100"/>
              <a:buNone/>
            </a:pPr>
            <a:r>
              <a:t/>
            </a:r>
            <a:endParaRPr>
              <a:latin typeface="Nunito"/>
              <a:ea typeface="Nunito"/>
              <a:cs typeface="Nunito"/>
              <a:sym typeface="Nunito"/>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1" name="Shape 1371"/>
        <p:cNvGrpSpPr/>
        <p:nvPr/>
      </p:nvGrpSpPr>
      <p:grpSpPr>
        <a:xfrm>
          <a:off x="0" y="0"/>
          <a:ext cx="0" cy="0"/>
          <a:chOff x="0" y="0"/>
          <a:chExt cx="0" cy="0"/>
        </a:xfrm>
      </p:grpSpPr>
      <p:sp>
        <p:nvSpPr>
          <p:cNvPr id="1372" name="Google Shape;1372;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73" name="Google Shape;1373;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171450" lvl="0" marL="171450" rtl="0" algn="l">
              <a:lnSpc>
                <a:spcPct val="100000"/>
              </a:lnSpc>
              <a:spcBef>
                <a:spcPts val="0"/>
              </a:spcBef>
              <a:spcAft>
                <a:spcPts val="0"/>
              </a:spcAft>
              <a:buSzPts val="1100"/>
              <a:buFont typeface="Arial"/>
              <a:buChar char="•"/>
            </a:pPr>
            <a:r>
              <a:rPr lang="en-US">
                <a:latin typeface="Nunito"/>
                <a:ea typeface="Nunito"/>
                <a:cs typeface="Nunito"/>
                <a:sym typeface="Nunito"/>
              </a:rPr>
              <a:t>Prior to this defense, the graduate department posted my abstract for reading prior to this defense, so everyone here should have some familiarity with it.</a:t>
            </a:r>
            <a:endParaRPr/>
          </a:p>
          <a:p>
            <a:pPr indent="-171450" lvl="0" marL="171450" rtl="0" algn="l">
              <a:lnSpc>
                <a:spcPct val="100000"/>
              </a:lnSpc>
              <a:spcBef>
                <a:spcPts val="0"/>
              </a:spcBef>
              <a:spcAft>
                <a:spcPts val="0"/>
              </a:spcAft>
              <a:buSzPts val="1100"/>
              <a:buFont typeface="Arial"/>
              <a:buChar char="•"/>
            </a:pPr>
            <a:r>
              <a:rPr lang="en-US">
                <a:latin typeface="Nunito"/>
                <a:ea typeface="Nunito"/>
                <a:cs typeface="Nunito"/>
                <a:sym typeface="Nunito"/>
              </a:rPr>
              <a:t>I have highlighted the fundamental concept discussed in the thesis.</a:t>
            </a:r>
            <a:endParaRPr/>
          </a:p>
          <a:p>
            <a:pPr indent="-171450" lvl="0" marL="171450" rtl="0" algn="l">
              <a:lnSpc>
                <a:spcPct val="100000"/>
              </a:lnSpc>
              <a:spcBef>
                <a:spcPts val="0"/>
              </a:spcBef>
              <a:spcAft>
                <a:spcPts val="0"/>
              </a:spcAft>
              <a:buSzPts val="1100"/>
              <a:buFont typeface="Arial"/>
              <a:buChar char="•"/>
            </a:pPr>
            <a:r>
              <a:rPr lang="en-US">
                <a:latin typeface="Nunito"/>
                <a:ea typeface="Nunito"/>
                <a:cs typeface="Nunito"/>
                <a:sym typeface="Nunito"/>
              </a:rPr>
              <a:t>“Here, we investigate a field-programmable gate array (FPGA) application of a blind symbol rate-center frequency estimator.”</a:t>
            </a:r>
            <a:endParaRPr/>
          </a:p>
          <a:p>
            <a:pPr indent="0" lvl="0" marL="0" rtl="0" algn="l">
              <a:lnSpc>
                <a:spcPct val="100000"/>
              </a:lnSpc>
              <a:spcBef>
                <a:spcPts val="0"/>
              </a:spcBef>
              <a:spcAft>
                <a:spcPts val="0"/>
              </a:spcAft>
              <a:buSzPts val="1100"/>
              <a:buNone/>
            </a:pPr>
            <a:r>
              <a:t/>
            </a:r>
            <a:endParaRPr>
              <a:latin typeface="Nunito"/>
              <a:ea typeface="Nunito"/>
              <a:cs typeface="Nunito"/>
              <a:sym typeface="Nunito"/>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7" name="Shape 1377"/>
        <p:cNvGrpSpPr/>
        <p:nvPr/>
      </p:nvGrpSpPr>
      <p:grpSpPr>
        <a:xfrm>
          <a:off x="0" y="0"/>
          <a:ext cx="0" cy="0"/>
          <a:chOff x="0" y="0"/>
          <a:chExt cx="0" cy="0"/>
        </a:xfrm>
      </p:grpSpPr>
      <p:sp>
        <p:nvSpPr>
          <p:cNvPr id="1378" name="Google Shape;1378;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79" name="Google Shape;1379;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171450" lvl="0" marL="171450" marR="0" rtl="0" algn="l">
              <a:lnSpc>
                <a:spcPct val="100000"/>
              </a:lnSpc>
              <a:spcBef>
                <a:spcPts val="0"/>
              </a:spcBef>
              <a:spcAft>
                <a:spcPts val="0"/>
              </a:spcAft>
              <a:buClr>
                <a:srgbClr val="000000"/>
              </a:buClr>
              <a:buSzPts val="1100"/>
              <a:buChar char="●"/>
            </a:pPr>
            <a:r>
              <a:rPr lang="en-US">
                <a:latin typeface="Nunito"/>
                <a:ea typeface="Nunito"/>
                <a:cs typeface="Nunito"/>
                <a:sym typeface="Nunito"/>
              </a:rPr>
              <a:t>This defense will discuss the five chapters covered in my thesis, shown here.</a:t>
            </a:r>
            <a:endParaRPr/>
          </a:p>
          <a:p>
            <a:pPr indent="0" lvl="0" marL="0" rtl="0" algn="l">
              <a:lnSpc>
                <a:spcPct val="100000"/>
              </a:lnSpc>
              <a:spcBef>
                <a:spcPts val="0"/>
              </a:spcBef>
              <a:spcAft>
                <a:spcPts val="0"/>
              </a:spcAft>
              <a:buSzPts val="1100"/>
              <a:buNone/>
            </a:pPr>
            <a:r>
              <a:t/>
            </a:r>
            <a:endParaRPr>
              <a:latin typeface="Nunito"/>
              <a:ea typeface="Nunito"/>
              <a:cs typeface="Nunito"/>
              <a:sym typeface="Nunito"/>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6" name="Shape 1426"/>
        <p:cNvGrpSpPr/>
        <p:nvPr/>
      </p:nvGrpSpPr>
      <p:grpSpPr>
        <a:xfrm>
          <a:off x="0" y="0"/>
          <a:ext cx="0" cy="0"/>
          <a:chOff x="0" y="0"/>
          <a:chExt cx="0" cy="0"/>
        </a:xfrm>
      </p:grpSpPr>
      <p:sp>
        <p:nvSpPr>
          <p:cNvPr id="1427" name="Google Shape;1427;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28" name="Google Shape;1428;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US">
                <a:latin typeface="Nunito"/>
                <a:ea typeface="Nunito"/>
                <a:cs typeface="Nunito"/>
                <a:sym typeface="Nunito"/>
              </a:rPr>
              <a:t>We begin with the intuition and motivation behind this thesis.</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9" name="Shape 1439"/>
        <p:cNvGrpSpPr/>
        <p:nvPr/>
      </p:nvGrpSpPr>
      <p:grpSpPr>
        <a:xfrm>
          <a:off x="0" y="0"/>
          <a:ext cx="0" cy="0"/>
          <a:chOff x="0" y="0"/>
          <a:chExt cx="0" cy="0"/>
        </a:xfrm>
      </p:grpSpPr>
      <p:sp>
        <p:nvSpPr>
          <p:cNvPr id="1440" name="Google Shape;1440;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41" name="Google Shape;1441;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171450" lvl="0" marL="171450" rtl="0" algn="l">
              <a:lnSpc>
                <a:spcPct val="100000"/>
              </a:lnSpc>
              <a:spcBef>
                <a:spcPts val="0"/>
              </a:spcBef>
              <a:spcAft>
                <a:spcPts val="0"/>
              </a:spcAft>
              <a:buSzPts val="1100"/>
              <a:buFont typeface="Arial"/>
              <a:buChar char="•"/>
            </a:pPr>
            <a:r>
              <a:rPr lang="en-US">
                <a:latin typeface="Nunito"/>
                <a:ea typeface="Nunito"/>
                <a:cs typeface="Nunito"/>
                <a:sym typeface="Nunito"/>
              </a:rPr>
              <a:t>To develop the intuition behind a cyclostationary process, we begin with a simple example.</a:t>
            </a:r>
            <a:endParaRPr/>
          </a:p>
          <a:p>
            <a:pPr indent="-171450" lvl="0" marL="171450" rtl="0" algn="l">
              <a:lnSpc>
                <a:spcPct val="100000"/>
              </a:lnSpc>
              <a:spcBef>
                <a:spcPts val="0"/>
              </a:spcBef>
              <a:spcAft>
                <a:spcPts val="0"/>
              </a:spcAft>
              <a:buSzPts val="1100"/>
              <a:buFont typeface="Arial"/>
              <a:buChar char="•"/>
            </a:pPr>
            <a:r>
              <a:rPr lang="en-US">
                <a:latin typeface="Nunito"/>
                <a:ea typeface="Nunito"/>
                <a:cs typeface="Nunito"/>
                <a:sym typeface="Nunito"/>
              </a:rPr>
              <a:t>&lt;read example&gt;</a:t>
            </a:r>
            <a:endParaRPr/>
          </a:p>
          <a:p>
            <a:pPr indent="-171450" lvl="0" marL="171450" rtl="0" algn="l">
              <a:lnSpc>
                <a:spcPct val="100000"/>
              </a:lnSpc>
              <a:spcBef>
                <a:spcPts val="0"/>
              </a:spcBef>
              <a:spcAft>
                <a:spcPts val="0"/>
              </a:spcAft>
              <a:buSzPts val="1100"/>
              <a:buFont typeface="Arial"/>
              <a:buChar char="•"/>
            </a:pPr>
            <a:r>
              <a:rPr lang="en-US">
                <a:latin typeface="Nunito"/>
                <a:ea typeface="Nunito"/>
                <a:cs typeface="Nunito"/>
                <a:sym typeface="Nunito"/>
              </a:rPr>
              <a:t>Ignores climate change so is technically “almost cyclostationary” –however it is still a great example.</a:t>
            </a:r>
            <a:endParaRPr/>
          </a:p>
          <a:p>
            <a:pPr indent="-228600" lvl="0" marL="457200" rtl="0" algn="l">
              <a:lnSpc>
                <a:spcPct val="100000"/>
              </a:lnSpc>
              <a:spcBef>
                <a:spcPts val="0"/>
              </a:spcBef>
              <a:spcAft>
                <a:spcPts val="0"/>
              </a:spcAft>
              <a:buSzPts val="1100"/>
              <a:buNone/>
            </a:pPr>
            <a:r>
              <a:t/>
            </a:r>
            <a:endParaRPr>
              <a:latin typeface="Nunito"/>
              <a:ea typeface="Nunito"/>
              <a:cs typeface="Nunito"/>
              <a:sym typeface="Nunito"/>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6" name="Shape 1446"/>
        <p:cNvGrpSpPr/>
        <p:nvPr/>
      </p:nvGrpSpPr>
      <p:grpSpPr>
        <a:xfrm>
          <a:off x="0" y="0"/>
          <a:ext cx="0" cy="0"/>
          <a:chOff x="0" y="0"/>
          <a:chExt cx="0" cy="0"/>
        </a:xfrm>
      </p:grpSpPr>
      <p:sp>
        <p:nvSpPr>
          <p:cNvPr id="1447" name="Google Shape;1447;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48" name="Google Shape;1448;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171450" lvl="0" marL="171450" rtl="0" algn="l">
              <a:lnSpc>
                <a:spcPct val="100000"/>
              </a:lnSpc>
              <a:spcBef>
                <a:spcPts val="0"/>
              </a:spcBef>
              <a:spcAft>
                <a:spcPts val="0"/>
              </a:spcAft>
              <a:buSzPts val="1100"/>
              <a:buFont typeface="Arial"/>
              <a:buChar char="•"/>
            </a:pPr>
            <a:r>
              <a:rPr lang="en-US">
                <a:latin typeface="Nunito"/>
                <a:ea typeface="Nunito"/>
                <a:cs typeface="Nunito"/>
                <a:sym typeface="Nunito"/>
              </a:rPr>
              <a:t>Digital communications also exhibit cyclostationarity.</a:t>
            </a:r>
            <a:endParaRPr/>
          </a:p>
          <a:p>
            <a:pPr indent="-171450" lvl="0" marL="171450" rtl="0" algn="l">
              <a:lnSpc>
                <a:spcPct val="100000"/>
              </a:lnSpc>
              <a:spcBef>
                <a:spcPts val="0"/>
              </a:spcBef>
              <a:spcAft>
                <a:spcPts val="0"/>
              </a:spcAft>
              <a:buSzPts val="1100"/>
              <a:buFont typeface="Arial"/>
              <a:buChar char="•"/>
            </a:pPr>
            <a:r>
              <a:rPr lang="en-US">
                <a:latin typeface="Nunito"/>
                <a:ea typeface="Nunito"/>
                <a:cs typeface="Nunito"/>
                <a:sym typeface="Nunito"/>
              </a:rPr>
              <a:t>In this example we observe cyclostationarity of period 1/alpha and 1/f0.</a:t>
            </a:r>
            <a:endParaRPr/>
          </a:p>
          <a:p>
            <a:pPr indent="0" lvl="0" marL="0" rtl="0" algn="l">
              <a:lnSpc>
                <a:spcPct val="100000"/>
              </a:lnSpc>
              <a:spcBef>
                <a:spcPts val="0"/>
              </a:spcBef>
              <a:spcAft>
                <a:spcPts val="0"/>
              </a:spcAft>
              <a:buSzPts val="1100"/>
              <a:buFont typeface="Arial"/>
              <a:buNone/>
            </a:pPr>
            <a:r>
              <a:t/>
            </a:r>
            <a:endParaRPr>
              <a:latin typeface="Nunito"/>
              <a:ea typeface="Nunito"/>
              <a:cs typeface="Nunito"/>
              <a:sym typeface="Nunito"/>
            </a:endParaRPr>
          </a:p>
          <a:p>
            <a:pPr indent="0" lvl="0" marL="0" rtl="0" algn="l">
              <a:lnSpc>
                <a:spcPct val="100000"/>
              </a:lnSpc>
              <a:spcBef>
                <a:spcPts val="0"/>
              </a:spcBef>
              <a:spcAft>
                <a:spcPts val="0"/>
              </a:spcAft>
              <a:buSzPts val="1100"/>
              <a:buFont typeface="Arial"/>
              <a:buNone/>
            </a:pPr>
            <a:r>
              <a:t/>
            </a:r>
            <a:endParaRPr>
              <a:latin typeface="Nunito"/>
              <a:ea typeface="Nunito"/>
              <a:cs typeface="Nunito"/>
              <a:sym typeface="Nunito"/>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4" name="Shape 1454"/>
        <p:cNvGrpSpPr/>
        <p:nvPr/>
      </p:nvGrpSpPr>
      <p:grpSpPr>
        <a:xfrm>
          <a:off x="0" y="0"/>
          <a:ext cx="0" cy="0"/>
          <a:chOff x="0" y="0"/>
          <a:chExt cx="0" cy="0"/>
        </a:xfrm>
      </p:grpSpPr>
      <p:sp>
        <p:nvSpPr>
          <p:cNvPr id="1455" name="Google Shape;1455;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56" name="Google Shape;1456;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171450" lvl="0" marL="171450" rtl="0" algn="l">
              <a:lnSpc>
                <a:spcPct val="100000"/>
              </a:lnSpc>
              <a:spcBef>
                <a:spcPts val="0"/>
              </a:spcBef>
              <a:spcAft>
                <a:spcPts val="0"/>
              </a:spcAft>
              <a:buSzPts val="1100"/>
              <a:buFont typeface="Arial"/>
              <a:buChar char="•"/>
            </a:pPr>
            <a:r>
              <a:rPr lang="en-US"/>
              <a:t>Waveform in this context refers to any modulated signal.</a:t>
            </a:r>
            <a:endParaRPr/>
          </a:p>
          <a:p>
            <a:pPr indent="-171450" lvl="0" marL="171450" rtl="0" algn="l">
              <a:lnSpc>
                <a:spcPct val="100000"/>
              </a:lnSpc>
              <a:spcBef>
                <a:spcPts val="0"/>
              </a:spcBef>
              <a:spcAft>
                <a:spcPts val="0"/>
              </a:spcAft>
              <a:buSzPts val="1100"/>
              <a:buFont typeface="Arial"/>
              <a:buChar char="•"/>
            </a:pPr>
            <a:r>
              <a:rPr lang="en-US"/>
              <a:t>CSP is of particular interest as a feature estimator due to its robustness.</a:t>
            </a:r>
            <a:endParaRPr/>
          </a:p>
          <a:p>
            <a:pPr indent="-171450" lvl="1" marL="628650" rtl="0" algn="l">
              <a:lnSpc>
                <a:spcPct val="100000"/>
              </a:lnSpc>
              <a:spcBef>
                <a:spcPts val="0"/>
              </a:spcBef>
              <a:spcAft>
                <a:spcPts val="0"/>
              </a:spcAft>
              <a:buSzPts val="1100"/>
              <a:buFont typeface="Arial"/>
              <a:buChar char="•"/>
            </a:pPr>
            <a:r>
              <a:rPr lang="en-US"/>
              <a:t>It is very resilient against noise.</a:t>
            </a:r>
            <a:endParaRPr/>
          </a:p>
          <a:p>
            <a:pPr indent="-171450" lvl="1" marL="628650" rtl="0" algn="l">
              <a:lnSpc>
                <a:spcPct val="100000"/>
              </a:lnSpc>
              <a:spcBef>
                <a:spcPts val="0"/>
              </a:spcBef>
              <a:spcAft>
                <a:spcPts val="0"/>
              </a:spcAft>
              <a:buSzPts val="1100"/>
              <a:buFont typeface="Arial"/>
              <a:buChar char="•"/>
            </a:pPr>
            <a:r>
              <a:rPr lang="en-US"/>
              <a:t>Additionally, it can differentiate between noise and interference.</a:t>
            </a:r>
            <a:endParaRPr/>
          </a:p>
          <a:p>
            <a:pPr indent="-171450" lvl="0" marL="171450" marR="0" rtl="0" algn="l">
              <a:lnSpc>
                <a:spcPct val="100000"/>
              </a:lnSpc>
              <a:spcBef>
                <a:spcPts val="0"/>
              </a:spcBef>
              <a:spcAft>
                <a:spcPts val="0"/>
              </a:spcAft>
              <a:buClr>
                <a:srgbClr val="000000"/>
              </a:buClr>
              <a:buSzPts val="1100"/>
              <a:buFont typeface="Arial"/>
              <a:buChar char="•"/>
            </a:pPr>
            <a:r>
              <a:rPr lang="en-US"/>
              <a:t>For cognitive radio, RF features are defined as symbol rate and center frequency.</a:t>
            </a:r>
            <a:endParaRPr/>
          </a:p>
          <a:p>
            <a:pPr indent="-171450" lvl="0" marL="171450" marR="0" rtl="0" algn="l">
              <a:lnSpc>
                <a:spcPct val="100000"/>
              </a:lnSpc>
              <a:spcBef>
                <a:spcPts val="0"/>
              </a:spcBef>
              <a:spcAft>
                <a:spcPts val="0"/>
              </a:spcAft>
              <a:buClr>
                <a:srgbClr val="000000"/>
              </a:buClr>
              <a:buSzPts val="1100"/>
              <a:buFont typeface="Arial"/>
              <a:buChar char="•"/>
            </a:pPr>
            <a:r>
              <a:rPr lang="en-US"/>
              <a:t>A well-known deterrent of cyclostationary feature estimation is the computational complexity.</a:t>
            </a:r>
            <a:endParaRPr/>
          </a:p>
          <a:p>
            <a:pPr indent="-171450" lvl="0" marL="171450" rtl="0" algn="l">
              <a:lnSpc>
                <a:spcPct val="100000"/>
              </a:lnSpc>
              <a:spcBef>
                <a:spcPts val="0"/>
              </a:spcBef>
              <a:spcAft>
                <a:spcPts val="0"/>
              </a:spcAft>
              <a:buSzPts val="1100"/>
              <a:buFont typeface="Arial"/>
              <a:buChar char="•"/>
            </a:pPr>
            <a:r>
              <a:rPr lang="en-US"/>
              <a:t>The interest in small satellites will be discussed later in the presentation.</a:t>
            </a:r>
            <a:endParaRPr/>
          </a:p>
          <a:p>
            <a:pPr indent="-101600" lvl="0" marL="171450" rtl="0" algn="l">
              <a:lnSpc>
                <a:spcPct val="100000"/>
              </a:lnSpc>
              <a:spcBef>
                <a:spcPts val="0"/>
              </a:spcBef>
              <a:spcAft>
                <a:spcPts val="0"/>
              </a:spcAft>
              <a:buSzPts val="1100"/>
              <a:buFont typeface="Arial"/>
              <a:buNone/>
            </a:pPr>
            <a:r>
              <a:t/>
            </a:r>
            <a:endParaRPr/>
          </a:p>
          <a:p>
            <a:pPr indent="-171450" lvl="0" marL="171450" rtl="0" algn="l">
              <a:lnSpc>
                <a:spcPct val="100000"/>
              </a:lnSpc>
              <a:spcBef>
                <a:spcPts val="0"/>
              </a:spcBef>
              <a:spcAft>
                <a:spcPts val="0"/>
              </a:spcAft>
              <a:buSzPts val="1100"/>
              <a:buFont typeface="Arial"/>
              <a:buChar char="•"/>
            </a:pPr>
            <a:r>
              <a:rPr lang="en-US"/>
              <a:t>In my thesis, I investigate how to reduce the CSP complexity such that it can work on a small satellite.</a:t>
            </a:r>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7" name="Shape 1537"/>
        <p:cNvGrpSpPr/>
        <p:nvPr/>
      </p:nvGrpSpPr>
      <p:grpSpPr>
        <a:xfrm>
          <a:off x="0" y="0"/>
          <a:ext cx="0" cy="0"/>
          <a:chOff x="0" y="0"/>
          <a:chExt cx="0" cy="0"/>
        </a:xfrm>
      </p:grpSpPr>
      <p:sp>
        <p:nvSpPr>
          <p:cNvPr id="1538" name="Google Shape;1538;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39" name="Google Shape;1539;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rgbClr val="000000"/>
              </a:buClr>
              <a:buSzPts val="1100"/>
              <a:buFont typeface="Arial"/>
              <a:buChar char="●"/>
            </a:pPr>
            <a:r>
              <a:rPr lang="en-US">
                <a:latin typeface="Nunito"/>
                <a:ea typeface="Nunito"/>
                <a:cs typeface="Nunito"/>
                <a:sym typeface="Nunito"/>
              </a:rPr>
              <a:t>Displayed is a summary of the overall methodology I used during the creation of my thesis.</a:t>
            </a:r>
            <a:endParaRPr/>
          </a:p>
          <a:p>
            <a:pPr indent="-228600" lvl="0" marL="457200" rtl="0" algn="l">
              <a:lnSpc>
                <a:spcPct val="100000"/>
              </a:lnSpc>
              <a:spcBef>
                <a:spcPts val="0"/>
              </a:spcBef>
              <a:spcAft>
                <a:spcPts val="0"/>
              </a:spcAft>
              <a:buSzPts val="1100"/>
              <a:buNone/>
            </a:pPr>
            <a:r>
              <a:t/>
            </a:r>
            <a:endParaRPr>
              <a:latin typeface="Nunito"/>
              <a:ea typeface="Nunito"/>
              <a:cs typeface="Nunito"/>
              <a:sym typeface="Nunito"/>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3" name="Shape 1543"/>
        <p:cNvGrpSpPr/>
        <p:nvPr/>
      </p:nvGrpSpPr>
      <p:grpSpPr>
        <a:xfrm>
          <a:off x="0" y="0"/>
          <a:ext cx="0" cy="0"/>
          <a:chOff x="0" y="0"/>
          <a:chExt cx="0" cy="0"/>
        </a:xfrm>
      </p:grpSpPr>
      <p:sp>
        <p:nvSpPr>
          <p:cNvPr id="1544" name="Google Shape;1544;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45" name="Google Shape;1545;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rgbClr val="000000"/>
              </a:buClr>
              <a:buSzPts val="1100"/>
              <a:buFont typeface="Arial"/>
              <a:buChar char="●"/>
            </a:pPr>
            <a:r>
              <a:rPr lang="en-US">
                <a:latin typeface="Nunito"/>
                <a:ea typeface="Nunito"/>
                <a:cs typeface="Nunito"/>
                <a:sym typeface="Nunito"/>
              </a:rPr>
              <a:t>Next, we discuss the mathematics, notation, and concepts needed to understand the approach I took to creating this novel CSP realization.</a:t>
            </a:r>
            <a:endParaRPr/>
          </a:p>
          <a:p>
            <a:pPr indent="0" lvl="0" marL="158750" rtl="0" algn="l">
              <a:lnSpc>
                <a:spcPct val="100000"/>
              </a:lnSpc>
              <a:spcBef>
                <a:spcPts val="0"/>
              </a:spcBef>
              <a:spcAft>
                <a:spcPts val="0"/>
              </a:spcAft>
              <a:buSzPts val="1100"/>
              <a:buNone/>
            </a:pPr>
            <a:r>
              <a:t/>
            </a:r>
            <a:endParaRPr>
              <a:latin typeface="Nunito"/>
              <a:ea typeface="Nunito"/>
              <a:cs typeface="Nunito"/>
              <a:sym typeface="Nunito"/>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6" name="Shape 1556"/>
        <p:cNvGrpSpPr/>
        <p:nvPr/>
      </p:nvGrpSpPr>
      <p:grpSpPr>
        <a:xfrm>
          <a:off x="0" y="0"/>
          <a:ext cx="0" cy="0"/>
          <a:chOff x="0" y="0"/>
          <a:chExt cx="0" cy="0"/>
        </a:xfrm>
      </p:grpSpPr>
      <p:sp>
        <p:nvSpPr>
          <p:cNvPr id="1557" name="Google Shape;1557;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58" name="Google Shape;1558;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85750" lvl="0" marL="285750" rtl="0" algn="l">
              <a:lnSpc>
                <a:spcPct val="100000"/>
              </a:lnSpc>
              <a:spcBef>
                <a:spcPts val="0"/>
              </a:spcBef>
              <a:spcAft>
                <a:spcPts val="0"/>
              </a:spcAft>
              <a:buSzPts val="1100"/>
              <a:buFont typeface="Arial"/>
              <a:buChar char="•"/>
            </a:pPr>
            <a:r>
              <a:rPr b="0" i="0" lang="en-US" sz="1100" u="none" strike="noStrike">
                <a:latin typeface="Nunito"/>
                <a:ea typeface="Nunito"/>
                <a:cs typeface="Nunito"/>
                <a:sym typeface="Nunito"/>
              </a:rPr>
              <a:t>We begin chapter 2 by defining X(t) as the general expression for QAM, </a:t>
            </a:r>
            <a:br>
              <a:rPr b="0" i="0" lang="en-US" sz="1100" u="none" strike="noStrike">
                <a:latin typeface="Nunito"/>
                <a:ea typeface="Nunito"/>
                <a:cs typeface="Nunito"/>
                <a:sym typeface="Nunito"/>
              </a:rPr>
            </a:br>
            <a:r>
              <a:rPr b="0" i="0" lang="en-US" sz="1100" u="none" strike="noStrike">
                <a:latin typeface="Nunito"/>
                <a:ea typeface="Nunito"/>
                <a:cs typeface="Nunito"/>
                <a:sym typeface="Nunito"/>
              </a:rPr>
              <a:t>where k is the symbol index, T0 is the symbol period, f0 is the carrier frequency, t0 is the symbol clock phase, phi is the carrier phase, p is the pulse shaping function.</a:t>
            </a:r>
            <a:endParaRPr/>
          </a:p>
          <a:p>
            <a:pPr indent="-285750" lvl="0" marL="285750" rtl="0" algn="l">
              <a:lnSpc>
                <a:spcPct val="100000"/>
              </a:lnSpc>
              <a:spcBef>
                <a:spcPts val="0"/>
              </a:spcBef>
              <a:spcAft>
                <a:spcPts val="0"/>
              </a:spcAft>
              <a:buSzPts val="1100"/>
              <a:buFont typeface="Arial"/>
              <a:buChar char="•"/>
            </a:pPr>
            <a:r>
              <a:rPr b="0" i="0" lang="en-US" sz="1100" u="none" strike="noStrike">
                <a:latin typeface="Nunito"/>
                <a:ea typeface="Nunito"/>
                <a:cs typeface="Nunito"/>
                <a:sym typeface="Nunito"/>
              </a:rPr>
              <a:t>This expression also includes the definition of PSK and PM waveforms.</a:t>
            </a:r>
            <a:endParaRPr/>
          </a:p>
          <a:p>
            <a:pPr indent="-285750" lvl="0" marL="285750" rtl="0" algn="l">
              <a:lnSpc>
                <a:spcPct val="100000"/>
              </a:lnSpc>
              <a:spcBef>
                <a:spcPts val="0"/>
              </a:spcBef>
              <a:spcAft>
                <a:spcPts val="0"/>
              </a:spcAft>
              <a:buSzPts val="1100"/>
              <a:buFont typeface="Arial"/>
              <a:buChar char="•"/>
            </a:pPr>
            <a:r>
              <a:rPr b="0" i="0" lang="en-US" sz="1100" u="none" strike="noStrike">
                <a:latin typeface="Nunito"/>
                <a:ea typeface="Nunito"/>
                <a:cs typeface="Nunito"/>
                <a:sym typeface="Nunito"/>
              </a:rPr>
              <a:t>The plot shown is an example time plot of a QAM waveform.</a:t>
            </a:r>
            <a:endParaRPr/>
          </a:p>
          <a:p>
            <a:pPr indent="0" lvl="0" marL="158750" rtl="0" algn="l">
              <a:lnSpc>
                <a:spcPct val="100000"/>
              </a:lnSpc>
              <a:spcBef>
                <a:spcPts val="0"/>
              </a:spcBef>
              <a:spcAft>
                <a:spcPts val="0"/>
              </a:spcAft>
              <a:buSzPts val="1100"/>
              <a:buNone/>
            </a:pPr>
            <a:r>
              <a:t/>
            </a:r>
            <a:endParaRPr>
              <a:latin typeface="Nunito"/>
              <a:ea typeface="Nunito"/>
              <a:cs typeface="Nunito"/>
              <a:sym typeface="Nunito"/>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3" name="Shape 1563"/>
        <p:cNvGrpSpPr/>
        <p:nvPr/>
      </p:nvGrpSpPr>
      <p:grpSpPr>
        <a:xfrm>
          <a:off x="0" y="0"/>
          <a:ext cx="0" cy="0"/>
          <a:chOff x="0" y="0"/>
          <a:chExt cx="0" cy="0"/>
        </a:xfrm>
      </p:grpSpPr>
      <p:sp>
        <p:nvSpPr>
          <p:cNvPr id="1564" name="Google Shape;1564;p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65" name="Google Shape;1565;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85750" lvl="0" marL="285750" rtl="0" algn="l">
              <a:lnSpc>
                <a:spcPct val="100000"/>
              </a:lnSpc>
              <a:spcBef>
                <a:spcPts val="0"/>
              </a:spcBef>
              <a:spcAft>
                <a:spcPts val="0"/>
              </a:spcAft>
              <a:buSzPts val="1100"/>
              <a:buFont typeface="Arial"/>
              <a:buChar char="•"/>
            </a:pPr>
            <a:r>
              <a:rPr b="0" i="0" lang="en-US" sz="1100" u="none" strike="noStrike">
                <a:latin typeface="Nunito"/>
                <a:ea typeface="Nunito"/>
                <a:cs typeface="Nunito"/>
                <a:sym typeface="Nunito"/>
              </a:rPr>
              <a:t>The autocorrelation function is the correlation of a signal with a delayed copy of itself.</a:t>
            </a:r>
            <a:endParaRPr/>
          </a:p>
          <a:p>
            <a:pPr indent="-285750" lvl="0" marL="285750" marR="0" rtl="0" algn="l">
              <a:lnSpc>
                <a:spcPct val="100000"/>
              </a:lnSpc>
              <a:spcBef>
                <a:spcPts val="0"/>
              </a:spcBef>
              <a:spcAft>
                <a:spcPts val="0"/>
              </a:spcAft>
              <a:buClr>
                <a:srgbClr val="000000"/>
              </a:buClr>
              <a:buSzPts val="1100"/>
              <a:buFont typeface="Arial"/>
              <a:buChar char="•"/>
            </a:pPr>
            <a:r>
              <a:rPr b="0" i="0" lang="en-US" sz="1100" u="none" strike="noStrike">
                <a:latin typeface="Nunito"/>
                <a:ea typeface="Nunito"/>
                <a:cs typeface="Nunito"/>
                <a:sym typeface="Nunito"/>
              </a:rPr>
              <a:t>In the equation shown tau is the lag parameter between the delayed copies.</a:t>
            </a:r>
            <a:endParaRPr/>
          </a:p>
          <a:p>
            <a:pPr indent="-285750" lvl="0" marL="285750" rtl="0" algn="l">
              <a:lnSpc>
                <a:spcPct val="100000"/>
              </a:lnSpc>
              <a:spcBef>
                <a:spcPts val="0"/>
              </a:spcBef>
              <a:spcAft>
                <a:spcPts val="0"/>
              </a:spcAft>
              <a:buSzPts val="1100"/>
              <a:buFont typeface="Arial"/>
              <a:buChar char="•"/>
            </a:pPr>
            <a:r>
              <a:rPr b="0" i="0" lang="en-US" sz="1100" u="none" strike="noStrike">
                <a:latin typeface="Nunito"/>
                <a:ea typeface="Nunito"/>
                <a:cs typeface="Nunito"/>
                <a:sym typeface="Nunito"/>
              </a:rPr>
              <a:t>By invoking ergocity, we define the AF as the function of a sample path, and can limit the AF by T.</a:t>
            </a:r>
            <a:endParaRPr/>
          </a:p>
          <a:p>
            <a:pPr indent="-285750" lvl="0" marL="285750" rtl="0" algn="l">
              <a:lnSpc>
                <a:spcPct val="100000"/>
              </a:lnSpc>
              <a:spcBef>
                <a:spcPts val="0"/>
              </a:spcBef>
              <a:spcAft>
                <a:spcPts val="0"/>
              </a:spcAft>
              <a:buSzPts val="1100"/>
              <a:buFont typeface="Arial"/>
              <a:buChar char="•"/>
            </a:pPr>
            <a:r>
              <a:rPr b="0" i="0" lang="en-US" sz="1100" u="none" strike="noStrike">
                <a:latin typeface="Nunito"/>
                <a:ea typeface="Nunito"/>
                <a:cs typeface="Nunito"/>
                <a:sym typeface="Nunito"/>
              </a:rPr>
              <a:t>The plot of an autocorrelation is referred to as the autocorrelogram.</a:t>
            </a:r>
            <a:endParaRPr/>
          </a:p>
          <a:p>
            <a:pPr indent="-215900" lvl="0" marL="285750" rtl="0" algn="l">
              <a:lnSpc>
                <a:spcPct val="100000"/>
              </a:lnSpc>
              <a:spcBef>
                <a:spcPts val="0"/>
              </a:spcBef>
              <a:spcAft>
                <a:spcPts val="0"/>
              </a:spcAft>
              <a:buSzPts val="1100"/>
              <a:buFont typeface="Arial"/>
              <a:buNone/>
            </a:pPr>
            <a:r>
              <a:t/>
            </a:r>
            <a:endParaRPr b="0" i="0" sz="1100" u="none" strike="noStrike">
              <a:latin typeface="Nunito"/>
              <a:ea typeface="Nunito"/>
              <a:cs typeface="Nunito"/>
              <a:sym typeface="Nunito"/>
            </a:endParaRPr>
          </a:p>
          <a:p>
            <a:pPr indent="-285750" lvl="0" marL="285750" rtl="0" algn="l">
              <a:lnSpc>
                <a:spcPct val="100000"/>
              </a:lnSpc>
              <a:spcBef>
                <a:spcPts val="0"/>
              </a:spcBef>
              <a:spcAft>
                <a:spcPts val="0"/>
              </a:spcAft>
              <a:buSzPts val="1100"/>
              <a:buFont typeface="Arial"/>
              <a:buChar char="•"/>
            </a:pPr>
            <a:r>
              <a:rPr b="0" i="0" lang="en-US">
                <a:solidFill>
                  <a:srgbClr val="202122"/>
                </a:solidFill>
                <a:latin typeface="Nunito"/>
                <a:ea typeface="Nunito"/>
                <a:cs typeface="Nunito"/>
                <a:sym typeface="Nunito"/>
              </a:rPr>
              <a:t>Ergocity Definition: a </a:t>
            </a:r>
            <a:r>
              <a:rPr b="0" i="0" lang="en-US" u="none" strike="noStrike">
                <a:solidFill>
                  <a:srgbClr val="0645AD"/>
                </a:solidFill>
                <a:latin typeface="Nunito"/>
                <a:ea typeface="Nunito"/>
                <a:cs typeface="Nunito"/>
                <a:sym typeface="Nunito"/>
              </a:rPr>
              <a:t>random signal </a:t>
            </a:r>
            <a:r>
              <a:rPr b="0" i="0" lang="en-US">
                <a:solidFill>
                  <a:srgbClr val="202122"/>
                </a:solidFill>
                <a:latin typeface="Nunito"/>
                <a:ea typeface="Nunito"/>
                <a:cs typeface="Nunito"/>
                <a:sym typeface="Nunito"/>
              </a:rPr>
              <a:t>is said to be </a:t>
            </a:r>
            <a:r>
              <a:rPr b="1" i="0" lang="en-US">
                <a:solidFill>
                  <a:srgbClr val="202122"/>
                </a:solidFill>
                <a:latin typeface="Nunito"/>
                <a:ea typeface="Nunito"/>
                <a:cs typeface="Nunito"/>
                <a:sym typeface="Nunito"/>
              </a:rPr>
              <a:t>ergodic</a:t>
            </a:r>
            <a:r>
              <a:rPr b="0" i="0" lang="en-US">
                <a:solidFill>
                  <a:srgbClr val="202122"/>
                </a:solidFill>
                <a:latin typeface="Nunito"/>
                <a:ea typeface="Nunito"/>
                <a:cs typeface="Nunito"/>
                <a:sym typeface="Nunito"/>
              </a:rPr>
              <a:t> if its statistical properties can be deduced from a single, sufficiently long, random sample of the process.</a:t>
            </a:r>
            <a:endParaRPr>
              <a:latin typeface="Nunito"/>
              <a:ea typeface="Nunito"/>
              <a:cs typeface="Nunito"/>
              <a:sym typeface="Nunito"/>
            </a:endParaRPr>
          </a:p>
          <a:p>
            <a:pPr indent="-228600" lvl="0" marL="457200" rtl="0" algn="l">
              <a:lnSpc>
                <a:spcPct val="100000"/>
              </a:lnSpc>
              <a:spcBef>
                <a:spcPts val="0"/>
              </a:spcBef>
              <a:spcAft>
                <a:spcPts val="0"/>
              </a:spcAft>
              <a:buSzPts val="1100"/>
              <a:buNone/>
            </a:pPr>
            <a:r>
              <a:t/>
            </a:r>
            <a:endParaRPr>
              <a:latin typeface="Nunito"/>
              <a:ea typeface="Nunito"/>
              <a:cs typeface="Nunito"/>
              <a:sym typeface="Nunito"/>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0" name="Shape 1570"/>
        <p:cNvGrpSpPr/>
        <p:nvPr/>
      </p:nvGrpSpPr>
      <p:grpSpPr>
        <a:xfrm>
          <a:off x="0" y="0"/>
          <a:ext cx="0" cy="0"/>
          <a:chOff x="0" y="0"/>
          <a:chExt cx="0" cy="0"/>
        </a:xfrm>
      </p:grpSpPr>
      <p:sp>
        <p:nvSpPr>
          <p:cNvPr id="1571" name="Google Shape;1571;p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72" name="Google Shape;1572;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171450" lvl="0" marL="171450" marR="0" rtl="0" algn="l">
              <a:lnSpc>
                <a:spcPct val="100000"/>
              </a:lnSpc>
              <a:spcBef>
                <a:spcPts val="0"/>
              </a:spcBef>
              <a:spcAft>
                <a:spcPts val="0"/>
              </a:spcAft>
              <a:buClr>
                <a:srgbClr val="000000"/>
              </a:buClr>
              <a:buSzPts val="1100"/>
              <a:buFont typeface="Arial"/>
              <a:buChar char="•"/>
            </a:pPr>
            <a:r>
              <a:rPr b="0" i="0" lang="en-US" sz="1100" u="none" strike="noStrike">
                <a:latin typeface="Nunito"/>
                <a:ea typeface="Nunito"/>
                <a:cs typeface="Nunito"/>
                <a:sym typeface="Nunito"/>
              </a:rPr>
              <a:t>The CAF equation can be thought of as cross-correlation between the AF and a tone of frequency, alpha-- called a cycle frequency.</a:t>
            </a:r>
            <a:endParaRPr/>
          </a:p>
          <a:p>
            <a:pPr indent="-171450" lvl="0" marL="171450" marR="0" rtl="0" algn="l">
              <a:lnSpc>
                <a:spcPct val="100000"/>
              </a:lnSpc>
              <a:spcBef>
                <a:spcPts val="0"/>
              </a:spcBef>
              <a:spcAft>
                <a:spcPts val="0"/>
              </a:spcAft>
              <a:buClr>
                <a:srgbClr val="000000"/>
              </a:buClr>
              <a:buSzPts val="1100"/>
              <a:buFont typeface="Arial"/>
              <a:buChar char="•"/>
            </a:pPr>
            <a:r>
              <a:rPr b="0" i="0" lang="en-US" sz="1100" u="none" strike="noStrike">
                <a:latin typeface="Nunito"/>
                <a:ea typeface="Nunito"/>
                <a:cs typeface="Nunito"/>
                <a:sym typeface="Nunito"/>
              </a:rPr>
              <a:t>Notice the expression resembles DFT, however values of tau are retained.</a:t>
            </a:r>
            <a:endParaRPr/>
          </a:p>
          <a:p>
            <a:pPr indent="-171450" lvl="0" marL="171450" marR="0" rtl="0" algn="l">
              <a:lnSpc>
                <a:spcPct val="100000"/>
              </a:lnSpc>
              <a:spcBef>
                <a:spcPts val="0"/>
              </a:spcBef>
              <a:spcAft>
                <a:spcPts val="0"/>
              </a:spcAft>
              <a:buClr>
                <a:srgbClr val="000000"/>
              </a:buClr>
              <a:buSzPts val="1100"/>
              <a:buFont typeface="Arial"/>
              <a:buChar char="•"/>
            </a:pPr>
            <a:r>
              <a:rPr b="0" i="0" lang="en-US" sz="1100" u="none" strike="noStrike">
                <a:latin typeface="Nunito"/>
                <a:ea typeface="Nunito"/>
                <a:cs typeface="Nunito"/>
                <a:sym typeface="Nunito"/>
              </a:rPr>
              <a:t>The plot of the CAF is known as the cyclic autocorrelogram. </a:t>
            </a:r>
            <a:endParaRPr/>
          </a:p>
          <a:p>
            <a:pPr indent="-171450" lvl="0" marL="171450" marR="0" rtl="0" algn="l">
              <a:lnSpc>
                <a:spcPct val="100000"/>
              </a:lnSpc>
              <a:spcBef>
                <a:spcPts val="0"/>
              </a:spcBef>
              <a:spcAft>
                <a:spcPts val="0"/>
              </a:spcAft>
              <a:buClr>
                <a:srgbClr val="000000"/>
              </a:buClr>
              <a:buSzPts val="1100"/>
              <a:buFont typeface="Arial"/>
              <a:buChar char="•"/>
            </a:pPr>
            <a:r>
              <a:rPr b="0" i="0" lang="en-US" sz="1100" u="none" strike="noStrike">
                <a:latin typeface="Nunito"/>
                <a:ea typeface="Nunito"/>
                <a:cs typeface="Nunito"/>
                <a:sym typeface="Nunito"/>
              </a:rPr>
              <a:t>Peaks are caused by cyclic features such as modulation order, encoding, symbol rate, and center frequency…</a:t>
            </a:r>
            <a:endParaRPr/>
          </a:p>
          <a:p>
            <a:pPr indent="-171450" lvl="0" marL="171450" marR="0" rtl="0" algn="l">
              <a:lnSpc>
                <a:spcPct val="100000"/>
              </a:lnSpc>
              <a:spcBef>
                <a:spcPts val="0"/>
              </a:spcBef>
              <a:spcAft>
                <a:spcPts val="0"/>
              </a:spcAft>
              <a:buClr>
                <a:srgbClr val="000000"/>
              </a:buClr>
              <a:buSzPts val="1100"/>
              <a:buFont typeface="Arial"/>
              <a:buChar char="•"/>
            </a:pPr>
            <a:r>
              <a:rPr b="0" i="0" lang="en-US" sz="1100" u="none" strike="noStrike">
                <a:latin typeface="Nunito"/>
                <a:ea typeface="Nunito"/>
                <a:cs typeface="Nunito"/>
                <a:sym typeface="Nunito"/>
              </a:rPr>
              <a:t>We will detail on how to extract these features using CSP is given in upcoming slides.</a:t>
            </a:r>
            <a:endParaRPr/>
          </a:p>
          <a:p>
            <a:pPr indent="-228600" lvl="0" marL="457200" rtl="0" algn="l">
              <a:lnSpc>
                <a:spcPct val="100000"/>
              </a:lnSpc>
              <a:spcBef>
                <a:spcPts val="0"/>
              </a:spcBef>
              <a:spcAft>
                <a:spcPts val="0"/>
              </a:spcAft>
              <a:buSzPts val="1100"/>
              <a:buNone/>
            </a:pPr>
            <a:r>
              <a:t/>
            </a:r>
            <a:endParaRPr>
              <a:latin typeface="Nunito"/>
              <a:ea typeface="Nunito"/>
              <a:cs typeface="Nunito"/>
              <a:sym typeface="Nunito"/>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7" name="Shape 1577"/>
        <p:cNvGrpSpPr/>
        <p:nvPr/>
      </p:nvGrpSpPr>
      <p:grpSpPr>
        <a:xfrm>
          <a:off x="0" y="0"/>
          <a:ext cx="0" cy="0"/>
          <a:chOff x="0" y="0"/>
          <a:chExt cx="0" cy="0"/>
        </a:xfrm>
      </p:grpSpPr>
      <p:sp>
        <p:nvSpPr>
          <p:cNvPr id="1578" name="Google Shape;1578;p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79" name="Google Shape;1579;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171450" lvl="0" marL="171450" marR="0" rtl="0" algn="l">
              <a:lnSpc>
                <a:spcPct val="100000"/>
              </a:lnSpc>
              <a:spcBef>
                <a:spcPts val="0"/>
              </a:spcBef>
              <a:spcAft>
                <a:spcPts val="0"/>
              </a:spcAft>
              <a:buClr>
                <a:srgbClr val="000000"/>
              </a:buClr>
              <a:buSzPts val="1100"/>
              <a:buFont typeface="Arial"/>
              <a:buChar char="•"/>
            </a:pPr>
            <a:r>
              <a:rPr b="0" i="0" lang="en-US" sz="1100" u="none" strike="noStrike">
                <a:latin typeface="Nunito"/>
                <a:ea typeface="Nunito"/>
                <a:cs typeface="Nunito"/>
                <a:sym typeface="Nunito"/>
              </a:rPr>
              <a:t>For a random signal, such as QAM, the Fourier transform doesn’t exist, and therefore no ESD.  </a:t>
            </a:r>
            <a:endParaRPr/>
          </a:p>
          <a:p>
            <a:pPr indent="-171450" lvl="0" marL="171450" marR="0" rtl="0" algn="l">
              <a:lnSpc>
                <a:spcPct val="100000"/>
              </a:lnSpc>
              <a:spcBef>
                <a:spcPts val="0"/>
              </a:spcBef>
              <a:spcAft>
                <a:spcPts val="0"/>
              </a:spcAft>
              <a:buClr>
                <a:srgbClr val="000000"/>
              </a:buClr>
              <a:buSzPts val="1100"/>
              <a:buFont typeface="Arial"/>
              <a:buChar char="•"/>
            </a:pPr>
            <a:r>
              <a:rPr b="0" i="0" lang="en-US" sz="1100" u="none" strike="noStrike">
                <a:latin typeface="Nunito"/>
                <a:ea typeface="Nunito"/>
                <a:cs typeface="Nunito"/>
                <a:sym typeface="Nunito"/>
              </a:rPr>
              <a:t>However, by time limiting X(t) with window size T, we can estimate the PSD with what is known as the periodogram (equation shown).</a:t>
            </a:r>
            <a:endParaRPr/>
          </a:p>
          <a:p>
            <a:pPr indent="-171450" lvl="0" marL="171450" marR="0" rtl="0" algn="l">
              <a:lnSpc>
                <a:spcPct val="100000"/>
              </a:lnSpc>
              <a:spcBef>
                <a:spcPts val="0"/>
              </a:spcBef>
              <a:spcAft>
                <a:spcPts val="0"/>
              </a:spcAft>
              <a:buClr>
                <a:srgbClr val="000000"/>
              </a:buClr>
              <a:buSzPts val="1100"/>
              <a:buFont typeface="Arial"/>
              <a:buChar char="•"/>
            </a:pPr>
            <a:r>
              <a:rPr b="0" i="0" lang="en-US" sz="1100" u="none" strike="noStrike">
                <a:latin typeface="Nunito"/>
                <a:ea typeface="Nunito"/>
                <a:cs typeface="Nunito"/>
                <a:sym typeface="Nunito"/>
              </a:rPr>
              <a:t>Here, hat indicates the DFT.</a:t>
            </a:r>
            <a:endParaRPr/>
          </a:p>
          <a:p>
            <a:pPr indent="-171450" lvl="0" marL="171450" marR="0" rtl="0" algn="l">
              <a:lnSpc>
                <a:spcPct val="100000"/>
              </a:lnSpc>
              <a:spcBef>
                <a:spcPts val="0"/>
              </a:spcBef>
              <a:spcAft>
                <a:spcPts val="0"/>
              </a:spcAft>
              <a:buClr>
                <a:srgbClr val="000000"/>
              </a:buClr>
              <a:buSzPts val="1100"/>
              <a:buFont typeface="Arial"/>
              <a:buChar char="•"/>
            </a:pPr>
            <a:r>
              <a:rPr b="0" i="0" lang="en-US" sz="1100" u="none" strike="noStrike">
                <a:latin typeface="Nunito"/>
                <a:ea typeface="Nunito"/>
                <a:cs typeface="Nunito"/>
                <a:sym typeface="Nunito"/>
              </a:rPr>
              <a:t>Plot shown is periodogram. </a:t>
            </a:r>
            <a:endParaRPr/>
          </a:p>
          <a:p>
            <a:pPr indent="-171450" lvl="0" marL="171450" marR="0" rtl="0" algn="l">
              <a:lnSpc>
                <a:spcPct val="100000"/>
              </a:lnSpc>
              <a:spcBef>
                <a:spcPts val="0"/>
              </a:spcBef>
              <a:spcAft>
                <a:spcPts val="0"/>
              </a:spcAft>
              <a:buClr>
                <a:srgbClr val="000000"/>
              </a:buClr>
              <a:buSzPts val="1100"/>
              <a:buFont typeface="Arial"/>
              <a:buChar char="•"/>
            </a:pPr>
            <a:r>
              <a:rPr b="0" i="0" lang="en-US" sz="1100" u="none" strike="noStrike">
                <a:latin typeface="Nunito"/>
                <a:ea typeface="Nunito"/>
                <a:cs typeface="Nunito"/>
                <a:sym typeface="Nunito"/>
              </a:rPr>
              <a:t>Notice that it is very challenging to determine RF characteristics such as center frequency and symbol rate.</a:t>
            </a:r>
            <a:endParaRPr/>
          </a:p>
          <a:p>
            <a:pPr indent="-171450" lvl="0" marL="171450" marR="0" rtl="0" algn="l">
              <a:lnSpc>
                <a:spcPct val="100000"/>
              </a:lnSpc>
              <a:spcBef>
                <a:spcPts val="0"/>
              </a:spcBef>
              <a:spcAft>
                <a:spcPts val="0"/>
              </a:spcAft>
              <a:buClr>
                <a:srgbClr val="000000"/>
              </a:buClr>
              <a:buSzPts val="1100"/>
              <a:buFont typeface="Arial"/>
              <a:buChar char="•"/>
            </a:pPr>
            <a:r>
              <a:rPr b="0" i="0" lang="en-US" sz="1100" u="none" strike="noStrike">
                <a:latin typeface="Nunito"/>
                <a:ea typeface="Nunito"/>
                <a:cs typeface="Nunito"/>
                <a:sym typeface="Nunito"/>
              </a:rPr>
              <a:t>It is a very poor estimate of the PSD due to the high variance of each frequency.</a:t>
            </a:r>
            <a:endParaRPr/>
          </a:p>
          <a:p>
            <a:pPr indent="-171450" lvl="0" marL="171450" marR="0" rtl="0" algn="l">
              <a:lnSpc>
                <a:spcPct val="100000"/>
              </a:lnSpc>
              <a:spcBef>
                <a:spcPts val="0"/>
              </a:spcBef>
              <a:spcAft>
                <a:spcPts val="0"/>
              </a:spcAft>
              <a:buClr>
                <a:srgbClr val="000000"/>
              </a:buClr>
              <a:buSzPts val="1100"/>
              <a:buFont typeface="Arial"/>
              <a:buChar char="•"/>
            </a:pPr>
            <a:r>
              <a:rPr b="0" i="0" lang="en-US" sz="1100" u="none" strike="noStrike">
                <a:latin typeface="Nunito"/>
                <a:ea typeface="Nunito"/>
                <a:cs typeface="Nunito"/>
                <a:sym typeface="Nunito"/>
              </a:rPr>
              <a:t>This is because the periodogram of a random signal is a random function. </a:t>
            </a:r>
            <a:endParaRPr/>
          </a:p>
          <a:p>
            <a:pPr indent="-171450" lvl="0" marL="171450" marR="0" rtl="0" algn="l">
              <a:lnSpc>
                <a:spcPct val="100000"/>
              </a:lnSpc>
              <a:spcBef>
                <a:spcPts val="0"/>
              </a:spcBef>
              <a:spcAft>
                <a:spcPts val="0"/>
              </a:spcAft>
              <a:buClr>
                <a:srgbClr val="000000"/>
              </a:buClr>
              <a:buSzPts val="1100"/>
              <a:buFont typeface="Arial"/>
              <a:buChar char="•"/>
            </a:pPr>
            <a:r>
              <a:rPr b="0" i="0" lang="en-US" sz="1100" u="none" strike="noStrike">
                <a:latin typeface="Nunito"/>
                <a:ea typeface="Nunito"/>
                <a:cs typeface="Nunito"/>
                <a:sym typeface="Nunito"/>
              </a:rPr>
              <a:t>To more accurately estimate, the periodogram is used a core component of more sophisticated methods.</a:t>
            </a:r>
            <a:endParaRPr/>
          </a:p>
          <a:p>
            <a:pPr indent="-171450" lvl="0" marL="171450" marR="0" rtl="0" algn="l">
              <a:lnSpc>
                <a:spcPct val="100000"/>
              </a:lnSpc>
              <a:spcBef>
                <a:spcPts val="0"/>
              </a:spcBef>
              <a:spcAft>
                <a:spcPts val="0"/>
              </a:spcAft>
              <a:buClr>
                <a:srgbClr val="000000"/>
              </a:buClr>
              <a:buSzPts val="1100"/>
              <a:buFont typeface="Arial"/>
              <a:buChar char="•"/>
            </a:pPr>
            <a:r>
              <a:rPr b="0" i="0" lang="en-US" sz="1100" u="none" strike="noStrike">
                <a:latin typeface="Nunito"/>
                <a:ea typeface="Nunito"/>
                <a:cs typeface="Nunito"/>
                <a:sym typeface="Nunito"/>
              </a:rPr>
              <a:t>Time-smoothing (averaging many short overlapping periodograms) and frequency-smoothing (use of an LPF) force convergence to closely approximate true PSD.</a:t>
            </a:r>
            <a:endParaRPr/>
          </a:p>
          <a:p>
            <a:pPr indent="0" lvl="0" marL="0" rtl="0" algn="l">
              <a:lnSpc>
                <a:spcPct val="100000"/>
              </a:lnSpc>
              <a:spcBef>
                <a:spcPts val="0"/>
              </a:spcBef>
              <a:spcAft>
                <a:spcPts val="0"/>
              </a:spcAft>
              <a:buSzPts val="1100"/>
              <a:buFont typeface="Arial"/>
              <a:buNone/>
            </a:pPr>
            <a:r>
              <a:t/>
            </a:r>
            <a:endParaRPr>
              <a:latin typeface="Nunito"/>
              <a:ea typeface="Nunito"/>
              <a:cs typeface="Nunito"/>
              <a:sym typeface="Nunito"/>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4" name="Shape 1584"/>
        <p:cNvGrpSpPr/>
        <p:nvPr/>
      </p:nvGrpSpPr>
      <p:grpSpPr>
        <a:xfrm>
          <a:off x="0" y="0"/>
          <a:ext cx="0" cy="0"/>
          <a:chOff x="0" y="0"/>
          <a:chExt cx="0" cy="0"/>
        </a:xfrm>
      </p:grpSpPr>
      <p:sp>
        <p:nvSpPr>
          <p:cNvPr id="1585" name="Google Shape;1585;p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86" name="Google Shape;1586;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171450" lvl="0" marL="171450" marR="0" rtl="0" algn="l">
              <a:lnSpc>
                <a:spcPct val="100000"/>
              </a:lnSpc>
              <a:spcBef>
                <a:spcPts val="0"/>
              </a:spcBef>
              <a:spcAft>
                <a:spcPts val="0"/>
              </a:spcAft>
              <a:buClr>
                <a:srgbClr val="000000"/>
              </a:buClr>
              <a:buSzPts val="1100"/>
              <a:buFont typeface="Arial"/>
              <a:buChar char="•"/>
            </a:pPr>
            <a:r>
              <a:rPr b="0" i="0" lang="en-US" sz="1100" u="none" strike="noStrike">
                <a:latin typeface="Nunito"/>
                <a:ea typeface="Nunito"/>
                <a:cs typeface="Nunito"/>
                <a:sym typeface="Nunito"/>
              </a:rPr>
              <a:t>Equation shown is PSD estimate using frequency-smoothing.</a:t>
            </a:r>
            <a:endParaRPr/>
          </a:p>
          <a:p>
            <a:pPr indent="-171450" lvl="0" marL="171450" marR="0" rtl="0" algn="l">
              <a:lnSpc>
                <a:spcPct val="100000"/>
              </a:lnSpc>
              <a:spcBef>
                <a:spcPts val="0"/>
              </a:spcBef>
              <a:spcAft>
                <a:spcPts val="0"/>
              </a:spcAft>
              <a:buClr>
                <a:srgbClr val="000000"/>
              </a:buClr>
              <a:buSzPts val="1100"/>
              <a:buFont typeface="Arial"/>
              <a:buChar char="•"/>
            </a:pPr>
            <a:r>
              <a:rPr b="0" i="0" lang="en-US" sz="1100" u="none" strike="noStrike">
                <a:latin typeface="Nunito"/>
                <a:ea typeface="Nunito"/>
                <a:cs typeface="Nunito"/>
                <a:sym typeface="Nunito"/>
              </a:rPr>
              <a:t>Much easier to determine RF characteristics such as center frequency and symbol rate.</a:t>
            </a:r>
            <a:endParaRPr/>
          </a:p>
          <a:p>
            <a:pPr indent="-101600" lvl="0" marL="171450" marR="0" rtl="0" algn="l">
              <a:lnSpc>
                <a:spcPct val="100000"/>
              </a:lnSpc>
              <a:spcBef>
                <a:spcPts val="0"/>
              </a:spcBef>
              <a:spcAft>
                <a:spcPts val="0"/>
              </a:spcAft>
              <a:buClr>
                <a:srgbClr val="000000"/>
              </a:buClr>
              <a:buSzPts val="1100"/>
              <a:buFont typeface="Arial"/>
              <a:buNone/>
            </a:pPr>
            <a:r>
              <a:t/>
            </a:r>
            <a:endParaRPr b="0" i="0" sz="1100" u="none" strike="noStrike">
              <a:latin typeface="Nunito"/>
              <a:ea typeface="Nunito"/>
              <a:cs typeface="Nunito"/>
              <a:sym typeface="Nunito"/>
            </a:endParaRPr>
          </a:p>
          <a:p>
            <a:pPr indent="0" lvl="0" marL="0" rtl="0" algn="l">
              <a:lnSpc>
                <a:spcPct val="100000"/>
              </a:lnSpc>
              <a:spcBef>
                <a:spcPts val="0"/>
              </a:spcBef>
              <a:spcAft>
                <a:spcPts val="0"/>
              </a:spcAft>
              <a:buSzPts val="1100"/>
              <a:buFont typeface="Arial"/>
              <a:buNone/>
            </a:pPr>
            <a:r>
              <a:t/>
            </a:r>
            <a:endParaRPr>
              <a:latin typeface="Nunito"/>
              <a:ea typeface="Nunito"/>
              <a:cs typeface="Nunito"/>
              <a:sym typeface="Nunito"/>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1" name="Shape 1591"/>
        <p:cNvGrpSpPr/>
        <p:nvPr/>
      </p:nvGrpSpPr>
      <p:grpSpPr>
        <a:xfrm>
          <a:off x="0" y="0"/>
          <a:ext cx="0" cy="0"/>
          <a:chOff x="0" y="0"/>
          <a:chExt cx="0" cy="0"/>
        </a:xfrm>
      </p:grpSpPr>
      <p:sp>
        <p:nvSpPr>
          <p:cNvPr id="1592" name="Google Shape;1592;p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93" name="Google Shape;1593;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171450" lvl="0" marL="171450" rtl="0" algn="l">
              <a:lnSpc>
                <a:spcPct val="100000"/>
              </a:lnSpc>
              <a:spcBef>
                <a:spcPts val="0"/>
              </a:spcBef>
              <a:spcAft>
                <a:spcPts val="0"/>
              </a:spcAft>
              <a:buSzPts val="1100"/>
              <a:buFont typeface="Arial"/>
              <a:buChar char="•"/>
            </a:pPr>
            <a:r>
              <a:rPr lang="en-US">
                <a:latin typeface="Nunito"/>
                <a:ea typeface="Nunito"/>
                <a:cs typeface="Nunito"/>
                <a:sym typeface="Nunito"/>
              </a:rPr>
              <a:t>Top equation is cyclic periodogram -&gt; same idea as periodogram, but also need to evaluate at alpha.</a:t>
            </a:r>
            <a:endParaRPr/>
          </a:p>
          <a:p>
            <a:pPr indent="-171450" lvl="0" marL="171450" rtl="0" algn="l">
              <a:lnSpc>
                <a:spcPct val="100000"/>
              </a:lnSpc>
              <a:spcBef>
                <a:spcPts val="0"/>
              </a:spcBef>
              <a:spcAft>
                <a:spcPts val="0"/>
              </a:spcAft>
              <a:buSzPts val="1100"/>
              <a:buFont typeface="Arial"/>
              <a:buChar char="•"/>
            </a:pPr>
            <a:r>
              <a:rPr lang="en-US">
                <a:latin typeface="Nunito"/>
                <a:ea typeface="Nunito"/>
                <a:cs typeface="Nunito"/>
                <a:sym typeface="Nunito"/>
              </a:rPr>
              <a:t>Bottom equation frequency-smooths to estimate the true cyclic PSD -&gt; that is, the CSD.</a:t>
            </a:r>
            <a:endParaRPr/>
          </a:p>
          <a:p>
            <a:pPr indent="-171450" lvl="0" marL="171450" rtl="0" algn="l">
              <a:lnSpc>
                <a:spcPct val="100000"/>
              </a:lnSpc>
              <a:spcBef>
                <a:spcPts val="0"/>
              </a:spcBef>
              <a:spcAft>
                <a:spcPts val="0"/>
              </a:spcAft>
              <a:buSzPts val="1100"/>
              <a:buFont typeface="Arial"/>
              <a:buChar char="•"/>
            </a:pPr>
            <a:r>
              <a:rPr lang="en-US">
                <a:latin typeface="Nunito"/>
                <a:ea typeface="Nunito"/>
                <a:cs typeface="Nunito"/>
                <a:sym typeface="Nunito"/>
              </a:rPr>
              <a:t>Plot is the CSD.  Each alpha is a PSD.  Alpha=0 is spectral density of AF.</a:t>
            </a:r>
            <a:endParaRPr/>
          </a:p>
          <a:p>
            <a:pPr indent="-228600" lvl="0" marL="457200" rtl="0" algn="l">
              <a:lnSpc>
                <a:spcPct val="100000"/>
              </a:lnSpc>
              <a:spcBef>
                <a:spcPts val="0"/>
              </a:spcBef>
              <a:spcAft>
                <a:spcPts val="0"/>
              </a:spcAft>
              <a:buSzPts val="1100"/>
              <a:buNone/>
            </a:pPr>
            <a:r>
              <a:t/>
            </a:r>
            <a:endParaRPr>
              <a:latin typeface="Nunito"/>
              <a:ea typeface="Nunito"/>
              <a:cs typeface="Nunito"/>
              <a:sym typeface="Nunito"/>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0" name="Shape 1600"/>
        <p:cNvGrpSpPr/>
        <p:nvPr/>
      </p:nvGrpSpPr>
      <p:grpSpPr>
        <a:xfrm>
          <a:off x="0" y="0"/>
          <a:ext cx="0" cy="0"/>
          <a:chOff x="0" y="0"/>
          <a:chExt cx="0" cy="0"/>
        </a:xfrm>
      </p:grpSpPr>
      <p:sp>
        <p:nvSpPr>
          <p:cNvPr id="1601" name="Google Shape;1601;p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02" name="Google Shape;1602;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171450" lvl="0" marL="171450" marR="0" rtl="0" algn="l">
              <a:lnSpc>
                <a:spcPct val="100000"/>
              </a:lnSpc>
              <a:spcBef>
                <a:spcPts val="0"/>
              </a:spcBef>
              <a:spcAft>
                <a:spcPts val="0"/>
              </a:spcAft>
              <a:buClr>
                <a:srgbClr val="000000"/>
              </a:buClr>
              <a:buSzPts val="1100"/>
              <a:buFont typeface="Arial"/>
              <a:buChar char="•"/>
            </a:pPr>
            <a:r>
              <a:rPr lang="en-US">
                <a:latin typeface="Nunito"/>
                <a:ea typeface="Nunito"/>
                <a:cs typeface="Nunito"/>
                <a:sym typeface="Nunito"/>
              </a:rPr>
              <a:t>Top equation is CSD of M-QAM.</a:t>
            </a:r>
            <a:endParaRPr/>
          </a:p>
          <a:p>
            <a:pPr indent="-171450" lvl="0" marL="171450" rtl="0" algn="l">
              <a:lnSpc>
                <a:spcPct val="100000"/>
              </a:lnSpc>
              <a:spcBef>
                <a:spcPts val="0"/>
              </a:spcBef>
              <a:spcAft>
                <a:spcPts val="0"/>
              </a:spcAft>
              <a:buSzPts val="1100"/>
              <a:buFont typeface="Arial"/>
              <a:buChar char="•"/>
            </a:pPr>
            <a:r>
              <a:rPr lang="en-US">
                <a:latin typeface="Nunito"/>
                <a:ea typeface="Nunito"/>
                <a:cs typeface="Nunito"/>
                <a:sym typeface="Nunito"/>
              </a:rPr>
              <a:t>Middle equation is SRRC.</a:t>
            </a:r>
            <a:endParaRPr/>
          </a:p>
          <a:p>
            <a:pPr indent="-171450" lvl="0" marL="171450" rtl="0" algn="l">
              <a:lnSpc>
                <a:spcPct val="100000"/>
              </a:lnSpc>
              <a:spcBef>
                <a:spcPts val="0"/>
              </a:spcBef>
              <a:spcAft>
                <a:spcPts val="0"/>
              </a:spcAft>
              <a:buSzPts val="1100"/>
              <a:buFont typeface="Arial"/>
              <a:buChar char="•"/>
            </a:pPr>
            <a:r>
              <a:rPr lang="en-US">
                <a:latin typeface="Nunito"/>
                <a:ea typeface="Nunito"/>
                <a:cs typeface="Nunito"/>
                <a:sym typeface="Nunito"/>
              </a:rPr>
              <a:t>M-QAM-SRRC has the interesting property that the CSD only produces PSDs at alpha=(-Rs,0,Rs)</a:t>
            </a:r>
            <a:endParaRPr/>
          </a:p>
          <a:p>
            <a:pPr indent="-171450" lvl="0" marL="171450" rtl="0" algn="l">
              <a:lnSpc>
                <a:spcPct val="100000"/>
              </a:lnSpc>
              <a:spcBef>
                <a:spcPts val="0"/>
              </a:spcBef>
              <a:spcAft>
                <a:spcPts val="0"/>
              </a:spcAft>
              <a:buSzPts val="1100"/>
              <a:buFont typeface="Arial"/>
              <a:buChar char="•"/>
            </a:pPr>
            <a:r>
              <a:rPr lang="en-US">
                <a:latin typeface="Nunito"/>
                <a:ea typeface="Nunito"/>
                <a:cs typeface="Nunito"/>
                <a:sym typeface="Nunito"/>
              </a:rPr>
              <a:t>-Rs is a negative symbol rate and can be discarded.</a:t>
            </a:r>
            <a:endParaRPr/>
          </a:p>
          <a:p>
            <a:pPr indent="-171450" lvl="0" marL="171450" rtl="0" algn="l">
              <a:lnSpc>
                <a:spcPct val="100000"/>
              </a:lnSpc>
              <a:spcBef>
                <a:spcPts val="0"/>
              </a:spcBef>
              <a:spcAft>
                <a:spcPts val="0"/>
              </a:spcAft>
              <a:buSzPts val="1100"/>
              <a:buFont typeface="Arial"/>
              <a:buChar char="•"/>
            </a:pPr>
            <a:r>
              <a:rPr lang="en-US">
                <a:latin typeface="Nunito"/>
                <a:ea typeface="Nunito"/>
                <a:cs typeface="Nunito"/>
                <a:sym typeface="Nunito"/>
              </a:rPr>
              <a:t>0 is the PSD of the AF, which will always appear.  It is, therefore, trivial, and can be discarded.</a:t>
            </a:r>
            <a:endParaRPr/>
          </a:p>
          <a:p>
            <a:pPr indent="-171450" lvl="0" marL="171450" rtl="0" algn="l">
              <a:lnSpc>
                <a:spcPct val="100000"/>
              </a:lnSpc>
              <a:spcBef>
                <a:spcPts val="0"/>
              </a:spcBef>
              <a:spcAft>
                <a:spcPts val="0"/>
              </a:spcAft>
              <a:buSzPts val="1100"/>
              <a:buFont typeface="Arial"/>
              <a:buChar char="•"/>
            </a:pPr>
            <a:r>
              <a:rPr lang="en-US">
                <a:latin typeface="Nunito"/>
                <a:ea typeface="Nunito"/>
                <a:cs typeface="Nunito"/>
                <a:sym typeface="Nunito"/>
              </a:rPr>
              <a:t>So, the only PSD of interest that is left is exactly at our symbol rate.</a:t>
            </a:r>
            <a:endParaRPr/>
          </a:p>
          <a:p>
            <a:pPr indent="-171450" lvl="0" marL="171450" rtl="0" algn="l">
              <a:lnSpc>
                <a:spcPct val="100000"/>
              </a:lnSpc>
              <a:spcBef>
                <a:spcPts val="0"/>
              </a:spcBef>
              <a:spcAft>
                <a:spcPts val="0"/>
              </a:spcAft>
              <a:buSzPts val="1100"/>
              <a:buFont typeface="Arial"/>
              <a:buChar char="•"/>
            </a:pPr>
            <a:r>
              <a:rPr lang="en-US">
                <a:latin typeface="Nunito"/>
                <a:ea typeface="Nunito"/>
                <a:cs typeface="Nunito"/>
                <a:sym typeface="Nunito"/>
              </a:rPr>
              <a:t>Further, the peak of PSD for alpha = Rs is located exactly at the center frequency.</a:t>
            </a:r>
            <a:endParaRPr/>
          </a:p>
          <a:p>
            <a:pPr indent="-171450" lvl="0" marL="171450" rtl="0" algn="l">
              <a:lnSpc>
                <a:spcPct val="100000"/>
              </a:lnSpc>
              <a:spcBef>
                <a:spcPts val="0"/>
              </a:spcBef>
              <a:spcAft>
                <a:spcPts val="0"/>
              </a:spcAft>
              <a:buSzPts val="1100"/>
              <a:buFont typeface="Arial"/>
              <a:buChar char="•"/>
            </a:pPr>
            <a:r>
              <a:rPr lang="en-US">
                <a:latin typeface="Nunito"/>
                <a:ea typeface="Nunito"/>
                <a:cs typeface="Nunito"/>
                <a:sym typeface="Nunito"/>
              </a:rPr>
              <a:t>In summary, the nontrivial CSD peak of a M-QAM-SRRC waveform produces features exactly at (Rs,fc).</a:t>
            </a:r>
            <a:endParaRPr/>
          </a:p>
          <a:p>
            <a:pPr indent="-171450" lvl="0" marL="171450" rtl="0" algn="l">
              <a:lnSpc>
                <a:spcPct val="100000"/>
              </a:lnSpc>
              <a:spcBef>
                <a:spcPts val="0"/>
              </a:spcBef>
              <a:spcAft>
                <a:spcPts val="0"/>
              </a:spcAft>
              <a:buSzPts val="1100"/>
              <a:buFont typeface="Arial"/>
              <a:buChar char="•"/>
            </a:pPr>
            <a:r>
              <a:rPr lang="en-US">
                <a:latin typeface="Nunito"/>
                <a:ea typeface="Nunito"/>
                <a:cs typeface="Nunito"/>
                <a:sym typeface="Nunito"/>
              </a:rPr>
              <a:t>We only need to produce the cyclic PSD at Rs and find its peak.</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7" name="Shape 1607"/>
        <p:cNvGrpSpPr/>
        <p:nvPr/>
      </p:nvGrpSpPr>
      <p:grpSpPr>
        <a:xfrm>
          <a:off x="0" y="0"/>
          <a:ext cx="0" cy="0"/>
          <a:chOff x="0" y="0"/>
          <a:chExt cx="0" cy="0"/>
        </a:xfrm>
      </p:grpSpPr>
      <p:sp>
        <p:nvSpPr>
          <p:cNvPr id="1608" name="Google Shape;1608;p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09" name="Google Shape;1609;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171450" lvl="0" marL="171450" marR="0" rtl="0" algn="l">
              <a:lnSpc>
                <a:spcPct val="100000"/>
              </a:lnSpc>
              <a:spcBef>
                <a:spcPts val="0"/>
              </a:spcBef>
              <a:spcAft>
                <a:spcPts val="0"/>
              </a:spcAft>
              <a:buClr>
                <a:srgbClr val="000000"/>
              </a:buClr>
              <a:buSzPts val="1100"/>
              <a:buFont typeface="Arial"/>
              <a:buChar char="•"/>
            </a:pPr>
            <a:r>
              <a:rPr lang="en-US">
                <a:latin typeface="Nunito"/>
                <a:ea typeface="Nunito"/>
                <a:cs typeface="Nunito"/>
                <a:sym typeface="Nunito"/>
              </a:rPr>
              <a:t>Top equation is CSD of M-QAM.</a:t>
            </a:r>
            <a:endParaRPr/>
          </a:p>
          <a:p>
            <a:pPr indent="-171450" lvl="0" marL="171450" rtl="0" algn="l">
              <a:lnSpc>
                <a:spcPct val="100000"/>
              </a:lnSpc>
              <a:spcBef>
                <a:spcPts val="0"/>
              </a:spcBef>
              <a:spcAft>
                <a:spcPts val="0"/>
              </a:spcAft>
              <a:buSzPts val="1100"/>
              <a:buFont typeface="Arial"/>
              <a:buChar char="•"/>
            </a:pPr>
            <a:r>
              <a:rPr lang="en-US">
                <a:latin typeface="Nunito"/>
                <a:ea typeface="Nunito"/>
                <a:cs typeface="Nunito"/>
                <a:sym typeface="Nunito"/>
              </a:rPr>
              <a:t>Middle equation is SRRC.</a:t>
            </a:r>
            <a:endParaRPr/>
          </a:p>
          <a:p>
            <a:pPr indent="-171450" lvl="0" marL="171450" rtl="0" algn="l">
              <a:lnSpc>
                <a:spcPct val="100000"/>
              </a:lnSpc>
              <a:spcBef>
                <a:spcPts val="0"/>
              </a:spcBef>
              <a:spcAft>
                <a:spcPts val="0"/>
              </a:spcAft>
              <a:buSzPts val="1100"/>
              <a:buFont typeface="Arial"/>
              <a:buChar char="•"/>
            </a:pPr>
            <a:r>
              <a:rPr lang="en-US">
                <a:latin typeface="Nunito"/>
                <a:ea typeface="Nunito"/>
                <a:cs typeface="Nunito"/>
                <a:sym typeface="Nunito"/>
              </a:rPr>
              <a:t>M-QAM-SRRC has the interesting property that the CSD only produces PSDs at alpha=(-Rs,0,Rs)</a:t>
            </a:r>
            <a:endParaRPr/>
          </a:p>
          <a:p>
            <a:pPr indent="-171450" lvl="0" marL="171450" rtl="0" algn="l">
              <a:lnSpc>
                <a:spcPct val="100000"/>
              </a:lnSpc>
              <a:spcBef>
                <a:spcPts val="0"/>
              </a:spcBef>
              <a:spcAft>
                <a:spcPts val="0"/>
              </a:spcAft>
              <a:buSzPts val="1100"/>
              <a:buFont typeface="Arial"/>
              <a:buChar char="•"/>
            </a:pPr>
            <a:r>
              <a:rPr lang="en-US">
                <a:latin typeface="Nunito"/>
                <a:ea typeface="Nunito"/>
                <a:cs typeface="Nunito"/>
                <a:sym typeface="Nunito"/>
              </a:rPr>
              <a:t>-Rs is a negative symbol rate and can be discarded.</a:t>
            </a:r>
            <a:endParaRPr/>
          </a:p>
          <a:p>
            <a:pPr indent="-171450" lvl="0" marL="171450" rtl="0" algn="l">
              <a:lnSpc>
                <a:spcPct val="100000"/>
              </a:lnSpc>
              <a:spcBef>
                <a:spcPts val="0"/>
              </a:spcBef>
              <a:spcAft>
                <a:spcPts val="0"/>
              </a:spcAft>
              <a:buSzPts val="1100"/>
              <a:buFont typeface="Arial"/>
              <a:buChar char="•"/>
            </a:pPr>
            <a:r>
              <a:rPr lang="en-US">
                <a:latin typeface="Nunito"/>
                <a:ea typeface="Nunito"/>
                <a:cs typeface="Nunito"/>
                <a:sym typeface="Nunito"/>
              </a:rPr>
              <a:t>0 is the PSD of the AF, which will always appear.  It is, therefore, trivial, and can be discarded.</a:t>
            </a:r>
            <a:endParaRPr/>
          </a:p>
          <a:p>
            <a:pPr indent="-171450" lvl="0" marL="171450" rtl="0" algn="l">
              <a:lnSpc>
                <a:spcPct val="100000"/>
              </a:lnSpc>
              <a:spcBef>
                <a:spcPts val="0"/>
              </a:spcBef>
              <a:spcAft>
                <a:spcPts val="0"/>
              </a:spcAft>
              <a:buSzPts val="1100"/>
              <a:buFont typeface="Arial"/>
              <a:buChar char="•"/>
            </a:pPr>
            <a:r>
              <a:rPr lang="en-US">
                <a:latin typeface="Nunito"/>
                <a:ea typeface="Nunito"/>
                <a:cs typeface="Nunito"/>
                <a:sym typeface="Nunito"/>
              </a:rPr>
              <a:t>So, the only PSD of interest that is left is exactly at our symbol rate.</a:t>
            </a:r>
            <a:endParaRPr/>
          </a:p>
          <a:p>
            <a:pPr indent="-171450" lvl="0" marL="171450" rtl="0" algn="l">
              <a:lnSpc>
                <a:spcPct val="100000"/>
              </a:lnSpc>
              <a:spcBef>
                <a:spcPts val="0"/>
              </a:spcBef>
              <a:spcAft>
                <a:spcPts val="0"/>
              </a:spcAft>
              <a:buSzPts val="1100"/>
              <a:buFont typeface="Arial"/>
              <a:buChar char="•"/>
            </a:pPr>
            <a:r>
              <a:rPr lang="en-US">
                <a:latin typeface="Nunito"/>
                <a:ea typeface="Nunito"/>
                <a:cs typeface="Nunito"/>
                <a:sym typeface="Nunito"/>
              </a:rPr>
              <a:t>Further, the peak of PSD for alpha = Rs is located exactly at the center frequency.</a:t>
            </a:r>
            <a:endParaRPr/>
          </a:p>
          <a:p>
            <a:pPr indent="-171450" lvl="0" marL="171450" rtl="0" algn="l">
              <a:lnSpc>
                <a:spcPct val="100000"/>
              </a:lnSpc>
              <a:spcBef>
                <a:spcPts val="0"/>
              </a:spcBef>
              <a:spcAft>
                <a:spcPts val="0"/>
              </a:spcAft>
              <a:buSzPts val="1100"/>
              <a:buFont typeface="Arial"/>
              <a:buChar char="•"/>
            </a:pPr>
            <a:r>
              <a:rPr lang="en-US">
                <a:latin typeface="Nunito"/>
                <a:ea typeface="Nunito"/>
                <a:cs typeface="Nunito"/>
                <a:sym typeface="Nunito"/>
              </a:rPr>
              <a:t>In summary, the nontrivial CSD peak of a M-QAM-SRRC waveform produces features exactly at (Rs,fc).</a:t>
            </a:r>
            <a:endParaRPr/>
          </a:p>
          <a:p>
            <a:pPr indent="-171450" lvl="0" marL="171450" rtl="0" algn="l">
              <a:lnSpc>
                <a:spcPct val="100000"/>
              </a:lnSpc>
              <a:spcBef>
                <a:spcPts val="0"/>
              </a:spcBef>
              <a:spcAft>
                <a:spcPts val="0"/>
              </a:spcAft>
              <a:buSzPts val="1100"/>
              <a:buFont typeface="Arial"/>
              <a:buChar char="•"/>
            </a:pPr>
            <a:r>
              <a:rPr lang="en-US">
                <a:latin typeface="Nunito"/>
                <a:ea typeface="Nunito"/>
                <a:cs typeface="Nunito"/>
                <a:sym typeface="Nunito"/>
              </a:rPr>
              <a:t>We only need to produce the cyclic PSD at Rs and find its peak.</a:t>
            </a:r>
            <a:endParaRPr/>
          </a:p>
          <a:p>
            <a:pPr indent="-228600" lvl="0" marL="457200" rtl="0" algn="l">
              <a:lnSpc>
                <a:spcPct val="100000"/>
              </a:lnSpc>
              <a:spcBef>
                <a:spcPts val="0"/>
              </a:spcBef>
              <a:spcAft>
                <a:spcPts val="0"/>
              </a:spcAft>
              <a:buSzPts val="1100"/>
              <a:buNone/>
            </a:pPr>
            <a:r>
              <a:t/>
            </a:r>
            <a:endParaRPr>
              <a:latin typeface="Nunito"/>
              <a:ea typeface="Nunito"/>
              <a:cs typeface="Nunito"/>
              <a:sym typeface="Nunito"/>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4" name="Shape 1614"/>
        <p:cNvGrpSpPr/>
        <p:nvPr/>
      </p:nvGrpSpPr>
      <p:grpSpPr>
        <a:xfrm>
          <a:off x="0" y="0"/>
          <a:ext cx="0" cy="0"/>
          <a:chOff x="0" y="0"/>
          <a:chExt cx="0" cy="0"/>
        </a:xfrm>
      </p:grpSpPr>
      <p:sp>
        <p:nvSpPr>
          <p:cNvPr id="1615" name="Google Shape;1615;p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16" name="Google Shape;1616;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171450" lvl="0" marL="171450" rtl="0" algn="l">
              <a:lnSpc>
                <a:spcPct val="100000"/>
              </a:lnSpc>
              <a:spcBef>
                <a:spcPts val="0"/>
              </a:spcBef>
              <a:spcAft>
                <a:spcPts val="0"/>
              </a:spcAft>
              <a:buSzPts val="1100"/>
              <a:buFont typeface="Arial"/>
              <a:buChar char="•"/>
            </a:pPr>
            <a:r>
              <a:rPr lang="en-US">
                <a:latin typeface="Nunito"/>
                <a:ea typeface="Nunito"/>
                <a:cs typeface="Nunito"/>
                <a:sym typeface="Nunito"/>
              </a:rPr>
              <a:t>By assuming we only wish to evaluate the CSD of M-QAM-SRRC waveforms, we can simplify Gardner’s equation to the discrete equation above (called CAC-DFT).</a:t>
            </a:r>
            <a:endParaRPr/>
          </a:p>
          <a:p>
            <a:pPr indent="-171450" lvl="0" marL="171450" rtl="0" algn="l">
              <a:lnSpc>
                <a:spcPct val="100000"/>
              </a:lnSpc>
              <a:spcBef>
                <a:spcPts val="0"/>
              </a:spcBef>
              <a:spcAft>
                <a:spcPts val="0"/>
              </a:spcAft>
              <a:buSzPts val="1100"/>
              <a:buFont typeface="Arial"/>
              <a:buChar char="•"/>
            </a:pPr>
            <a:r>
              <a:rPr lang="en-US">
                <a:latin typeface="Nunito"/>
                <a:ea typeface="Nunito"/>
                <a:cs typeface="Nunito"/>
                <a:sym typeface="Nunito"/>
              </a:rPr>
              <a:t>This works by assuming we only wish to evaluate only the current point.</a:t>
            </a:r>
            <a:endParaRPr/>
          </a:p>
          <a:p>
            <a:pPr indent="-171450" lvl="0" marL="171450" rtl="0" algn="l">
              <a:lnSpc>
                <a:spcPct val="100000"/>
              </a:lnSpc>
              <a:spcBef>
                <a:spcPts val="0"/>
              </a:spcBef>
              <a:spcAft>
                <a:spcPts val="0"/>
              </a:spcAft>
              <a:buSzPts val="1100"/>
              <a:buFont typeface="Arial"/>
              <a:buChar char="•"/>
            </a:pPr>
            <a:r>
              <a:rPr lang="en-US">
                <a:latin typeface="Nunito"/>
                <a:ea typeface="Nunito"/>
                <a:cs typeface="Nunito"/>
                <a:sym typeface="Nunito"/>
              </a:rPr>
              <a:t>Used to blindly estimate (Rs,fc) points.</a:t>
            </a:r>
            <a:endParaRPr/>
          </a:p>
          <a:p>
            <a:pPr indent="-171450" lvl="0" marL="171450" rtl="0" algn="l">
              <a:lnSpc>
                <a:spcPct val="100000"/>
              </a:lnSpc>
              <a:spcBef>
                <a:spcPts val="0"/>
              </a:spcBef>
              <a:spcAft>
                <a:spcPts val="0"/>
              </a:spcAft>
              <a:buSzPts val="1100"/>
              <a:buFont typeface="Arial"/>
              <a:buChar char="•"/>
            </a:pPr>
            <a:r>
              <a:rPr lang="en-US">
                <a:latin typeface="Nunito"/>
                <a:ea typeface="Nunito"/>
                <a:cs typeface="Nunito"/>
                <a:sym typeface="Nunito"/>
              </a:rPr>
              <a:t>Plot is the illustration of an SCA created by M. V. Koch.  Works by evaluating multiple instances of CAC-DFT equation at once.</a:t>
            </a:r>
            <a:endParaRPr/>
          </a:p>
          <a:p>
            <a:pPr indent="-228600" lvl="0" marL="457200" rtl="0" algn="l">
              <a:lnSpc>
                <a:spcPct val="100000"/>
              </a:lnSpc>
              <a:spcBef>
                <a:spcPts val="0"/>
              </a:spcBef>
              <a:spcAft>
                <a:spcPts val="0"/>
              </a:spcAft>
              <a:buSzPts val="1100"/>
              <a:buNone/>
            </a:pPr>
            <a:r>
              <a:t/>
            </a:r>
            <a:endParaRPr>
              <a:latin typeface="Nunito"/>
              <a:ea typeface="Nunito"/>
              <a:cs typeface="Nunito"/>
              <a:sym typeface="Nunito"/>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1" name="Shape 1621"/>
        <p:cNvGrpSpPr/>
        <p:nvPr/>
      </p:nvGrpSpPr>
      <p:grpSpPr>
        <a:xfrm>
          <a:off x="0" y="0"/>
          <a:ext cx="0" cy="0"/>
          <a:chOff x="0" y="0"/>
          <a:chExt cx="0" cy="0"/>
        </a:xfrm>
      </p:grpSpPr>
      <p:sp>
        <p:nvSpPr>
          <p:cNvPr id="1622" name="Google Shape;1622;p2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23" name="Google Shape;1623;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171450" lvl="0" marL="171450" rtl="0" algn="l">
              <a:lnSpc>
                <a:spcPct val="100000"/>
              </a:lnSpc>
              <a:spcBef>
                <a:spcPts val="0"/>
              </a:spcBef>
              <a:spcAft>
                <a:spcPts val="0"/>
              </a:spcAft>
              <a:buSzPts val="1100"/>
              <a:buFont typeface="Arial"/>
              <a:buChar char="•"/>
            </a:pPr>
            <a:r>
              <a:rPr lang="en-US">
                <a:latin typeface="Nunito"/>
                <a:ea typeface="Nunito"/>
                <a:cs typeface="Nunito"/>
                <a:sym typeface="Nunito"/>
              </a:rPr>
              <a:t>Left hand side is sufficient statistic of each CSD point (mag squared)</a:t>
            </a:r>
            <a:endParaRPr/>
          </a:p>
          <a:p>
            <a:pPr indent="-171450" lvl="0" marL="171450" rtl="0" algn="l">
              <a:lnSpc>
                <a:spcPct val="100000"/>
              </a:lnSpc>
              <a:spcBef>
                <a:spcPts val="0"/>
              </a:spcBef>
              <a:spcAft>
                <a:spcPts val="0"/>
              </a:spcAft>
              <a:buSzPts val="1100"/>
              <a:buFont typeface="Arial"/>
              <a:buChar char="•"/>
            </a:pPr>
            <a:r>
              <a:rPr lang="en-US">
                <a:latin typeface="Nunito"/>
                <a:ea typeface="Nunito"/>
                <a:cs typeface="Nunito"/>
                <a:sym typeface="Nunito"/>
              </a:rPr>
              <a:t>Right hand side is sufficient statistic of received noise power.</a:t>
            </a:r>
            <a:endParaRPr/>
          </a:p>
          <a:p>
            <a:pPr indent="-171450" lvl="0" marL="171450" rtl="0" algn="l">
              <a:lnSpc>
                <a:spcPct val="100000"/>
              </a:lnSpc>
              <a:spcBef>
                <a:spcPts val="0"/>
              </a:spcBef>
              <a:spcAft>
                <a:spcPts val="0"/>
              </a:spcAft>
              <a:buSzPts val="1100"/>
              <a:buFont typeface="Arial"/>
              <a:buChar char="•"/>
            </a:pPr>
            <a:r>
              <a:rPr lang="en-US">
                <a:latin typeface="Nunito"/>
                <a:ea typeface="Nunito"/>
                <a:cs typeface="Nunito"/>
                <a:sym typeface="Nunito"/>
              </a:rPr>
              <a:t>Beta is a scalar used to adjust the sensitivity of false alarm.  Optimal beta can be found using receiver operating characters (ROC) curve.</a:t>
            </a:r>
            <a:endParaRPr/>
          </a:p>
          <a:p>
            <a:pPr indent="-171450" lvl="0" marL="171450" rtl="0" algn="l">
              <a:lnSpc>
                <a:spcPct val="100000"/>
              </a:lnSpc>
              <a:spcBef>
                <a:spcPts val="0"/>
              </a:spcBef>
              <a:spcAft>
                <a:spcPts val="0"/>
              </a:spcAft>
              <a:buSzPts val="1100"/>
              <a:buFont typeface="Arial"/>
              <a:buChar char="•"/>
            </a:pPr>
            <a:r>
              <a:rPr lang="en-US">
                <a:latin typeface="Nunito"/>
                <a:ea typeface="Nunito"/>
                <a:cs typeface="Nunito"/>
                <a:sym typeface="Nunito"/>
              </a:rPr>
              <a:t>Plot shows CSD and threshold.  Anything above the threshold is an active waveform of (Rs,fc)=(v,k).</a:t>
            </a:r>
            <a:endParaRPr/>
          </a:p>
          <a:p>
            <a:pPr indent="-228600" lvl="0" marL="457200" rtl="0" algn="l">
              <a:lnSpc>
                <a:spcPct val="100000"/>
              </a:lnSpc>
              <a:spcBef>
                <a:spcPts val="0"/>
              </a:spcBef>
              <a:spcAft>
                <a:spcPts val="0"/>
              </a:spcAft>
              <a:buSzPts val="1100"/>
              <a:buNone/>
            </a:pPr>
            <a:r>
              <a:t/>
            </a:r>
            <a:endParaRPr>
              <a:latin typeface="Nunito"/>
              <a:ea typeface="Nunito"/>
              <a:cs typeface="Nunito"/>
              <a:sym typeface="Nunito"/>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8" name="Shape 1628"/>
        <p:cNvGrpSpPr/>
        <p:nvPr/>
      </p:nvGrpSpPr>
      <p:grpSpPr>
        <a:xfrm>
          <a:off x="0" y="0"/>
          <a:ext cx="0" cy="0"/>
          <a:chOff x="0" y="0"/>
          <a:chExt cx="0" cy="0"/>
        </a:xfrm>
      </p:grpSpPr>
      <p:sp>
        <p:nvSpPr>
          <p:cNvPr id="1629" name="Google Shape;1629;p2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30" name="Google Shape;1630;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171450" lvl="0" marL="171450" rtl="0" algn="l">
              <a:lnSpc>
                <a:spcPct val="100000"/>
              </a:lnSpc>
              <a:spcBef>
                <a:spcPts val="0"/>
              </a:spcBef>
              <a:spcAft>
                <a:spcPts val="0"/>
              </a:spcAft>
              <a:buSzPts val="1100"/>
              <a:buFont typeface="Arial"/>
              <a:buChar char="•"/>
            </a:pPr>
            <a:r>
              <a:rPr lang="en-US">
                <a:latin typeface="Nunito"/>
                <a:ea typeface="Nunito"/>
                <a:cs typeface="Nunito"/>
                <a:sym typeface="Nunito"/>
              </a:rPr>
              <a:t>This is where everything comes together.</a:t>
            </a:r>
            <a:endParaRPr/>
          </a:p>
          <a:p>
            <a:pPr indent="-171450" lvl="0" marL="171450" rtl="0" algn="l">
              <a:lnSpc>
                <a:spcPct val="100000"/>
              </a:lnSpc>
              <a:spcBef>
                <a:spcPts val="0"/>
              </a:spcBef>
              <a:spcAft>
                <a:spcPts val="0"/>
              </a:spcAft>
              <a:buSzPts val="1100"/>
              <a:buFont typeface="Arial"/>
              <a:buChar char="•"/>
            </a:pPr>
            <a:r>
              <a:rPr lang="en-US">
                <a:latin typeface="Nunito"/>
                <a:ea typeface="Nunito"/>
                <a:cs typeface="Nunito"/>
                <a:sym typeface="Nunito"/>
              </a:rPr>
              <a:t>The goal of spectrum sensing is to determine where users are, and where users are not.</a:t>
            </a:r>
            <a:endParaRPr/>
          </a:p>
          <a:p>
            <a:pPr indent="-171450" lvl="0" marL="171450" rtl="0" algn="l">
              <a:lnSpc>
                <a:spcPct val="100000"/>
              </a:lnSpc>
              <a:spcBef>
                <a:spcPts val="0"/>
              </a:spcBef>
              <a:spcAft>
                <a:spcPts val="0"/>
              </a:spcAft>
              <a:buSzPts val="1100"/>
              <a:buFont typeface="Arial"/>
              <a:buChar char="•"/>
            </a:pPr>
            <a:r>
              <a:rPr lang="en-US">
                <a:latin typeface="Nunito"/>
                <a:ea typeface="Nunito"/>
                <a:cs typeface="Nunito"/>
                <a:sym typeface="Nunito"/>
              </a:rPr>
              <a:t>Binary hypothesis: user is active or user is not active.</a:t>
            </a:r>
            <a:endParaRPr/>
          </a:p>
          <a:p>
            <a:pPr indent="-171450" lvl="0" marL="171450" rtl="0" algn="l">
              <a:lnSpc>
                <a:spcPct val="100000"/>
              </a:lnSpc>
              <a:spcBef>
                <a:spcPts val="0"/>
              </a:spcBef>
              <a:spcAft>
                <a:spcPts val="0"/>
              </a:spcAft>
              <a:buSzPts val="1100"/>
              <a:buFont typeface="Arial"/>
              <a:buChar char="•"/>
            </a:pPr>
            <a:r>
              <a:rPr lang="en-US">
                <a:latin typeface="Nunito"/>
                <a:ea typeface="Nunito"/>
                <a:cs typeface="Nunito"/>
                <a:sym typeface="Nunito"/>
              </a:rPr>
              <a:t>CSP not only tells us whether the user is active, but can tell us the features of the user.</a:t>
            </a:r>
            <a:endParaRPr/>
          </a:p>
          <a:p>
            <a:pPr indent="-171450" lvl="0" marL="171450" rtl="0" algn="l">
              <a:lnSpc>
                <a:spcPct val="100000"/>
              </a:lnSpc>
              <a:spcBef>
                <a:spcPts val="0"/>
              </a:spcBef>
              <a:spcAft>
                <a:spcPts val="0"/>
              </a:spcAft>
              <a:buSzPts val="1100"/>
              <a:buFont typeface="Arial"/>
              <a:buChar char="•"/>
            </a:pPr>
            <a:r>
              <a:rPr lang="en-US">
                <a:latin typeface="Nunito"/>
                <a:ea typeface="Nunito"/>
                <a:cs typeface="Nunito"/>
                <a:sym typeface="Nunito"/>
              </a:rPr>
              <a:t>The CSPs ability to differentiate between noise and an actual PU reduced the probability of false alarm.</a:t>
            </a:r>
            <a:endParaRPr/>
          </a:p>
          <a:p>
            <a:pPr indent="0" lvl="0" marL="0" rtl="0" algn="l">
              <a:lnSpc>
                <a:spcPct val="100000"/>
              </a:lnSpc>
              <a:spcBef>
                <a:spcPts val="0"/>
              </a:spcBef>
              <a:spcAft>
                <a:spcPts val="0"/>
              </a:spcAft>
              <a:buSzPts val="1100"/>
              <a:buFont typeface="Arial"/>
              <a:buNone/>
            </a:pPr>
            <a:r>
              <a:t/>
            </a:r>
            <a:endParaRPr>
              <a:latin typeface="Nunito"/>
              <a:ea typeface="Nunito"/>
              <a:cs typeface="Nunito"/>
              <a:sym typeface="Nunito"/>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5" name="Shape 1635"/>
        <p:cNvGrpSpPr/>
        <p:nvPr/>
      </p:nvGrpSpPr>
      <p:grpSpPr>
        <a:xfrm>
          <a:off x="0" y="0"/>
          <a:ext cx="0" cy="0"/>
          <a:chOff x="0" y="0"/>
          <a:chExt cx="0" cy="0"/>
        </a:xfrm>
      </p:grpSpPr>
      <p:sp>
        <p:nvSpPr>
          <p:cNvPr id="1636" name="Google Shape;1636;p2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37" name="Google Shape;1637;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US">
                <a:latin typeface="Nunito"/>
                <a:ea typeface="Nunito"/>
                <a:cs typeface="Nunito"/>
                <a:sym typeface="Nunito"/>
              </a:rPr>
              <a:t>Next, we shall focus on the application of spectrum sensing on a class of small satellites, known as cubesat.</a:t>
            </a:r>
            <a:endParaRPr/>
          </a:p>
          <a:p>
            <a:pPr indent="-298450" lvl="0" marL="457200" rtl="0" algn="l">
              <a:lnSpc>
                <a:spcPct val="100000"/>
              </a:lnSpc>
              <a:spcBef>
                <a:spcPts val="0"/>
              </a:spcBef>
              <a:spcAft>
                <a:spcPts val="0"/>
              </a:spcAft>
              <a:buSzPts val="1100"/>
              <a:buChar char="●"/>
            </a:pPr>
            <a:r>
              <a:rPr lang="en-US">
                <a:latin typeface="Nunito"/>
                <a:ea typeface="Nunito"/>
                <a:cs typeface="Nunito"/>
                <a:sym typeface="Nunito"/>
              </a:rPr>
              <a:t>Following this, we will step through the digital design.</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8" name="Shape 1648"/>
        <p:cNvGrpSpPr/>
        <p:nvPr/>
      </p:nvGrpSpPr>
      <p:grpSpPr>
        <a:xfrm>
          <a:off x="0" y="0"/>
          <a:ext cx="0" cy="0"/>
          <a:chOff x="0" y="0"/>
          <a:chExt cx="0" cy="0"/>
        </a:xfrm>
      </p:grpSpPr>
      <p:sp>
        <p:nvSpPr>
          <p:cNvPr id="1649" name="Google Shape;1649;p2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50" name="Google Shape;1650;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85750" lvl="0" marL="285750" rtl="0" algn="l">
              <a:lnSpc>
                <a:spcPct val="100000"/>
              </a:lnSpc>
              <a:spcBef>
                <a:spcPts val="0"/>
              </a:spcBef>
              <a:spcAft>
                <a:spcPts val="0"/>
              </a:spcAft>
              <a:buSzPts val="1100"/>
              <a:buFont typeface="Arial"/>
              <a:buChar char="•"/>
            </a:pPr>
            <a:r>
              <a:rPr b="0" i="0" lang="en-US" sz="1100" u="none" strike="noStrike">
                <a:latin typeface="Nunito"/>
                <a:ea typeface="Nunito"/>
                <a:cs typeface="Nunito"/>
                <a:sym typeface="Nunito"/>
              </a:rPr>
              <a:t>What is a cubesat?</a:t>
            </a:r>
            <a:endParaRPr/>
          </a:p>
          <a:p>
            <a:pPr indent="-285750" lvl="0" marL="285750" rtl="0" algn="l">
              <a:lnSpc>
                <a:spcPct val="100000"/>
              </a:lnSpc>
              <a:spcBef>
                <a:spcPts val="0"/>
              </a:spcBef>
              <a:spcAft>
                <a:spcPts val="0"/>
              </a:spcAft>
              <a:buSzPts val="1100"/>
              <a:buFont typeface="Arial"/>
              <a:buChar char="•"/>
            </a:pPr>
            <a:r>
              <a:rPr b="0" i="0" lang="en-US" sz="1100" u="none" strike="noStrike">
                <a:latin typeface="Nunito"/>
                <a:ea typeface="Nunito"/>
                <a:cs typeface="Nunito"/>
                <a:sym typeface="Nunito"/>
              </a:rPr>
              <a:t>A CubeSat (U-class spacecraft) is a type of miniaturized satellite for space research that is made up of multiple cubic modules of 10 cm × 10 cm × 10 cm size. CubeSats have a mass of no more than 1.33 kilograms (2.9 lb) per unit, and often use commercial off-the-shelf (COTS) components for their electronics and structure.</a:t>
            </a:r>
            <a:endParaRPr/>
          </a:p>
          <a:p>
            <a:pPr indent="-285750" lvl="0" marL="285750" rtl="0" algn="l">
              <a:lnSpc>
                <a:spcPct val="100000"/>
              </a:lnSpc>
              <a:spcBef>
                <a:spcPts val="0"/>
              </a:spcBef>
              <a:spcAft>
                <a:spcPts val="0"/>
              </a:spcAft>
              <a:buSzPts val="1100"/>
              <a:buFont typeface="Arial"/>
              <a:buChar char="•"/>
            </a:pPr>
            <a:r>
              <a:rPr b="0" i="0" lang="en-US" sz="1100" u="none" strike="noStrike">
                <a:latin typeface="Nunito"/>
                <a:ea typeface="Nunito"/>
                <a:cs typeface="Nunito"/>
                <a:sym typeface="Nunito"/>
              </a:rPr>
              <a:t>Uses typically involve experiments that can be miniaturized or serve purposes such as Earth observation. CubeSats are employed to demonstrate spacecraft technologies intended for small satellites or that present questionable feasibility and are unlikely to justify the cost of a larger satellite. Scientific experiments with unproven underlying theory may also find themselves aboard CubeSats because their low cost can justify higher risks.</a:t>
            </a:r>
            <a:endParaRPr/>
          </a:p>
          <a:p>
            <a:pPr indent="-285750" lvl="0" marL="285750" rtl="0" algn="l">
              <a:lnSpc>
                <a:spcPct val="100000"/>
              </a:lnSpc>
              <a:spcBef>
                <a:spcPts val="0"/>
              </a:spcBef>
              <a:spcAft>
                <a:spcPts val="0"/>
              </a:spcAft>
              <a:buSzPts val="1100"/>
              <a:buFont typeface="Arial"/>
              <a:buChar char="•"/>
            </a:pPr>
            <a:r>
              <a:rPr b="0" i="0" lang="en-US" sz="1100" u="none" strike="noStrike">
                <a:latin typeface="Nunito"/>
                <a:ea typeface="Nunito"/>
                <a:cs typeface="Nunito"/>
                <a:sym typeface="Nunito"/>
              </a:rPr>
              <a:t>Over the last two decades, cube satellite (CubeSat) launches have increased exponentially.</a:t>
            </a:r>
            <a:endParaRPr/>
          </a:p>
          <a:p>
            <a:pPr indent="-228600" lvl="0" marL="457200" rtl="0" algn="l">
              <a:lnSpc>
                <a:spcPct val="100000"/>
              </a:lnSpc>
              <a:spcBef>
                <a:spcPts val="0"/>
              </a:spcBef>
              <a:spcAft>
                <a:spcPts val="0"/>
              </a:spcAft>
              <a:buSzPts val="1100"/>
              <a:buNone/>
            </a:pPr>
            <a:r>
              <a:t/>
            </a:r>
            <a:endParaRPr>
              <a:latin typeface="Nunito"/>
              <a:ea typeface="Nunito"/>
              <a:cs typeface="Nunito"/>
              <a:sym typeface="Nunito"/>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8" name="Shape 1658"/>
        <p:cNvGrpSpPr/>
        <p:nvPr/>
      </p:nvGrpSpPr>
      <p:grpSpPr>
        <a:xfrm>
          <a:off x="0" y="0"/>
          <a:ext cx="0" cy="0"/>
          <a:chOff x="0" y="0"/>
          <a:chExt cx="0" cy="0"/>
        </a:xfrm>
      </p:grpSpPr>
      <p:sp>
        <p:nvSpPr>
          <p:cNvPr id="1659" name="Google Shape;1659;p2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60" name="Google Shape;1660;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171450" lvl="0" marL="171450" rtl="0" algn="l">
              <a:lnSpc>
                <a:spcPct val="100000"/>
              </a:lnSpc>
              <a:spcBef>
                <a:spcPts val="0"/>
              </a:spcBef>
              <a:spcAft>
                <a:spcPts val="0"/>
              </a:spcAft>
              <a:buSzPts val="1100"/>
              <a:buFont typeface="Arial"/>
              <a:buChar char="•"/>
            </a:pPr>
            <a:r>
              <a:rPr lang="en-US">
                <a:latin typeface="Nunito"/>
                <a:ea typeface="Nunito"/>
                <a:cs typeface="Nunito"/>
                <a:sym typeface="Nunito"/>
              </a:rPr>
              <a:t>As a result of these CubeSats’ flexibility, formation-based satellite architectures are of increasing interest to the public and private sector alike.</a:t>
            </a:r>
            <a:endParaRPr/>
          </a:p>
          <a:p>
            <a:pPr indent="-171450" lvl="0" marL="171450" rtl="0" algn="l">
              <a:lnSpc>
                <a:spcPct val="100000"/>
              </a:lnSpc>
              <a:spcBef>
                <a:spcPts val="0"/>
              </a:spcBef>
              <a:spcAft>
                <a:spcPts val="0"/>
              </a:spcAft>
              <a:buSzPts val="1100"/>
              <a:buFont typeface="Arial"/>
              <a:buChar char="•"/>
            </a:pPr>
            <a:r>
              <a:rPr lang="en-US">
                <a:latin typeface="Nunito"/>
                <a:ea typeface="Nunito"/>
                <a:cs typeface="Nunito"/>
                <a:sym typeface="Nunito"/>
              </a:rPr>
              <a:t>Modern flight formations are designed to operate with tens hundreds, or thousands of CubeSats. </a:t>
            </a:r>
            <a:endParaRPr/>
          </a:p>
          <a:p>
            <a:pPr indent="-171450" lvl="0" marL="171450" rtl="0" algn="l">
              <a:lnSpc>
                <a:spcPct val="100000"/>
              </a:lnSpc>
              <a:spcBef>
                <a:spcPts val="0"/>
              </a:spcBef>
              <a:spcAft>
                <a:spcPts val="0"/>
              </a:spcAft>
              <a:buSzPts val="1100"/>
              <a:buFont typeface="Arial"/>
              <a:buChar char="•"/>
            </a:pPr>
            <a:r>
              <a:rPr lang="en-US">
                <a:latin typeface="Nunito"/>
                <a:ea typeface="Nunito"/>
                <a:cs typeface="Nunito"/>
                <a:sym typeface="Nunito"/>
              </a:rPr>
              <a:t>The pictures shown here show Ames Research Center (ARC) illustrates the usefulness of CubeSat swarm formations in a series of missions known as Starling 1.</a:t>
            </a:r>
            <a:endParaRPr/>
          </a:p>
          <a:p>
            <a:pPr indent="-228600" lvl="0" marL="457200" rtl="0" algn="l">
              <a:lnSpc>
                <a:spcPct val="100000"/>
              </a:lnSpc>
              <a:spcBef>
                <a:spcPts val="0"/>
              </a:spcBef>
              <a:spcAft>
                <a:spcPts val="0"/>
              </a:spcAft>
              <a:buSzPts val="1100"/>
              <a:buNone/>
            </a:pPr>
            <a:r>
              <a:t/>
            </a:r>
            <a:endParaRPr>
              <a:latin typeface="Nunito"/>
              <a:ea typeface="Nunito"/>
              <a:cs typeface="Nunito"/>
              <a:sym typeface="Nunito"/>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5" name="Shape 1665"/>
        <p:cNvGrpSpPr/>
        <p:nvPr/>
      </p:nvGrpSpPr>
      <p:grpSpPr>
        <a:xfrm>
          <a:off x="0" y="0"/>
          <a:ext cx="0" cy="0"/>
          <a:chOff x="0" y="0"/>
          <a:chExt cx="0" cy="0"/>
        </a:xfrm>
      </p:grpSpPr>
      <p:sp>
        <p:nvSpPr>
          <p:cNvPr id="1666" name="Google Shape;1666;p2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67" name="Google Shape;1667;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171450" lvl="0" marL="171450" rtl="0" algn="l">
              <a:lnSpc>
                <a:spcPct val="100000"/>
              </a:lnSpc>
              <a:spcBef>
                <a:spcPts val="0"/>
              </a:spcBef>
              <a:spcAft>
                <a:spcPts val="0"/>
              </a:spcAft>
              <a:buSzPts val="1100"/>
              <a:buFont typeface="Arial"/>
              <a:buChar char="•"/>
            </a:pPr>
            <a:r>
              <a:rPr lang="en-US">
                <a:latin typeface="Nunito"/>
                <a:ea typeface="Nunito"/>
                <a:cs typeface="Nunito"/>
                <a:sym typeface="Nunito"/>
              </a:rPr>
              <a:t>In this work, we envision a future where these formations are commonplace. </a:t>
            </a:r>
            <a:endParaRPr/>
          </a:p>
          <a:p>
            <a:pPr indent="-171450" lvl="0" marL="171450" rtl="0" algn="l">
              <a:lnSpc>
                <a:spcPct val="100000"/>
              </a:lnSpc>
              <a:spcBef>
                <a:spcPts val="0"/>
              </a:spcBef>
              <a:spcAft>
                <a:spcPts val="0"/>
              </a:spcAft>
              <a:buSzPts val="1100"/>
              <a:buFont typeface="Arial"/>
              <a:buChar char="•"/>
            </a:pPr>
            <a:r>
              <a:rPr lang="en-US">
                <a:latin typeface="Nunito"/>
                <a:ea typeface="Nunito"/>
                <a:cs typeface="Nunito"/>
                <a:sym typeface="Nunito"/>
              </a:rPr>
              <a:t>Subsequently, the inter-satellite links become vulnerable to problems experienced terrestrially, such as spectrum congestion and interference. </a:t>
            </a:r>
            <a:endParaRPr/>
          </a:p>
          <a:p>
            <a:pPr indent="-171450" lvl="0" marL="171450" rtl="0" algn="l">
              <a:lnSpc>
                <a:spcPct val="100000"/>
              </a:lnSpc>
              <a:spcBef>
                <a:spcPts val="0"/>
              </a:spcBef>
              <a:spcAft>
                <a:spcPts val="0"/>
              </a:spcAft>
              <a:buSzPts val="1100"/>
              <a:buFont typeface="Arial"/>
              <a:buChar char="•"/>
            </a:pPr>
            <a:r>
              <a:rPr lang="en-US">
                <a:latin typeface="Nunito"/>
                <a:ea typeface="Nunito"/>
                <a:cs typeface="Nunito"/>
                <a:sym typeface="Nunito"/>
              </a:rPr>
              <a:t>As discussed in Chapter II, Spectrum sensing algorithms used to detect these issues, but as are traditionally computationally expensive. </a:t>
            </a:r>
            <a:endParaRPr/>
          </a:p>
          <a:p>
            <a:pPr indent="-171450" lvl="0" marL="171450" rtl="0" algn="l">
              <a:lnSpc>
                <a:spcPct val="100000"/>
              </a:lnSpc>
              <a:spcBef>
                <a:spcPts val="0"/>
              </a:spcBef>
              <a:spcAft>
                <a:spcPts val="0"/>
              </a:spcAft>
              <a:buSzPts val="1100"/>
              <a:buFont typeface="Arial"/>
              <a:buChar char="•"/>
            </a:pPr>
            <a:r>
              <a:rPr lang="en-US">
                <a:latin typeface="Nunito"/>
                <a:ea typeface="Nunito"/>
                <a:cs typeface="Nunito"/>
                <a:sym typeface="Nunito"/>
              </a:rPr>
              <a:t>Moreover, the nature of a CubeSat is to operate on limited resources. </a:t>
            </a:r>
            <a:endParaRPr/>
          </a:p>
          <a:p>
            <a:pPr indent="-101600" lvl="0" marL="171450" rtl="0" algn="l">
              <a:lnSpc>
                <a:spcPct val="100000"/>
              </a:lnSpc>
              <a:spcBef>
                <a:spcPts val="0"/>
              </a:spcBef>
              <a:spcAft>
                <a:spcPts val="0"/>
              </a:spcAft>
              <a:buSzPts val="1100"/>
              <a:buFont typeface="Arial"/>
              <a:buNone/>
            </a:pPr>
            <a:r>
              <a:t/>
            </a:r>
            <a:endParaRPr>
              <a:latin typeface="Nunito"/>
              <a:ea typeface="Nunito"/>
              <a:cs typeface="Nunito"/>
              <a:sym typeface="Nunito"/>
            </a:endParaRPr>
          </a:p>
          <a:p>
            <a:pPr indent="-171450" lvl="0" marL="171450" rtl="0" algn="l">
              <a:lnSpc>
                <a:spcPct val="100000"/>
              </a:lnSpc>
              <a:spcBef>
                <a:spcPts val="0"/>
              </a:spcBef>
              <a:spcAft>
                <a:spcPts val="0"/>
              </a:spcAft>
              <a:buSzPts val="1100"/>
              <a:buFont typeface="Arial"/>
              <a:buChar char="•"/>
            </a:pPr>
            <a:r>
              <a:rPr lang="en-US">
                <a:latin typeface="Nunito"/>
                <a:ea typeface="Nunito"/>
                <a:cs typeface="Nunito"/>
                <a:sym typeface="Nunito"/>
              </a:rPr>
              <a:t>To overcome this, we will build a CubeSat-oriented feature estimator known as the streaming spectral correlation analyzer (streaming-SCA).  </a:t>
            </a:r>
            <a:endParaRPr/>
          </a:p>
          <a:p>
            <a:pPr indent="-228600" lvl="0" marL="457200" rtl="0" algn="l">
              <a:lnSpc>
                <a:spcPct val="100000"/>
              </a:lnSpc>
              <a:spcBef>
                <a:spcPts val="0"/>
              </a:spcBef>
              <a:spcAft>
                <a:spcPts val="0"/>
              </a:spcAft>
              <a:buSzPts val="1100"/>
              <a:buNone/>
            </a:pPr>
            <a:r>
              <a:t/>
            </a:r>
            <a:endParaRPr>
              <a:latin typeface="Nunito"/>
              <a:ea typeface="Nunito"/>
              <a:cs typeface="Nunito"/>
              <a:sym typeface="Nunito"/>
            </a:endParaRPr>
          </a:p>
          <a:p>
            <a:pPr indent="-228600" lvl="0" marL="457200" rtl="0" algn="l">
              <a:lnSpc>
                <a:spcPct val="100000"/>
              </a:lnSpc>
              <a:spcBef>
                <a:spcPts val="0"/>
              </a:spcBef>
              <a:spcAft>
                <a:spcPts val="0"/>
              </a:spcAft>
              <a:buSzPts val="1100"/>
              <a:buNone/>
            </a:pPr>
            <a:r>
              <a:t/>
            </a:r>
            <a:endParaRPr>
              <a:latin typeface="Nunito"/>
              <a:ea typeface="Nunito"/>
              <a:cs typeface="Nunito"/>
              <a:sym typeface="Nunito"/>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1" name="Shape 1671"/>
        <p:cNvGrpSpPr/>
        <p:nvPr/>
      </p:nvGrpSpPr>
      <p:grpSpPr>
        <a:xfrm>
          <a:off x="0" y="0"/>
          <a:ext cx="0" cy="0"/>
          <a:chOff x="0" y="0"/>
          <a:chExt cx="0" cy="0"/>
        </a:xfrm>
      </p:grpSpPr>
      <p:sp>
        <p:nvSpPr>
          <p:cNvPr id="1672" name="Google Shape;1672;p2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73" name="Google Shape;1673;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85750" lvl="0" marL="285750" rtl="0" algn="l">
              <a:lnSpc>
                <a:spcPct val="100000"/>
              </a:lnSpc>
              <a:spcBef>
                <a:spcPts val="0"/>
              </a:spcBef>
              <a:spcAft>
                <a:spcPts val="0"/>
              </a:spcAft>
              <a:buSzPts val="1100"/>
              <a:buFont typeface="Arial"/>
              <a:buChar char="•"/>
            </a:pPr>
            <a:r>
              <a:rPr b="0" i="0" lang="en-US" sz="1600" u="none" strike="noStrike">
                <a:latin typeface="Nunito"/>
                <a:ea typeface="Nunito"/>
                <a:cs typeface="Nunito"/>
                <a:sym typeface="Nunito"/>
              </a:rPr>
              <a:t>Let us assume that we wish to sense the waveforms present in a channel. </a:t>
            </a:r>
            <a:endParaRPr/>
          </a:p>
          <a:p>
            <a:pPr indent="-285750" lvl="0" marL="285750" rtl="0" algn="l">
              <a:lnSpc>
                <a:spcPct val="100000"/>
              </a:lnSpc>
              <a:spcBef>
                <a:spcPts val="0"/>
              </a:spcBef>
              <a:spcAft>
                <a:spcPts val="0"/>
              </a:spcAft>
              <a:buSzPts val="1100"/>
              <a:buFont typeface="Arial"/>
              <a:buChar char="•"/>
            </a:pPr>
            <a:r>
              <a:rPr b="0" i="0" lang="en-US" sz="1600" u="none" strike="noStrike">
                <a:latin typeface="Nunito"/>
                <a:ea typeface="Nunito"/>
                <a:cs typeface="Nunito"/>
                <a:sym typeface="Nunito"/>
              </a:rPr>
              <a:t>As discussed in Chapter II, the CAF-DFT SCA is desirable because it does not rely on the FFT. </a:t>
            </a:r>
            <a:endParaRPr/>
          </a:p>
          <a:p>
            <a:pPr indent="-285750" lvl="0" marL="285750" rtl="0" algn="l">
              <a:lnSpc>
                <a:spcPct val="100000"/>
              </a:lnSpc>
              <a:spcBef>
                <a:spcPts val="0"/>
              </a:spcBef>
              <a:spcAft>
                <a:spcPts val="0"/>
              </a:spcAft>
              <a:buSzPts val="1100"/>
              <a:buFont typeface="Arial"/>
              <a:buChar char="•"/>
            </a:pPr>
            <a:r>
              <a:rPr b="0" i="0" lang="en-US" sz="1600" u="none" strike="noStrike">
                <a:latin typeface="Nunito"/>
                <a:ea typeface="Nunito"/>
                <a:cs typeface="Nunito"/>
                <a:sym typeface="Nunito"/>
              </a:rPr>
              <a:t>In order to create a design that will t onto a CubeSat CR, we will alter the CAF-DFT such that it:</a:t>
            </a:r>
            <a:endParaRPr/>
          </a:p>
          <a:p>
            <a:pPr indent="-215900" lvl="0" marL="285750" rtl="0" algn="l">
              <a:lnSpc>
                <a:spcPct val="100000"/>
              </a:lnSpc>
              <a:spcBef>
                <a:spcPts val="0"/>
              </a:spcBef>
              <a:spcAft>
                <a:spcPts val="0"/>
              </a:spcAft>
              <a:buSzPts val="1100"/>
              <a:buFont typeface="Arial"/>
              <a:buNone/>
            </a:pPr>
            <a:r>
              <a:t/>
            </a:r>
            <a:endParaRPr>
              <a:latin typeface="Nunito"/>
              <a:ea typeface="Nunito"/>
              <a:cs typeface="Nunito"/>
              <a:sym typeface="Nunito"/>
            </a:endParaRPr>
          </a:p>
          <a:p>
            <a:pPr indent="-285750" lvl="0" marL="285750" rtl="0" algn="l">
              <a:lnSpc>
                <a:spcPct val="100000"/>
              </a:lnSpc>
              <a:spcBef>
                <a:spcPts val="0"/>
              </a:spcBef>
              <a:spcAft>
                <a:spcPts val="0"/>
              </a:spcAft>
              <a:buSzPts val="1100"/>
              <a:buFont typeface="Arial"/>
              <a:buChar char="•"/>
            </a:pPr>
            <a:r>
              <a:rPr lang="en-US">
                <a:latin typeface="Nunito"/>
                <a:ea typeface="Nunito"/>
                <a:cs typeface="Nunito"/>
                <a:sym typeface="Nunito"/>
              </a:rPr>
              <a:t>Evaluates only one pipelined (v; k) pair at a time, called a point. </a:t>
            </a:r>
            <a:endParaRPr/>
          </a:p>
          <a:p>
            <a:pPr indent="-285750" lvl="1" marL="742950" rtl="0" algn="l">
              <a:lnSpc>
                <a:spcPct val="100000"/>
              </a:lnSpc>
              <a:spcBef>
                <a:spcPts val="0"/>
              </a:spcBef>
              <a:spcAft>
                <a:spcPts val="0"/>
              </a:spcAft>
              <a:buSzPts val="1100"/>
              <a:buFont typeface="Arial"/>
              <a:buChar char="•"/>
            </a:pPr>
            <a:r>
              <a:rPr lang="en-US">
                <a:latin typeface="Nunito"/>
                <a:ea typeface="Nunito"/>
                <a:cs typeface="Nunito"/>
                <a:sym typeface="Nunito"/>
              </a:rPr>
              <a:t>If our SCA is well designed, branches are reconfigurable such that if extra resources are available on the platform, many instances can be used in parallel.</a:t>
            </a:r>
            <a:endParaRPr/>
          </a:p>
          <a:p>
            <a:pPr indent="0" lvl="0" marL="0" rtl="0" algn="l">
              <a:lnSpc>
                <a:spcPct val="100000"/>
              </a:lnSpc>
              <a:spcBef>
                <a:spcPts val="0"/>
              </a:spcBef>
              <a:spcAft>
                <a:spcPts val="0"/>
              </a:spcAft>
              <a:buSzPts val="1100"/>
              <a:buFont typeface="Arial"/>
              <a:buNone/>
            </a:pPr>
            <a:r>
              <a:t/>
            </a:r>
            <a:endParaRPr>
              <a:latin typeface="Nunito"/>
              <a:ea typeface="Nunito"/>
              <a:cs typeface="Nunito"/>
              <a:sym typeface="Nunito"/>
            </a:endParaRPr>
          </a:p>
          <a:p>
            <a:pPr indent="-285750" lvl="0" marL="285750" rtl="0" algn="l">
              <a:lnSpc>
                <a:spcPct val="100000"/>
              </a:lnSpc>
              <a:spcBef>
                <a:spcPts val="0"/>
              </a:spcBef>
              <a:spcAft>
                <a:spcPts val="0"/>
              </a:spcAft>
              <a:buSzPts val="1100"/>
              <a:buFont typeface="Arial"/>
              <a:buChar char="•"/>
            </a:pPr>
            <a:r>
              <a:rPr lang="en-US">
                <a:latin typeface="Nunito"/>
                <a:ea typeface="Nunito"/>
                <a:cs typeface="Nunito"/>
                <a:sym typeface="Nunito"/>
              </a:rPr>
              <a:t>Utilizes a minimum amount of BRAM. </a:t>
            </a:r>
            <a:endParaRPr/>
          </a:p>
          <a:p>
            <a:pPr indent="-285750" lvl="1" marL="742950" rtl="0" algn="l">
              <a:lnSpc>
                <a:spcPct val="100000"/>
              </a:lnSpc>
              <a:spcBef>
                <a:spcPts val="0"/>
              </a:spcBef>
              <a:spcAft>
                <a:spcPts val="0"/>
              </a:spcAft>
              <a:buSzPts val="1100"/>
              <a:buFont typeface="Arial"/>
              <a:buChar char="•"/>
            </a:pPr>
            <a:r>
              <a:rPr lang="en-US">
                <a:latin typeface="Nunito"/>
                <a:ea typeface="Nunito"/>
                <a:cs typeface="Nunito"/>
                <a:sym typeface="Nunito"/>
              </a:rPr>
              <a:t>The CAF-DFT stores samples from the analog to digital converter (ADC) into BRAM. </a:t>
            </a:r>
            <a:endParaRPr/>
          </a:p>
          <a:p>
            <a:pPr indent="-285750" lvl="1" marL="742950" rtl="0" algn="l">
              <a:lnSpc>
                <a:spcPct val="100000"/>
              </a:lnSpc>
              <a:spcBef>
                <a:spcPts val="0"/>
              </a:spcBef>
              <a:spcAft>
                <a:spcPts val="0"/>
              </a:spcAft>
              <a:buSzPts val="1100"/>
              <a:buFont typeface="Arial"/>
              <a:buChar char="•"/>
            </a:pPr>
            <a:r>
              <a:rPr lang="en-US">
                <a:latin typeface="Nunito"/>
                <a:ea typeface="Nunito"/>
                <a:cs typeface="Nunito"/>
                <a:sym typeface="Nunito"/>
              </a:rPr>
              <a:t>This is done to ensure every evaluation of a (v; k) pair is consistent when processed. </a:t>
            </a:r>
            <a:endParaRPr/>
          </a:p>
          <a:p>
            <a:pPr indent="-285750" lvl="1" marL="742950" rtl="0" algn="l">
              <a:lnSpc>
                <a:spcPct val="100000"/>
              </a:lnSpc>
              <a:spcBef>
                <a:spcPts val="0"/>
              </a:spcBef>
              <a:spcAft>
                <a:spcPts val="0"/>
              </a:spcAft>
              <a:buSzPts val="1100"/>
              <a:buFont typeface="Arial"/>
              <a:buChar char="•"/>
            </a:pPr>
            <a:r>
              <a:rPr lang="en-US">
                <a:latin typeface="Nunito"/>
                <a:ea typeface="Nunito"/>
                <a:cs typeface="Nunito"/>
                <a:sym typeface="Nunito"/>
              </a:rPr>
              <a:t>For this design, we continuously acquire data directly from the ADC. </a:t>
            </a:r>
            <a:endParaRPr/>
          </a:p>
          <a:p>
            <a:pPr indent="-285750" lvl="1" marL="742950" rtl="0" algn="l">
              <a:lnSpc>
                <a:spcPct val="100000"/>
              </a:lnSpc>
              <a:spcBef>
                <a:spcPts val="0"/>
              </a:spcBef>
              <a:spcAft>
                <a:spcPts val="0"/>
              </a:spcAft>
              <a:buSzPts val="1100"/>
              <a:buFont typeface="Arial"/>
              <a:buChar char="•"/>
            </a:pPr>
            <a:r>
              <a:rPr lang="en-US">
                <a:latin typeface="Nunito"/>
                <a:ea typeface="Nunito"/>
                <a:cs typeface="Nunito"/>
                <a:sym typeface="Nunito"/>
              </a:rPr>
              <a:t>Sample-by-sample acquisition risks inconsistency from one (v; k) to another, but if a signal is reasonably stable, this offers a massive savings of our CRs resources.</a:t>
            </a:r>
            <a:endParaRPr/>
          </a:p>
          <a:p>
            <a:pPr indent="0" lvl="0" marL="0" rtl="0" algn="l">
              <a:lnSpc>
                <a:spcPct val="100000"/>
              </a:lnSpc>
              <a:spcBef>
                <a:spcPts val="0"/>
              </a:spcBef>
              <a:spcAft>
                <a:spcPts val="0"/>
              </a:spcAft>
              <a:buSzPts val="1100"/>
              <a:buFont typeface="Arial"/>
              <a:buNone/>
            </a:pPr>
            <a:r>
              <a:t/>
            </a:r>
            <a:endParaRPr>
              <a:latin typeface="Nunito"/>
              <a:ea typeface="Nunito"/>
              <a:cs typeface="Nunito"/>
              <a:sym typeface="Nunito"/>
            </a:endParaRPr>
          </a:p>
          <a:p>
            <a:pPr indent="-285750" lvl="0" marL="285750" rtl="0" algn="l">
              <a:lnSpc>
                <a:spcPct val="100000"/>
              </a:lnSpc>
              <a:spcBef>
                <a:spcPts val="0"/>
              </a:spcBef>
              <a:spcAft>
                <a:spcPts val="0"/>
              </a:spcAft>
              <a:buSzPts val="1100"/>
              <a:buFont typeface="Arial"/>
              <a:buChar char="•"/>
            </a:pPr>
            <a:r>
              <a:rPr lang="en-US">
                <a:latin typeface="Nunito"/>
                <a:ea typeface="Nunito"/>
                <a:cs typeface="Nunito"/>
                <a:sym typeface="Nunito"/>
              </a:rPr>
              <a:t>Is designed for FPGA use. </a:t>
            </a:r>
            <a:endParaRPr/>
          </a:p>
          <a:p>
            <a:pPr indent="-285750" lvl="1" marL="742950" rtl="0" algn="l">
              <a:lnSpc>
                <a:spcPct val="100000"/>
              </a:lnSpc>
              <a:spcBef>
                <a:spcPts val="0"/>
              </a:spcBef>
              <a:spcAft>
                <a:spcPts val="0"/>
              </a:spcAft>
              <a:buSzPts val="1100"/>
              <a:buFont typeface="Arial"/>
              <a:buChar char="•"/>
            </a:pPr>
            <a:r>
              <a:rPr lang="en-US">
                <a:latin typeface="Nunito"/>
                <a:ea typeface="Nunito"/>
                <a:cs typeface="Nunito"/>
                <a:sym typeface="Nunito"/>
              </a:rPr>
              <a:t>FPGAs offer greater SWaP efficiency, higher determinism and are more resilient in space environments.</a:t>
            </a:r>
            <a:endParaRPr/>
          </a:p>
          <a:p>
            <a:pPr indent="-215900" lvl="0" marL="285750" rtl="0" algn="l">
              <a:lnSpc>
                <a:spcPct val="100000"/>
              </a:lnSpc>
              <a:spcBef>
                <a:spcPts val="0"/>
              </a:spcBef>
              <a:spcAft>
                <a:spcPts val="0"/>
              </a:spcAft>
              <a:buSzPts val="1100"/>
              <a:buFont typeface="Arial"/>
              <a:buNone/>
            </a:pPr>
            <a:r>
              <a:t/>
            </a:r>
            <a:endParaRPr>
              <a:latin typeface="Nunito"/>
              <a:ea typeface="Nunito"/>
              <a:cs typeface="Nunito"/>
              <a:sym typeface="Nunito"/>
            </a:endParaRPr>
          </a:p>
          <a:p>
            <a:pPr indent="-285750" lvl="0" marL="285750" rtl="0" algn="l">
              <a:lnSpc>
                <a:spcPct val="100000"/>
              </a:lnSpc>
              <a:spcBef>
                <a:spcPts val="0"/>
              </a:spcBef>
              <a:spcAft>
                <a:spcPts val="0"/>
              </a:spcAft>
              <a:buSzPts val="1100"/>
              <a:buFont typeface="Arial"/>
              <a:buChar char="•"/>
            </a:pPr>
            <a:r>
              <a:rPr lang="en-US">
                <a:latin typeface="Nunito"/>
                <a:ea typeface="Nunito"/>
                <a:cs typeface="Nunito"/>
                <a:sym typeface="Nunito"/>
              </a:rPr>
              <a:t>Does not evaluate the trivial case of v = 0, which is the spectral density of the conventional AF.</a:t>
            </a:r>
            <a:endParaRPr/>
          </a:p>
          <a:p>
            <a:pPr indent="-215900" lvl="0" marL="285750" rtl="0" algn="l">
              <a:lnSpc>
                <a:spcPct val="100000"/>
              </a:lnSpc>
              <a:spcBef>
                <a:spcPts val="0"/>
              </a:spcBef>
              <a:spcAft>
                <a:spcPts val="0"/>
              </a:spcAft>
              <a:buSzPts val="1100"/>
              <a:buFont typeface="Arial"/>
              <a:buNone/>
            </a:pPr>
            <a:r>
              <a:t/>
            </a:r>
            <a:endParaRPr>
              <a:latin typeface="Nunito"/>
              <a:ea typeface="Nunito"/>
              <a:cs typeface="Nunito"/>
              <a:sym typeface="Nunito"/>
            </a:endParaRPr>
          </a:p>
          <a:p>
            <a:pPr indent="-285750" lvl="0" marL="285750" rtl="0" algn="l">
              <a:lnSpc>
                <a:spcPct val="100000"/>
              </a:lnSpc>
              <a:spcBef>
                <a:spcPts val="0"/>
              </a:spcBef>
              <a:spcAft>
                <a:spcPts val="0"/>
              </a:spcAft>
              <a:buSzPts val="1100"/>
              <a:buFont typeface="Arial"/>
              <a:buChar char="•"/>
            </a:pPr>
            <a:r>
              <a:rPr lang="en-US">
                <a:latin typeface="Nunito"/>
                <a:ea typeface="Nunito"/>
                <a:cs typeface="Nunito"/>
                <a:sym typeface="Nunito"/>
              </a:rPr>
              <a:t>Uses a fixed lowpass-filter (LPF) width of 2, corresponding to taps [0:5; 0:5].</a:t>
            </a:r>
            <a:endParaRPr/>
          </a:p>
          <a:p>
            <a:pPr indent="-285750" lvl="1" marL="742950" rtl="0" algn="l">
              <a:lnSpc>
                <a:spcPct val="100000"/>
              </a:lnSpc>
              <a:spcBef>
                <a:spcPts val="0"/>
              </a:spcBef>
              <a:spcAft>
                <a:spcPts val="0"/>
              </a:spcAft>
              <a:buSzPts val="1100"/>
              <a:buFont typeface="Arial"/>
              <a:buChar char="•"/>
            </a:pPr>
            <a:r>
              <a:rPr lang="en-US">
                <a:latin typeface="Nunito"/>
                <a:ea typeface="Nunito"/>
                <a:cs typeface="Nunito"/>
                <a:sym typeface="Nunito"/>
              </a:rPr>
              <a:t>The CAF-DFT utilizes a filter that dynamically changes with v. </a:t>
            </a:r>
            <a:endParaRPr/>
          </a:p>
          <a:p>
            <a:pPr indent="-285750" lvl="1" marL="742950" rtl="0" algn="l">
              <a:lnSpc>
                <a:spcPct val="100000"/>
              </a:lnSpc>
              <a:spcBef>
                <a:spcPts val="0"/>
              </a:spcBef>
              <a:spcAft>
                <a:spcPts val="0"/>
              </a:spcAft>
              <a:buSzPts val="1100"/>
              <a:buFont typeface="Arial"/>
              <a:buChar char="•"/>
            </a:pPr>
            <a:r>
              <a:rPr lang="en-US">
                <a:latin typeface="Nunito"/>
                <a:ea typeface="Nunito"/>
                <a:cs typeface="Nunito"/>
                <a:sym typeface="Nunito"/>
              </a:rPr>
              <a:t>On an FPGA, this overhead is expensive, and therefore only 2 taps are used for the streaming-SCA.</a:t>
            </a:r>
            <a:endParaRPr/>
          </a:p>
          <a:p>
            <a:pPr indent="-228600" lvl="0" marL="457200" rtl="0" algn="l">
              <a:lnSpc>
                <a:spcPct val="100000"/>
              </a:lnSpc>
              <a:spcBef>
                <a:spcPts val="0"/>
              </a:spcBef>
              <a:spcAft>
                <a:spcPts val="0"/>
              </a:spcAft>
              <a:buSzPts val="1100"/>
              <a:buNone/>
            </a:pPr>
            <a:r>
              <a:t/>
            </a:r>
            <a:endParaRPr>
              <a:latin typeface="Nunito"/>
              <a:ea typeface="Nunito"/>
              <a:cs typeface="Nunito"/>
              <a:sym typeface="Nunito"/>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9" name="Shape 1689"/>
        <p:cNvGrpSpPr/>
        <p:nvPr/>
      </p:nvGrpSpPr>
      <p:grpSpPr>
        <a:xfrm>
          <a:off x="0" y="0"/>
          <a:ext cx="0" cy="0"/>
          <a:chOff x="0" y="0"/>
          <a:chExt cx="0" cy="0"/>
        </a:xfrm>
      </p:grpSpPr>
      <p:sp>
        <p:nvSpPr>
          <p:cNvPr id="1690" name="Google Shape;1690;p2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91" name="Google Shape;1691;p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85750" lvl="0" marL="285750" rtl="0" algn="l">
              <a:lnSpc>
                <a:spcPct val="100000"/>
              </a:lnSpc>
              <a:spcBef>
                <a:spcPts val="0"/>
              </a:spcBef>
              <a:spcAft>
                <a:spcPts val="0"/>
              </a:spcAft>
              <a:buSzPts val="1100"/>
              <a:buFont typeface="Arial"/>
              <a:buChar char="•"/>
            </a:pPr>
            <a:r>
              <a:rPr b="0" i="0" lang="en-US" sz="1600" u="none" strike="noStrike">
                <a:latin typeface="Nunito"/>
                <a:ea typeface="Nunito"/>
                <a:cs typeface="Nunito"/>
                <a:sym typeface="Nunito"/>
              </a:rPr>
              <a:t>In exchange for this low-memory utilization, the processing time is increased. </a:t>
            </a:r>
            <a:endParaRPr/>
          </a:p>
          <a:p>
            <a:pPr indent="-285750" lvl="0" marL="285750" rtl="0" algn="l">
              <a:lnSpc>
                <a:spcPct val="100000"/>
              </a:lnSpc>
              <a:spcBef>
                <a:spcPts val="0"/>
              </a:spcBef>
              <a:spcAft>
                <a:spcPts val="0"/>
              </a:spcAft>
              <a:buSzPts val="1100"/>
              <a:buFont typeface="Arial"/>
              <a:buChar char="•"/>
            </a:pPr>
            <a:r>
              <a:rPr b="0" i="0" lang="en-US" sz="1600" u="none" strike="noStrike">
                <a:latin typeface="Nunito"/>
                <a:ea typeface="Nunito"/>
                <a:cs typeface="Nunito"/>
                <a:sym typeface="Nunito"/>
              </a:rPr>
              <a:t>This amounts to a design trade-- parameters are determined depending on the SU's allotted time to move away from the PU. </a:t>
            </a:r>
            <a:endParaRPr>
              <a:latin typeface="Nunito"/>
              <a:ea typeface="Nunito"/>
              <a:cs typeface="Nunito"/>
              <a:sym typeface="Nunito"/>
            </a:endParaRPr>
          </a:p>
          <a:p>
            <a:pPr indent="-171450" lvl="0" marL="171450" rtl="0" algn="l">
              <a:lnSpc>
                <a:spcPct val="100000"/>
              </a:lnSpc>
              <a:spcBef>
                <a:spcPts val="0"/>
              </a:spcBef>
              <a:spcAft>
                <a:spcPts val="0"/>
              </a:spcAft>
              <a:buSzPts val="1100"/>
              <a:buFont typeface="Arial"/>
              <a:buChar char="•"/>
            </a:pPr>
            <a:r>
              <a:rPr lang="en-US">
                <a:latin typeface="Nunito"/>
                <a:ea typeface="Nunito"/>
                <a:cs typeface="Nunito"/>
                <a:sym typeface="Nunito"/>
              </a:rPr>
              <a:t>   Plot shown is the CSD produced by using a MATLAB simulation of our streaming-SCA</a:t>
            </a:r>
            <a:endParaRPr/>
          </a:p>
          <a:p>
            <a:pPr indent="-101600" lvl="0" marL="171450" rtl="0" algn="l">
              <a:lnSpc>
                <a:spcPct val="100000"/>
              </a:lnSpc>
              <a:spcBef>
                <a:spcPts val="0"/>
              </a:spcBef>
              <a:spcAft>
                <a:spcPts val="0"/>
              </a:spcAft>
              <a:buSzPts val="1100"/>
              <a:buFont typeface="Arial"/>
              <a:buNone/>
            </a:pPr>
            <a:r>
              <a:t/>
            </a:r>
            <a:endParaRPr>
              <a:latin typeface="Nunito"/>
              <a:ea typeface="Nunito"/>
              <a:cs typeface="Nunito"/>
              <a:sym typeface="Nunito"/>
            </a:endParaRPr>
          </a:p>
          <a:p>
            <a:pPr indent="-171450" lvl="0" marL="171450" rtl="0" algn="l">
              <a:lnSpc>
                <a:spcPct val="100000"/>
              </a:lnSpc>
              <a:spcBef>
                <a:spcPts val="0"/>
              </a:spcBef>
              <a:spcAft>
                <a:spcPts val="0"/>
              </a:spcAft>
              <a:buSzPts val="1100"/>
              <a:buFont typeface="Arial"/>
              <a:buChar char="•"/>
            </a:pPr>
            <a:r>
              <a:rPr lang="en-US">
                <a:latin typeface="Nunito"/>
                <a:ea typeface="Nunito"/>
                <a:cs typeface="Nunito"/>
                <a:sym typeface="Nunito"/>
              </a:rPr>
              <a:t>Next, we will describe the implement of the streaming-SCA as a digital circuit, by walking through each component and its subcomponents. </a:t>
            </a:r>
            <a:endParaRPr/>
          </a:p>
          <a:p>
            <a:pPr indent="-171450" lvl="0" marL="171450" rtl="0" algn="l">
              <a:lnSpc>
                <a:spcPct val="100000"/>
              </a:lnSpc>
              <a:spcBef>
                <a:spcPts val="0"/>
              </a:spcBef>
              <a:spcAft>
                <a:spcPts val="0"/>
              </a:spcAft>
              <a:buSzPts val="1100"/>
              <a:buFont typeface="Arial"/>
              <a:buChar char="•"/>
            </a:pPr>
            <a:r>
              <a:rPr lang="en-US">
                <a:latin typeface="Nunito"/>
                <a:ea typeface="Nunito"/>
                <a:cs typeface="Nunito"/>
                <a:sym typeface="Nunito"/>
              </a:rPr>
              <a:t>This design uses no third-party intellectual property, which improves platform portability, reconfigurability, transparency of operation, and troubleshooting. </a:t>
            </a:r>
            <a:endParaRPr/>
          </a:p>
          <a:p>
            <a:pPr indent="-171450" lvl="0" marL="171450" rtl="0" algn="l">
              <a:lnSpc>
                <a:spcPct val="100000"/>
              </a:lnSpc>
              <a:spcBef>
                <a:spcPts val="0"/>
              </a:spcBef>
              <a:spcAft>
                <a:spcPts val="0"/>
              </a:spcAft>
              <a:buSzPts val="1100"/>
              <a:buFont typeface="Arial"/>
              <a:buChar char="•"/>
            </a:pPr>
            <a:r>
              <a:rPr lang="en-US">
                <a:latin typeface="Nunito"/>
                <a:ea typeface="Nunito"/>
                <a:cs typeface="Nunito"/>
                <a:sym typeface="Nunito"/>
              </a:rPr>
              <a:t>There are minor references to VHDL functions, such as resize(), however, this chapter is intended to be language agnostic.</a:t>
            </a:r>
            <a:endParaRPr/>
          </a:p>
          <a:p>
            <a:pPr indent="-228600" lvl="0" marL="457200" rtl="0" algn="l">
              <a:lnSpc>
                <a:spcPct val="100000"/>
              </a:lnSpc>
              <a:spcBef>
                <a:spcPts val="0"/>
              </a:spcBef>
              <a:spcAft>
                <a:spcPts val="0"/>
              </a:spcAft>
              <a:buSzPts val="1100"/>
              <a:buNone/>
            </a:pPr>
            <a:r>
              <a:t/>
            </a:r>
            <a:endParaRPr>
              <a:latin typeface="Nunito"/>
              <a:ea typeface="Nunito"/>
              <a:cs typeface="Nunito"/>
              <a:sym typeface="Nunito"/>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6" name="Shape 1696"/>
        <p:cNvGrpSpPr/>
        <p:nvPr/>
      </p:nvGrpSpPr>
      <p:grpSpPr>
        <a:xfrm>
          <a:off x="0" y="0"/>
          <a:ext cx="0" cy="0"/>
          <a:chOff x="0" y="0"/>
          <a:chExt cx="0" cy="0"/>
        </a:xfrm>
      </p:grpSpPr>
      <p:sp>
        <p:nvSpPr>
          <p:cNvPr id="1697" name="Google Shape;1697;p2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98" name="Google Shape;1698;p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85750" lvl="0" marL="285750" rtl="0" algn="l">
              <a:lnSpc>
                <a:spcPct val="100000"/>
              </a:lnSpc>
              <a:spcBef>
                <a:spcPts val="0"/>
              </a:spcBef>
              <a:spcAft>
                <a:spcPts val="0"/>
              </a:spcAft>
              <a:buSzPts val="1100"/>
              <a:buFont typeface="Arial"/>
              <a:buChar char="•"/>
            </a:pPr>
            <a:r>
              <a:rPr b="0" i="0" lang="en-US" sz="1100" u="none" strike="noStrike">
                <a:latin typeface="Nunito"/>
                <a:ea typeface="Nunito"/>
                <a:cs typeface="Nunito"/>
                <a:sym typeface="Nunito"/>
              </a:rPr>
              <a:t>The purpose of the center frequency estimator (CFE) is to produce a CSD estimate for each SR, CF candidate. </a:t>
            </a:r>
            <a:endParaRPr/>
          </a:p>
          <a:p>
            <a:pPr indent="-285750" lvl="0" marL="285750" rtl="0" algn="l">
              <a:lnSpc>
                <a:spcPct val="100000"/>
              </a:lnSpc>
              <a:spcBef>
                <a:spcPts val="0"/>
              </a:spcBef>
              <a:spcAft>
                <a:spcPts val="0"/>
              </a:spcAft>
              <a:buSzPts val="1100"/>
              <a:buFont typeface="Arial"/>
              <a:buChar char="•"/>
            </a:pPr>
            <a:r>
              <a:rPr b="0" i="0" lang="en-US" sz="1100" u="none" strike="noStrike">
                <a:latin typeface="Nunito"/>
                <a:ea typeface="Nunito"/>
                <a:cs typeface="Nunito"/>
                <a:sym typeface="Nunito"/>
              </a:rPr>
              <a:t>This module produces the estimate of a (v; k) pair, which maps to some (Rs; fc). </a:t>
            </a:r>
            <a:endParaRPr/>
          </a:p>
          <a:p>
            <a:pPr indent="-285750" lvl="0" marL="285750" rtl="0" algn="l">
              <a:lnSpc>
                <a:spcPct val="100000"/>
              </a:lnSpc>
              <a:spcBef>
                <a:spcPts val="0"/>
              </a:spcBef>
              <a:spcAft>
                <a:spcPts val="0"/>
              </a:spcAft>
              <a:buSzPts val="1100"/>
              <a:buFont typeface="Arial"/>
              <a:buChar char="•"/>
            </a:pPr>
            <a:r>
              <a:rPr b="0" i="0" lang="en-US" sz="1100" u="none" strike="noStrike">
                <a:latin typeface="Nunito"/>
                <a:ea typeface="Nunito"/>
                <a:cs typeface="Nunito"/>
                <a:sym typeface="Nunito"/>
              </a:rPr>
              <a:t>Mathematically, this module corresponds to Equation (17), rewritten here, for some X; v; k; n;</a:t>
            </a:r>
            <a:endParaRPr/>
          </a:p>
          <a:p>
            <a:pPr indent="-285750" lvl="0" marL="285750" rtl="0" algn="l">
              <a:lnSpc>
                <a:spcPct val="100000"/>
              </a:lnSpc>
              <a:spcBef>
                <a:spcPts val="0"/>
              </a:spcBef>
              <a:spcAft>
                <a:spcPts val="0"/>
              </a:spcAft>
              <a:buSzPts val="1100"/>
              <a:buFont typeface="Arial"/>
              <a:buChar char="•"/>
            </a:pPr>
            <a:r>
              <a:rPr b="0" i="0" lang="en-US" sz="1100" u="none" strike="noStrike">
                <a:latin typeface="Nunito"/>
                <a:ea typeface="Nunito"/>
                <a:cs typeface="Nunito"/>
                <a:sym typeface="Nunito"/>
              </a:rPr>
              <a:t>The magnitude square can be taken to produce the sufficient statistic</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3" name="Shape 1703"/>
        <p:cNvGrpSpPr/>
        <p:nvPr/>
      </p:nvGrpSpPr>
      <p:grpSpPr>
        <a:xfrm>
          <a:off x="0" y="0"/>
          <a:ext cx="0" cy="0"/>
          <a:chOff x="0" y="0"/>
          <a:chExt cx="0" cy="0"/>
        </a:xfrm>
      </p:grpSpPr>
      <p:sp>
        <p:nvSpPr>
          <p:cNvPr id="1704" name="Google Shape;1704;p3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05" name="Google Shape;1705;p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85750" lvl="0" marL="285750" rtl="0" algn="l">
              <a:lnSpc>
                <a:spcPct val="100000"/>
              </a:lnSpc>
              <a:spcBef>
                <a:spcPts val="0"/>
              </a:spcBef>
              <a:spcAft>
                <a:spcPts val="0"/>
              </a:spcAft>
              <a:buSzPts val="1100"/>
              <a:buFont typeface="Arial"/>
              <a:buChar char="•"/>
            </a:pPr>
            <a:r>
              <a:rPr b="0" i="0" lang="en-US" sz="1100" u="none" strike="noStrike">
                <a:latin typeface="Nunito"/>
                <a:ea typeface="Nunito"/>
                <a:cs typeface="Nunito"/>
                <a:sym typeface="Nunito"/>
              </a:rPr>
              <a:t>This module is an implementation of the CAF, but for tau = 0;</a:t>
            </a:r>
            <a:endParaRPr/>
          </a:p>
          <a:p>
            <a:pPr indent="-228600" lvl="0" marL="457200" rtl="0" algn="l">
              <a:lnSpc>
                <a:spcPct val="100000"/>
              </a:lnSpc>
              <a:spcBef>
                <a:spcPts val="0"/>
              </a:spcBef>
              <a:spcAft>
                <a:spcPts val="0"/>
              </a:spcAft>
              <a:buSzPts val="1100"/>
              <a:buNone/>
            </a:pPr>
            <a:r>
              <a:t/>
            </a:r>
            <a:endParaRPr b="0" i="0" sz="1100" u="none" strike="noStrike">
              <a:latin typeface="Nunito"/>
              <a:ea typeface="Nunito"/>
              <a:cs typeface="Nunito"/>
              <a:sym typeface="Nunito"/>
            </a:endParaRPr>
          </a:p>
          <a:p>
            <a:pPr indent="-228600" lvl="0" marL="457200" rtl="0" algn="l">
              <a:lnSpc>
                <a:spcPct val="100000"/>
              </a:lnSpc>
              <a:spcBef>
                <a:spcPts val="0"/>
              </a:spcBef>
              <a:spcAft>
                <a:spcPts val="0"/>
              </a:spcAft>
              <a:buSzPts val="1100"/>
              <a:buNone/>
            </a:pPr>
            <a:r>
              <a:t/>
            </a:r>
            <a:endParaRPr>
              <a:latin typeface="Nunito"/>
              <a:ea typeface="Nunito"/>
              <a:cs typeface="Nunito"/>
              <a:sym typeface="Nunito"/>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0" name="Shape 1710"/>
        <p:cNvGrpSpPr/>
        <p:nvPr/>
      </p:nvGrpSpPr>
      <p:grpSpPr>
        <a:xfrm>
          <a:off x="0" y="0"/>
          <a:ext cx="0" cy="0"/>
          <a:chOff x="0" y="0"/>
          <a:chExt cx="0" cy="0"/>
        </a:xfrm>
      </p:grpSpPr>
      <p:sp>
        <p:nvSpPr>
          <p:cNvPr id="1711" name="Google Shape;1711;p3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12" name="Google Shape;1712;p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85750" lvl="0" marL="285750" rtl="0" algn="l">
              <a:lnSpc>
                <a:spcPct val="100000"/>
              </a:lnSpc>
              <a:spcBef>
                <a:spcPts val="0"/>
              </a:spcBef>
              <a:spcAft>
                <a:spcPts val="0"/>
              </a:spcAft>
              <a:buSzPts val="1100"/>
              <a:buFont typeface="Arial"/>
              <a:buChar char="•"/>
            </a:pPr>
            <a:r>
              <a:rPr b="0" i="0" lang="en-US" sz="1100" u="none" strike="noStrike">
                <a:latin typeface="Nunito"/>
                <a:ea typeface="Nunito"/>
                <a:cs typeface="Nunito"/>
                <a:sym typeface="Nunito"/>
              </a:rPr>
              <a:t>This module serves as a special case of the AF for tau=0.</a:t>
            </a:r>
            <a:endParaRPr/>
          </a:p>
          <a:p>
            <a:pPr indent="-285750" lvl="0" marL="285750" rtl="0" algn="l">
              <a:lnSpc>
                <a:spcPct val="100000"/>
              </a:lnSpc>
              <a:spcBef>
                <a:spcPts val="0"/>
              </a:spcBef>
              <a:spcAft>
                <a:spcPts val="0"/>
              </a:spcAft>
              <a:buSzPts val="1100"/>
              <a:buFont typeface="Arial"/>
              <a:buChar char="•"/>
            </a:pPr>
            <a:r>
              <a:rPr b="0" i="0" lang="en-US" sz="1100" u="none" strike="noStrike">
                <a:latin typeface="Nunito"/>
                <a:ea typeface="Nunito"/>
                <a:cs typeface="Nunito"/>
                <a:sym typeface="Nunito"/>
              </a:rPr>
              <a:t>This special case is equivalent to one index of Parseval's theorem, which is expressed as the magnitude squared. </a:t>
            </a:r>
            <a:endParaRPr/>
          </a:p>
          <a:p>
            <a:pPr indent="-285750" lvl="0" marL="285750" rtl="0" algn="l">
              <a:lnSpc>
                <a:spcPct val="100000"/>
              </a:lnSpc>
              <a:spcBef>
                <a:spcPts val="0"/>
              </a:spcBef>
              <a:spcAft>
                <a:spcPts val="0"/>
              </a:spcAft>
              <a:buSzPts val="1100"/>
              <a:buFont typeface="Arial"/>
              <a:buChar char="•"/>
            </a:pPr>
            <a:r>
              <a:rPr b="0" i="0" lang="en-US" sz="1100" u="none" strike="noStrike">
                <a:latin typeface="Nunito"/>
                <a:ea typeface="Nunito"/>
                <a:cs typeface="Nunito"/>
                <a:sym typeface="Nunito"/>
              </a:rPr>
              <a:t>This is mathematically expressed as:</a:t>
            </a:r>
            <a:endParaRPr/>
          </a:p>
          <a:p>
            <a:pPr indent="-228600" lvl="0" marL="457200" rtl="0" algn="l">
              <a:lnSpc>
                <a:spcPct val="100000"/>
              </a:lnSpc>
              <a:spcBef>
                <a:spcPts val="0"/>
              </a:spcBef>
              <a:spcAft>
                <a:spcPts val="0"/>
              </a:spcAft>
              <a:buSzPts val="1100"/>
              <a:buNone/>
            </a:pPr>
            <a:r>
              <a:t/>
            </a:r>
            <a:endParaRPr>
              <a:latin typeface="Nunito"/>
              <a:ea typeface="Nunito"/>
              <a:cs typeface="Nunito"/>
              <a:sym typeface="Nunito"/>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7" name="Shape 1717"/>
        <p:cNvGrpSpPr/>
        <p:nvPr/>
      </p:nvGrpSpPr>
      <p:grpSpPr>
        <a:xfrm>
          <a:off x="0" y="0"/>
          <a:ext cx="0" cy="0"/>
          <a:chOff x="0" y="0"/>
          <a:chExt cx="0" cy="0"/>
        </a:xfrm>
      </p:grpSpPr>
      <p:sp>
        <p:nvSpPr>
          <p:cNvPr id="1718" name="Google Shape;1718;p3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19" name="Google Shape;1719;p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85750" lvl="0" marL="285750" rtl="0" algn="l">
              <a:lnSpc>
                <a:spcPct val="100000"/>
              </a:lnSpc>
              <a:spcBef>
                <a:spcPts val="0"/>
              </a:spcBef>
              <a:spcAft>
                <a:spcPts val="0"/>
              </a:spcAft>
              <a:buSzPts val="1100"/>
              <a:buFont typeface="Arial"/>
              <a:buChar char="•"/>
            </a:pPr>
            <a:r>
              <a:rPr b="0" i="0" lang="en-US" sz="1100" u="none" strike="noStrike">
                <a:latin typeface="Nunito"/>
                <a:ea typeface="Nunito"/>
                <a:cs typeface="Nunito"/>
                <a:sym typeface="Nunito"/>
              </a:rPr>
              <a:t>The DFT is used to perform frequency-domain analysis of discrete-time signals.</a:t>
            </a:r>
            <a:endParaRPr/>
          </a:p>
          <a:p>
            <a:pPr indent="-285750" lvl="0" marL="285750" rtl="0" algn="l">
              <a:lnSpc>
                <a:spcPct val="100000"/>
              </a:lnSpc>
              <a:spcBef>
                <a:spcPts val="0"/>
              </a:spcBef>
              <a:spcAft>
                <a:spcPts val="0"/>
              </a:spcAft>
              <a:buSzPts val="1100"/>
              <a:buFont typeface="Arial"/>
              <a:buChar char="•"/>
            </a:pPr>
            <a:r>
              <a:rPr b="0" i="0" lang="en-US" sz="1100" u="none" strike="noStrike">
                <a:latin typeface="Nunito"/>
                <a:ea typeface="Nunito"/>
                <a:cs typeface="Nunito"/>
                <a:sym typeface="Nunito"/>
              </a:rPr>
              <a:t>For this implementation, the below expression is evaluated for one k at a time, as opposed to the FFT, which calculates all values of k simultaneously. </a:t>
            </a:r>
            <a:endParaRPr/>
          </a:p>
          <a:p>
            <a:pPr indent="-285750" lvl="0" marL="285750" rtl="0" algn="l">
              <a:lnSpc>
                <a:spcPct val="100000"/>
              </a:lnSpc>
              <a:spcBef>
                <a:spcPts val="0"/>
              </a:spcBef>
              <a:spcAft>
                <a:spcPts val="0"/>
              </a:spcAft>
              <a:buSzPts val="1100"/>
              <a:buFont typeface="Arial"/>
              <a:buChar char="•"/>
            </a:pPr>
            <a:r>
              <a:rPr b="0" i="0" lang="en-US" sz="1100" u="none" strike="noStrike">
                <a:latin typeface="Nunito"/>
                <a:ea typeface="Nunito"/>
                <a:cs typeface="Nunito"/>
                <a:sym typeface="Nunito"/>
              </a:rPr>
              <a:t>The DFT of X[n] is expressed mathematically as:</a:t>
            </a:r>
            <a:endParaRPr/>
          </a:p>
          <a:p>
            <a:pPr indent="-228600" lvl="0" marL="457200" rtl="0" algn="l">
              <a:lnSpc>
                <a:spcPct val="100000"/>
              </a:lnSpc>
              <a:spcBef>
                <a:spcPts val="0"/>
              </a:spcBef>
              <a:spcAft>
                <a:spcPts val="0"/>
              </a:spcAft>
              <a:buSzPts val="1100"/>
              <a:buNone/>
            </a:pPr>
            <a:r>
              <a:t/>
            </a:r>
            <a:endParaRPr>
              <a:latin typeface="Nunito"/>
              <a:ea typeface="Nunito"/>
              <a:cs typeface="Nunito"/>
              <a:sym typeface="Nunito"/>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4" name="Shape 1724"/>
        <p:cNvGrpSpPr/>
        <p:nvPr/>
      </p:nvGrpSpPr>
      <p:grpSpPr>
        <a:xfrm>
          <a:off x="0" y="0"/>
          <a:ext cx="0" cy="0"/>
          <a:chOff x="0" y="0"/>
          <a:chExt cx="0" cy="0"/>
        </a:xfrm>
      </p:grpSpPr>
      <p:sp>
        <p:nvSpPr>
          <p:cNvPr id="1725" name="Google Shape;1725;p3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26" name="Google Shape;1726;p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85750" lvl="0" marL="285750" rtl="0" algn="l">
              <a:lnSpc>
                <a:spcPct val="100000"/>
              </a:lnSpc>
              <a:spcBef>
                <a:spcPts val="0"/>
              </a:spcBef>
              <a:spcAft>
                <a:spcPts val="0"/>
              </a:spcAft>
              <a:buSzPts val="1100"/>
              <a:buFont typeface="Arial"/>
              <a:buChar char="•"/>
            </a:pPr>
            <a:r>
              <a:rPr b="0" i="0" lang="en-US" sz="1100" u="none" strike="noStrike">
                <a:latin typeface="Nunito"/>
                <a:ea typeface="Nunito"/>
                <a:cs typeface="Nunito"/>
                <a:sym typeface="Nunito"/>
              </a:rPr>
              <a:t>A heterodyne is a signal frequency that is produced by mixing the frequencies of two signals. </a:t>
            </a:r>
            <a:endParaRPr/>
          </a:p>
          <a:p>
            <a:pPr indent="-285750" lvl="0" marL="285750" rtl="0" algn="l">
              <a:lnSpc>
                <a:spcPct val="100000"/>
              </a:lnSpc>
              <a:spcBef>
                <a:spcPts val="0"/>
              </a:spcBef>
              <a:spcAft>
                <a:spcPts val="0"/>
              </a:spcAft>
              <a:buSzPts val="1100"/>
              <a:buFont typeface="Arial"/>
              <a:buChar char="•"/>
            </a:pPr>
            <a:r>
              <a:rPr b="0" i="0" lang="en-US" sz="1100" u="none" strike="noStrike">
                <a:latin typeface="Nunito"/>
                <a:ea typeface="Nunito"/>
                <a:cs typeface="Nunito"/>
                <a:sym typeface="Nunito"/>
              </a:rPr>
              <a:t>In this context, frequency mixing is performed by element-wise multiplication of a signal with a digital numerically controlled local oscillator (NCO). </a:t>
            </a:r>
            <a:endParaRPr/>
          </a:p>
          <a:p>
            <a:pPr indent="-285750" lvl="0" marL="285750" rtl="0" algn="l">
              <a:lnSpc>
                <a:spcPct val="100000"/>
              </a:lnSpc>
              <a:spcBef>
                <a:spcPts val="0"/>
              </a:spcBef>
              <a:spcAft>
                <a:spcPts val="0"/>
              </a:spcAft>
              <a:buSzPts val="1100"/>
              <a:buFont typeface="Arial"/>
              <a:buChar char="•"/>
            </a:pPr>
            <a:r>
              <a:rPr b="0" i="0" lang="en-US" sz="1100" u="none" strike="noStrike">
                <a:latin typeface="Nunito"/>
                <a:ea typeface="Nunito"/>
                <a:cs typeface="Nunito"/>
                <a:sym typeface="Nunito"/>
              </a:rPr>
              <a:t>The frequency mixer is mathematically expressed as:</a:t>
            </a:r>
            <a:endParaRPr/>
          </a:p>
          <a:p>
            <a:pPr indent="-228600" lvl="0" marL="457200" rtl="0" algn="l">
              <a:lnSpc>
                <a:spcPct val="100000"/>
              </a:lnSpc>
              <a:spcBef>
                <a:spcPts val="0"/>
              </a:spcBef>
              <a:spcAft>
                <a:spcPts val="0"/>
              </a:spcAft>
              <a:buSzPts val="1100"/>
              <a:buNone/>
            </a:pPr>
            <a:r>
              <a:t/>
            </a:r>
            <a:endParaRPr>
              <a:latin typeface="Nunito"/>
              <a:ea typeface="Nunito"/>
              <a:cs typeface="Nunito"/>
              <a:sym typeface="Nunito"/>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1" name="Shape 1731"/>
        <p:cNvGrpSpPr/>
        <p:nvPr/>
      </p:nvGrpSpPr>
      <p:grpSpPr>
        <a:xfrm>
          <a:off x="0" y="0"/>
          <a:ext cx="0" cy="0"/>
          <a:chOff x="0" y="0"/>
          <a:chExt cx="0" cy="0"/>
        </a:xfrm>
      </p:grpSpPr>
      <p:sp>
        <p:nvSpPr>
          <p:cNvPr id="1732" name="Google Shape;1732;p3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33" name="Google Shape;1733;p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85750" lvl="0" marL="285750" rtl="0" algn="l">
              <a:lnSpc>
                <a:spcPct val="100000"/>
              </a:lnSpc>
              <a:spcBef>
                <a:spcPts val="0"/>
              </a:spcBef>
              <a:spcAft>
                <a:spcPts val="0"/>
              </a:spcAft>
              <a:buSzPts val="1100"/>
              <a:buFont typeface="Arial"/>
              <a:buChar char="•"/>
            </a:pPr>
            <a:r>
              <a:rPr b="0" i="0" lang="en-US" sz="1100" u="none" strike="noStrike">
                <a:latin typeface="Nunito"/>
                <a:ea typeface="Nunito"/>
                <a:cs typeface="Nunito"/>
                <a:sym typeface="Nunito"/>
              </a:rPr>
              <a:t>A finte impulse response (FIR) is a filter whose response to any finite-duration input settles to zero in a finite amount of time. </a:t>
            </a:r>
            <a:endParaRPr/>
          </a:p>
          <a:p>
            <a:pPr indent="-285750" lvl="0" marL="285750" rtl="0" algn="l">
              <a:lnSpc>
                <a:spcPct val="100000"/>
              </a:lnSpc>
              <a:spcBef>
                <a:spcPts val="0"/>
              </a:spcBef>
              <a:spcAft>
                <a:spcPts val="0"/>
              </a:spcAft>
              <a:buSzPts val="1100"/>
              <a:buFont typeface="Arial"/>
              <a:buChar char="•"/>
            </a:pPr>
            <a:r>
              <a:rPr b="0" i="0" lang="en-US" sz="1100" u="none" strike="noStrike">
                <a:latin typeface="Nunito"/>
                <a:ea typeface="Nunito"/>
                <a:cs typeface="Nunito"/>
                <a:sym typeface="Nunito"/>
              </a:rPr>
              <a:t>Filter coefficients are calculated given the desired properties of the filter in MATLAB or python. </a:t>
            </a:r>
            <a:endParaRPr/>
          </a:p>
          <a:p>
            <a:pPr indent="-285750" lvl="0" marL="285750" rtl="0" algn="l">
              <a:lnSpc>
                <a:spcPct val="100000"/>
              </a:lnSpc>
              <a:spcBef>
                <a:spcPts val="0"/>
              </a:spcBef>
              <a:spcAft>
                <a:spcPts val="0"/>
              </a:spcAft>
              <a:buSzPts val="1100"/>
              <a:buFont typeface="Arial"/>
              <a:buChar char="•"/>
            </a:pPr>
            <a:r>
              <a:rPr b="0" i="0" lang="en-US" sz="1100" u="none" strike="noStrike">
                <a:latin typeface="Nunito"/>
                <a:ea typeface="Nunito"/>
                <a:cs typeface="Nunito"/>
                <a:sym typeface="Nunito"/>
              </a:rPr>
              <a:t>The FIR implements the convolution sum as defined by the equation:</a:t>
            </a:r>
            <a:endParaRPr/>
          </a:p>
          <a:p>
            <a:pPr indent="-228600" lvl="0" marL="457200" rtl="0" algn="l">
              <a:lnSpc>
                <a:spcPct val="100000"/>
              </a:lnSpc>
              <a:spcBef>
                <a:spcPts val="0"/>
              </a:spcBef>
              <a:spcAft>
                <a:spcPts val="0"/>
              </a:spcAft>
              <a:buSzPts val="1100"/>
              <a:buNone/>
            </a:pPr>
            <a:r>
              <a:t/>
            </a:r>
            <a:endParaRPr>
              <a:latin typeface="Nunito"/>
              <a:ea typeface="Nunito"/>
              <a:cs typeface="Nunito"/>
              <a:sym typeface="Nunito"/>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8" name="Shape 1738"/>
        <p:cNvGrpSpPr/>
        <p:nvPr/>
      </p:nvGrpSpPr>
      <p:grpSpPr>
        <a:xfrm>
          <a:off x="0" y="0"/>
          <a:ext cx="0" cy="0"/>
          <a:chOff x="0" y="0"/>
          <a:chExt cx="0" cy="0"/>
        </a:xfrm>
      </p:grpSpPr>
      <p:sp>
        <p:nvSpPr>
          <p:cNvPr id="1739" name="Google Shape;1739;p3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40" name="Google Shape;1740;p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US" sz="1100" u="none" strike="noStrike">
                <a:latin typeface="Nunito"/>
                <a:ea typeface="Nunito"/>
                <a:cs typeface="Nunito"/>
                <a:sym typeface="Nunito"/>
              </a:rPr>
              <a:t>The product of two complex numbers can be expressed in terms of pairs of real and imaginary components as follows:</a:t>
            </a:r>
            <a:endParaRPr/>
          </a:p>
          <a:p>
            <a:pPr indent="-228600" lvl="0" marL="457200" rtl="0" algn="l">
              <a:lnSpc>
                <a:spcPct val="100000"/>
              </a:lnSpc>
              <a:spcBef>
                <a:spcPts val="0"/>
              </a:spcBef>
              <a:spcAft>
                <a:spcPts val="0"/>
              </a:spcAft>
              <a:buSzPts val="1100"/>
              <a:buNone/>
            </a:pPr>
            <a:r>
              <a:t/>
            </a:r>
            <a:endParaRPr>
              <a:latin typeface="Nunito"/>
              <a:ea typeface="Nunito"/>
              <a:cs typeface="Nunito"/>
              <a:sym typeface="Nunito"/>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5" name="Shape 1745"/>
        <p:cNvGrpSpPr/>
        <p:nvPr/>
      </p:nvGrpSpPr>
      <p:grpSpPr>
        <a:xfrm>
          <a:off x="0" y="0"/>
          <a:ext cx="0" cy="0"/>
          <a:chOff x="0" y="0"/>
          <a:chExt cx="0" cy="0"/>
        </a:xfrm>
      </p:grpSpPr>
      <p:sp>
        <p:nvSpPr>
          <p:cNvPr id="1746" name="Google Shape;1746;p3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47" name="Google Shape;1747;p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85750" lvl="0" marL="285750" rtl="0" algn="l">
              <a:lnSpc>
                <a:spcPct val="100000"/>
              </a:lnSpc>
              <a:spcBef>
                <a:spcPts val="0"/>
              </a:spcBef>
              <a:spcAft>
                <a:spcPts val="0"/>
              </a:spcAft>
              <a:buSzPts val="1100"/>
              <a:buFont typeface="Arial"/>
              <a:buChar char="•"/>
            </a:pPr>
            <a:r>
              <a:rPr b="0" i="0" lang="en-US" sz="1100" u="none" strike="noStrike">
                <a:latin typeface="Nunito"/>
                <a:ea typeface="Nunito"/>
                <a:cs typeface="Nunito"/>
                <a:sym typeface="Nunito"/>
              </a:rPr>
              <a:t>There are many real multipliers used throughout this design. </a:t>
            </a:r>
            <a:endParaRPr/>
          </a:p>
          <a:p>
            <a:pPr indent="-285750" lvl="0" marL="285750" rtl="0" algn="l">
              <a:lnSpc>
                <a:spcPct val="100000"/>
              </a:lnSpc>
              <a:spcBef>
                <a:spcPts val="0"/>
              </a:spcBef>
              <a:spcAft>
                <a:spcPts val="0"/>
              </a:spcAft>
              <a:buSzPts val="1100"/>
              <a:buFont typeface="Arial"/>
              <a:buChar char="•"/>
            </a:pPr>
            <a:r>
              <a:rPr b="0" i="0" lang="en-US" sz="1100" u="none" strike="noStrike">
                <a:latin typeface="Nunito"/>
                <a:ea typeface="Nunito"/>
                <a:cs typeface="Nunito"/>
                <a:sym typeface="Nunito"/>
              </a:rPr>
              <a:t>Although multipliers exist as a primitive operation in HDL languages, a module is used to ensure proper timing, handshaking, bit-widths, delays, fixed-point control, and rounding. </a:t>
            </a:r>
            <a:endParaRPr/>
          </a:p>
          <a:p>
            <a:pPr indent="-285750" lvl="0" marL="285750" rtl="0" algn="l">
              <a:lnSpc>
                <a:spcPct val="100000"/>
              </a:lnSpc>
              <a:spcBef>
                <a:spcPts val="0"/>
              </a:spcBef>
              <a:spcAft>
                <a:spcPts val="0"/>
              </a:spcAft>
              <a:buSzPts val="1100"/>
              <a:buFont typeface="Arial"/>
              <a:buChar char="•"/>
            </a:pPr>
            <a:r>
              <a:rPr b="0" i="0" lang="en-US" sz="1100" u="none" strike="noStrike">
                <a:latin typeface="Nunito"/>
                <a:ea typeface="Nunito"/>
                <a:cs typeface="Nunito"/>
                <a:sym typeface="Nunito"/>
              </a:rPr>
              <a:t>Mathematically, this module performs the multiplication of two real values, expressed as:</a:t>
            </a:r>
            <a:endParaRPr/>
          </a:p>
          <a:p>
            <a:pPr indent="-228600" lvl="0" marL="457200" rtl="0" algn="l">
              <a:lnSpc>
                <a:spcPct val="100000"/>
              </a:lnSpc>
              <a:spcBef>
                <a:spcPts val="0"/>
              </a:spcBef>
              <a:spcAft>
                <a:spcPts val="0"/>
              </a:spcAft>
              <a:buSzPts val="1100"/>
              <a:buNone/>
            </a:pPr>
            <a:r>
              <a:t/>
            </a:r>
            <a:endParaRPr>
              <a:latin typeface="Nunito"/>
              <a:ea typeface="Nunito"/>
              <a:cs typeface="Nunito"/>
              <a:sym typeface="Nunito"/>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2" name="Shape 1752"/>
        <p:cNvGrpSpPr/>
        <p:nvPr/>
      </p:nvGrpSpPr>
      <p:grpSpPr>
        <a:xfrm>
          <a:off x="0" y="0"/>
          <a:ext cx="0" cy="0"/>
          <a:chOff x="0" y="0"/>
          <a:chExt cx="0" cy="0"/>
        </a:xfrm>
      </p:grpSpPr>
      <p:sp>
        <p:nvSpPr>
          <p:cNvPr id="1753" name="Google Shape;1753;p3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54" name="Google Shape;1754;p3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85750" lvl="0" marL="285750" rtl="0" algn="l">
              <a:lnSpc>
                <a:spcPct val="100000"/>
              </a:lnSpc>
              <a:spcBef>
                <a:spcPts val="0"/>
              </a:spcBef>
              <a:spcAft>
                <a:spcPts val="0"/>
              </a:spcAft>
              <a:buSzPts val="1100"/>
              <a:buFont typeface="Arial"/>
              <a:buChar char="•"/>
            </a:pPr>
            <a:r>
              <a:rPr b="0" i="0" lang="en-US" sz="1800" u="none" strike="noStrike">
                <a:latin typeface="Nunito"/>
                <a:ea typeface="Nunito"/>
                <a:cs typeface="Nunito"/>
                <a:sym typeface="Nunito"/>
              </a:rPr>
              <a:t>The accumulator is the most important module in the design concerning flow control. </a:t>
            </a:r>
            <a:endParaRPr/>
          </a:p>
          <a:p>
            <a:pPr indent="-285750" lvl="0" marL="285750" rtl="0" algn="l">
              <a:lnSpc>
                <a:spcPct val="100000"/>
              </a:lnSpc>
              <a:spcBef>
                <a:spcPts val="0"/>
              </a:spcBef>
              <a:spcAft>
                <a:spcPts val="0"/>
              </a:spcAft>
              <a:buSzPts val="1100"/>
              <a:buFont typeface="Arial"/>
              <a:buChar char="•"/>
            </a:pPr>
            <a:r>
              <a:rPr b="0" i="0" lang="en-US" sz="1800" u="none" strike="noStrike">
                <a:latin typeface="Nunito"/>
                <a:ea typeface="Nunito"/>
                <a:cs typeface="Nunito"/>
                <a:sym typeface="Nunito"/>
              </a:rPr>
              <a:t>This module has three core functions: </a:t>
            </a:r>
            <a:endParaRPr/>
          </a:p>
          <a:p>
            <a:pPr indent="-342900" lvl="1" marL="800100" rtl="0" algn="l">
              <a:lnSpc>
                <a:spcPct val="100000"/>
              </a:lnSpc>
              <a:spcBef>
                <a:spcPts val="0"/>
              </a:spcBef>
              <a:spcAft>
                <a:spcPts val="0"/>
              </a:spcAft>
              <a:buSzPts val="1100"/>
              <a:buFont typeface="Arial"/>
              <a:buAutoNum type="arabicPeriod"/>
            </a:pPr>
            <a:r>
              <a:rPr b="0" i="0" lang="en-US" sz="1800" u="none" strike="noStrike">
                <a:latin typeface="Nunito"/>
                <a:ea typeface="Nunito"/>
                <a:cs typeface="Nunito"/>
                <a:sym typeface="Nunito"/>
              </a:rPr>
              <a:t>Acting as the summation component of all previous modules, </a:t>
            </a:r>
            <a:endParaRPr/>
          </a:p>
          <a:p>
            <a:pPr indent="-342900" lvl="1" marL="800100" rtl="0" algn="l">
              <a:lnSpc>
                <a:spcPct val="100000"/>
              </a:lnSpc>
              <a:spcBef>
                <a:spcPts val="0"/>
              </a:spcBef>
              <a:spcAft>
                <a:spcPts val="0"/>
              </a:spcAft>
              <a:buSzPts val="1100"/>
              <a:buFont typeface="Arial"/>
              <a:buAutoNum type="arabicPeriod"/>
            </a:pPr>
            <a:r>
              <a:rPr b="0" i="0" lang="en-US" sz="1800" u="none" strike="noStrike">
                <a:latin typeface="Nunito"/>
                <a:ea typeface="Nunito"/>
                <a:cs typeface="Nunito"/>
                <a:sym typeface="Nunito"/>
              </a:rPr>
              <a:t>Acting as the normalization component of all previous components, </a:t>
            </a:r>
            <a:endParaRPr/>
          </a:p>
          <a:p>
            <a:pPr indent="-342900" lvl="1" marL="800100" rtl="0" algn="l">
              <a:lnSpc>
                <a:spcPct val="100000"/>
              </a:lnSpc>
              <a:spcBef>
                <a:spcPts val="0"/>
              </a:spcBef>
              <a:spcAft>
                <a:spcPts val="0"/>
              </a:spcAft>
              <a:buSzPts val="1100"/>
              <a:buFont typeface="Arial"/>
              <a:buAutoNum type="arabicPeriod"/>
            </a:pPr>
            <a:r>
              <a:rPr b="0" i="0" lang="en-US" sz="1800" u="none" strike="noStrike">
                <a:latin typeface="Nunito"/>
                <a:ea typeface="Nunito"/>
                <a:cs typeface="Nunito"/>
                <a:sym typeface="Nunito"/>
              </a:rPr>
              <a:t>Acting as the reset between sample sets. </a:t>
            </a:r>
            <a:endParaRPr/>
          </a:p>
          <a:p>
            <a:pPr indent="-285750" lvl="0" marL="285750" rtl="0" algn="l">
              <a:lnSpc>
                <a:spcPct val="100000"/>
              </a:lnSpc>
              <a:spcBef>
                <a:spcPts val="0"/>
              </a:spcBef>
              <a:spcAft>
                <a:spcPts val="0"/>
              </a:spcAft>
              <a:buSzPts val="1100"/>
              <a:buFont typeface="Arial"/>
              <a:buChar char="•"/>
            </a:pPr>
            <a:r>
              <a:rPr b="0" i="0" lang="en-US" sz="1800" u="none" strike="noStrike">
                <a:latin typeface="Nunito"/>
                <a:ea typeface="Nunito"/>
                <a:cs typeface="Nunito"/>
                <a:sym typeface="Nunito"/>
              </a:rPr>
              <a:t>Mathematically, the accumulator is expressed as the difference equation:</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9" name="Shape 1759"/>
        <p:cNvGrpSpPr/>
        <p:nvPr/>
      </p:nvGrpSpPr>
      <p:grpSpPr>
        <a:xfrm>
          <a:off x="0" y="0"/>
          <a:ext cx="0" cy="0"/>
          <a:chOff x="0" y="0"/>
          <a:chExt cx="0" cy="0"/>
        </a:xfrm>
      </p:grpSpPr>
      <p:sp>
        <p:nvSpPr>
          <p:cNvPr id="1760" name="Google Shape;1760;p3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61" name="Google Shape;1761;p3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171450" lvl="0" marL="171450" rtl="0" algn="l">
              <a:lnSpc>
                <a:spcPct val="100000"/>
              </a:lnSpc>
              <a:spcBef>
                <a:spcPts val="0"/>
              </a:spcBef>
              <a:spcAft>
                <a:spcPts val="0"/>
              </a:spcAft>
              <a:buSzPts val="1100"/>
              <a:buFont typeface="Arial"/>
              <a:buChar char="•"/>
            </a:pPr>
            <a:r>
              <a:rPr lang="en-US">
                <a:latin typeface="Nunito"/>
                <a:ea typeface="Nunito"/>
                <a:cs typeface="Nunito"/>
                <a:sym typeface="Nunito"/>
              </a:rPr>
              <a:t>This chapter will characterize the performance of the streaming SCA's ability to correctly sense and classify the CF and SR of signals in a monitored spectrum. </a:t>
            </a:r>
            <a:endParaRPr/>
          </a:p>
          <a:p>
            <a:pPr indent="-171450" lvl="0" marL="171450" rtl="0" algn="l">
              <a:lnSpc>
                <a:spcPct val="100000"/>
              </a:lnSpc>
              <a:spcBef>
                <a:spcPts val="0"/>
              </a:spcBef>
              <a:spcAft>
                <a:spcPts val="0"/>
              </a:spcAft>
              <a:buSzPts val="1100"/>
              <a:buFont typeface="Arial"/>
              <a:buChar char="•"/>
            </a:pPr>
            <a:r>
              <a:rPr lang="en-US">
                <a:latin typeface="Nunito"/>
                <a:ea typeface="Nunito"/>
                <a:cs typeface="Nunito"/>
                <a:sym typeface="Nunito"/>
              </a:rPr>
              <a:t>First, we generate a transmit M-QAM-SRRC waveform in software using python. </a:t>
            </a:r>
            <a:endParaRPr/>
          </a:p>
          <a:p>
            <a:pPr indent="-171450" lvl="0" marL="171450" rtl="0" algn="l">
              <a:lnSpc>
                <a:spcPct val="100000"/>
              </a:lnSpc>
              <a:spcBef>
                <a:spcPts val="0"/>
              </a:spcBef>
              <a:spcAft>
                <a:spcPts val="0"/>
              </a:spcAft>
              <a:buSzPts val="1100"/>
              <a:buFont typeface="Arial"/>
              <a:buChar char="•"/>
            </a:pPr>
            <a:r>
              <a:rPr lang="en-US">
                <a:latin typeface="Nunito"/>
                <a:ea typeface="Nunito"/>
                <a:cs typeface="Nunito"/>
                <a:sym typeface="Nunito"/>
              </a:rPr>
              <a:t>The waveform is then passed through a software channel and saved to a file in a fixed-point format using python. </a:t>
            </a:r>
            <a:endParaRPr/>
          </a:p>
          <a:p>
            <a:pPr indent="-171450" lvl="0" marL="171450" rtl="0" algn="l">
              <a:lnSpc>
                <a:spcPct val="100000"/>
              </a:lnSpc>
              <a:spcBef>
                <a:spcPts val="0"/>
              </a:spcBef>
              <a:spcAft>
                <a:spcPts val="0"/>
              </a:spcAft>
              <a:buSzPts val="1100"/>
              <a:buFont typeface="Arial"/>
              <a:buChar char="•"/>
            </a:pPr>
            <a:r>
              <a:rPr lang="en-US">
                <a:latin typeface="Nunito"/>
                <a:ea typeface="Nunito"/>
                <a:cs typeface="Nunito"/>
                <a:sym typeface="Nunito"/>
              </a:rPr>
              <a:t>The receiver is a VHDL testbench that reads the file, processes the in-phase and quadrature (IQ) samples using the streaming SCA, then saves CSD results to a new file. </a:t>
            </a:r>
            <a:endParaRPr/>
          </a:p>
          <a:p>
            <a:pPr indent="-171450" lvl="0" marL="171450" rtl="0" algn="l">
              <a:lnSpc>
                <a:spcPct val="100000"/>
              </a:lnSpc>
              <a:spcBef>
                <a:spcPts val="0"/>
              </a:spcBef>
              <a:spcAft>
                <a:spcPts val="0"/>
              </a:spcAft>
              <a:buSzPts val="1100"/>
              <a:buFont typeface="Arial"/>
              <a:buChar char="•"/>
            </a:pPr>
            <a:r>
              <a:rPr lang="en-US">
                <a:latin typeface="Nunito"/>
                <a:ea typeface="Nunito"/>
                <a:cs typeface="Nunito"/>
                <a:sym typeface="Nunito"/>
              </a:rPr>
              <a:t>We then plot the CSD in MATLAB, along with its corresponding threshold. </a:t>
            </a:r>
            <a:endParaRPr/>
          </a:p>
          <a:p>
            <a:pPr indent="-171450" lvl="0" marL="171450" rtl="0" algn="l">
              <a:lnSpc>
                <a:spcPct val="100000"/>
              </a:lnSpc>
              <a:spcBef>
                <a:spcPts val="0"/>
              </a:spcBef>
              <a:spcAft>
                <a:spcPts val="0"/>
              </a:spcAft>
              <a:buSzPts val="1100"/>
              <a:buFont typeface="Arial"/>
              <a:buChar char="•"/>
            </a:pPr>
            <a:r>
              <a:rPr lang="en-US">
                <a:latin typeface="Nunito"/>
                <a:ea typeface="Nunito"/>
                <a:cs typeface="Nunito"/>
                <a:sym typeface="Nunito"/>
              </a:rPr>
              <a:t>A detected SR is any spectral slice v above the threshold.</a:t>
            </a:r>
            <a:endParaRPr/>
          </a:p>
          <a:p>
            <a:pPr indent="-171450" lvl="0" marL="171450" rtl="0" algn="l">
              <a:lnSpc>
                <a:spcPct val="100000"/>
              </a:lnSpc>
              <a:spcBef>
                <a:spcPts val="0"/>
              </a:spcBef>
              <a:spcAft>
                <a:spcPts val="0"/>
              </a:spcAft>
              <a:buSzPts val="1100"/>
              <a:buFont typeface="Arial"/>
              <a:buChar char="•"/>
            </a:pPr>
            <a:r>
              <a:rPr lang="en-US">
                <a:latin typeface="Nunito"/>
                <a:ea typeface="Nunito"/>
                <a:cs typeface="Nunito"/>
                <a:sym typeface="Nunito"/>
              </a:rPr>
              <a:t>A detected CF is a peak k for a detected SR slice. Finally, these bins are mapped to their true values (Rs; fc), respectively.</a:t>
            </a:r>
            <a:endParaRPr/>
          </a:p>
          <a:p>
            <a:pPr indent="-228600" lvl="0" marL="457200" rtl="0" algn="l">
              <a:lnSpc>
                <a:spcPct val="100000"/>
              </a:lnSpc>
              <a:spcBef>
                <a:spcPts val="0"/>
              </a:spcBef>
              <a:spcAft>
                <a:spcPts val="0"/>
              </a:spcAft>
              <a:buSzPts val="1100"/>
              <a:buNone/>
            </a:pPr>
            <a:r>
              <a:t/>
            </a:r>
            <a:endParaRPr>
              <a:latin typeface="Nunito"/>
              <a:ea typeface="Nunito"/>
              <a:cs typeface="Nunito"/>
              <a:sym typeface="Nunito"/>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2" name="Shape 1772"/>
        <p:cNvGrpSpPr/>
        <p:nvPr/>
      </p:nvGrpSpPr>
      <p:grpSpPr>
        <a:xfrm>
          <a:off x="0" y="0"/>
          <a:ext cx="0" cy="0"/>
          <a:chOff x="0" y="0"/>
          <a:chExt cx="0" cy="0"/>
        </a:xfrm>
      </p:grpSpPr>
      <p:sp>
        <p:nvSpPr>
          <p:cNvPr id="1773" name="Google Shape;1773;p3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74" name="Google Shape;1774;p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171450" lvl="0" marL="171450" rtl="0" algn="l">
              <a:lnSpc>
                <a:spcPct val="100000"/>
              </a:lnSpc>
              <a:spcBef>
                <a:spcPts val="0"/>
              </a:spcBef>
              <a:spcAft>
                <a:spcPts val="0"/>
              </a:spcAft>
              <a:buSzPts val="1100"/>
              <a:buFont typeface="Arial"/>
              <a:buChar char="•"/>
            </a:pPr>
            <a:r>
              <a:rPr lang="en-US">
                <a:latin typeface="Nunito"/>
                <a:ea typeface="Nunito"/>
                <a:cs typeface="Nunito"/>
                <a:sym typeface="Nunito"/>
              </a:rPr>
              <a:t>Characterization is performed by first establishing baseline parameters for the transmitter and receiver. </a:t>
            </a:r>
            <a:endParaRPr/>
          </a:p>
          <a:p>
            <a:pPr indent="-171450" lvl="0" marL="171450" rtl="0" algn="l">
              <a:lnSpc>
                <a:spcPct val="100000"/>
              </a:lnSpc>
              <a:spcBef>
                <a:spcPts val="0"/>
              </a:spcBef>
              <a:spcAft>
                <a:spcPts val="0"/>
              </a:spcAft>
              <a:buSzPts val="1100"/>
              <a:buFont typeface="Arial"/>
              <a:buChar char="•"/>
            </a:pPr>
            <a:r>
              <a:rPr lang="en-US">
                <a:latin typeface="Nunito"/>
                <a:ea typeface="Nunito"/>
                <a:cs typeface="Nunito"/>
                <a:sym typeface="Nunito"/>
              </a:rPr>
              <a:t>While baseline parameters provide results that are easy to be accurately detected, they may not reflect real-world constraints such as hardware restrictions or channel impairments. </a:t>
            </a:r>
            <a:endParaRPr/>
          </a:p>
          <a:p>
            <a:pPr indent="-171450" lvl="0" marL="171450" rtl="0" algn="l">
              <a:lnSpc>
                <a:spcPct val="100000"/>
              </a:lnSpc>
              <a:spcBef>
                <a:spcPts val="0"/>
              </a:spcBef>
              <a:spcAft>
                <a:spcPts val="0"/>
              </a:spcAft>
              <a:buSzPts val="1100"/>
              <a:buFont typeface="Arial"/>
              <a:buChar char="•"/>
            </a:pPr>
            <a:r>
              <a:rPr lang="en-US">
                <a:latin typeface="Nunito"/>
                <a:ea typeface="Nunito"/>
                <a:cs typeface="Nunito"/>
                <a:sym typeface="Nunito"/>
              </a:rPr>
              <a:t>Each subsequent experiment is a parametric analysis of the effect of modifying a given parameter.</a:t>
            </a:r>
            <a:endParaRPr/>
          </a:p>
          <a:p>
            <a:pPr indent="-228600" lvl="0" marL="457200" rtl="0" algn="l">
              <a:lnSpc>
                <a:spcPct val="100000"/>
              </a:lnSpc>
              <a:spcBef>
                <a:spcPts val="0"/>
              </a:spcBef>
              <a:spcAft>
                <a:spcPts val="0"/>
              </a:spcAft>
              <a:buSzPts val="1100"/>
              <a:buNone/>
            </a:pPr>
            <a:r>
              <a:t/>
            </a:r>
            <a:endParaRPr>
              <a:latin typeface="Nunito"/>
              <a:ea typeface="Nunito"/>
              <a:cs typeface="Nunito"/>
              <a:sym typeface="Nunito"/>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1" name="Shape 1781"/>
        <p:cNvGrpSpPr/>
        <p:nvPr/>
      </p:nvGrpSpPr>
      <p:grpSpPr>
        <a:xfrm>
          <a:off x="0" y="0"/>
          <a:ext cx="0" cy="0"/>
          <a:chOff x="0" y="0"/>
          <a:chExt cx="0" cy="0"/>
        </a:xfrm>
      </p:grpSpPr>
      <p:sp>
        <p:nvSpPr>
          <p:cNvPr id="1782" name="Google Shape;1782;p4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83" name="Google Shape;1783;p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171450" lvl="0" marL="171450" rtl="0" algn="l">
              <a:lnSpc>
                <a:spcPct val="100000"/>
              </a:lnSpc>
              <a:spcBef>
                <a:spcPts val="0"/>
              </a:spcBef>
              <a:spcAft>
                <a:spcPts val="0"/>
              </a:spcAft>
              <a:buSzPts val="1100"/>
              <a:buFont typeface="Arial"/>
              <a:buChar char="•"/>
            </a:pPr>
            <a:r>
              <a:rPr lang="en-US">
                <a:latin typeface="Nunito"/>
                <a:ea typeface="Nunito"/>
                <a:cs typeface="Nunito"/>
                <a:sym typeface="Nunito"/>
              </a:rPr>
              <a:t>Characterization is performed by first establishing baseline parameters for the transmitter and receiver. </a:t>
            </a:r>
            <a:endParaRPr/>
          </a:p>
          <a:p>
            <a:pPr indent="-171450" lvl="0" marL="171450" rtl="0" algn="l">
              <a:lnSpc>
                <a:spcPct val="100000"/>
              </a:lnSpc>
              <a:spcBef>
                <a:spcPts val="0"/>
              </a:spcBef>
              <a:spcAft>
                <a:spcPts val="0"/>
              </a:spcAft>
              <a:buSzPts val="1100"/>
              <a:buFont typeface="Arial"/>
              <a:buChar char="•"/>
            </a:pPr>
            <a:r>
              <a:rPr lang="en-US">
                <a:latin typeface="Nunito"/>
                <a:ea typeface="Nunito"/>
                <a:cs typeface="Nunito"/>
                <a:sym typeface="Nunito"/>
              </a:rPr>
              <a:t>While baseline parameters provide results that are easy to be accurately detected, they may not reflect real-world constraints such as hardware restrictions or channel impairments. </a:t>
            </a:r>
            <a:endParaRPr/>
          </a:p>
          <a:p>
            <a:pPr indent="-171450" lvl="0" marL="171450" rtl="0" algn="l">
              <a:lnSpc>
                <a:spcPct val="100000"/>
              </a:lnSpc>
              <a:spcBef>
                <a:spcPts val="0"/>
              </a:spcBef>
              <a:spcAft>
                <a:spcPts val="0"/>
              </a:spcAft>
              <a:buSzPts val="1100"/>
              <a:buFont typeface="Arial"/>
              <a:buChar char="•"/>
            </a:pPr>
            <a:r>
              <a:rPr lang="en-US">
                <a:latin typeface="Nunito"/>
                <a:ea typeface="Nunito"/>
                <a:cs typeface="Nunito"/>
                <a:sym typeface="Nunito"/>
              </a:rPr>
              <a:t>Each subsequent experiment is a parametric analysis of the effect of modifying a given parameter.</a:t>
            </a:r>
            <a:endParaRPr/>
          </a:p>
          <a:p>
            <a:pPr indent="-101600" lvl="0" marL="171450" rtl="0" algn="l">
              <a:lnSpc>
                <a:spcPct val="100000"/>
              </a:lnSpc>
              <a:spcBef>
                <a:spcPts val="0"/>
              </a:spcBef>
              <a:spcAft>
                <a:spcPts val="0"/>
              </a:spcAft>
              <a:buSzPts val="1100"/>
              <a:buFont typeface="Arial"/>
              <a:buNone/>
            </a:pPr>
            <a:r>
              <a:t/>
            </a:r>
            <a:endParaRPr>
              <a:latin typeface="Nunito"/>
              <a:ea typeface="Nunito"/>
              <a:cs typeface="Nunito"/>
              <a:sym typeface="Nunito"/>
            </a:endParaRPr>
          </a:p>
          <a:p>
            <a:pPr indent="-228600" lvl="0" marL="457200" rtl="0" algn="l">
              <a:lnSpc>
                <a:spcPct val="100000"/>
              </a:lnSpc>
              <a:spcBef>
                <a:spcPts val="0"/>
              </a:spcBef>
              <a:spcAft>
                <a:spcPts val="0"/>
              </a:spcAft>
              <a:buSzPts val="1100"/>
              <a:buNone/>
            </a:pPr>
            <a:r>
              <a:t/>
            </a:r>
            <a:endParaRPr>
              <a:latin typeface="Nunito"/>
              <a:ea typeface="Nunito"/>
              <a:cs typeface="Nunito"/>
              <a:sym typeface="Nunito"/>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8" name="Shape 1788"/>
        <p:cNvGrpSpPr/>
        <p:nvPr/>
      </p:nvGrpSpPr>
      <p:grpSpPr>
        <a:xfrm>
          <a:off x="0" y="0"/>
          <a:ext cx="0" cy="0"/>
          <a:chOff x="0" y="0"/>
          <a:chExt cx="0" cy="0"/>
        </a:xfrm>
      </p:grpSpPr>
      <p:sp>
        <p:nvSpPr>
          <p:cNvPr id="1789" name="Google Shape;1789;p4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90" name="Google Shape;1790;p4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171450" lvl="0" marL="171450" rtl="0" algn="l">
              <a:lnSpc>
                <a:spcPct val="100000"/>
              </a:lnSpc>
              <a:spcBef>
                <a:spcPts val="0"/>
              </a:spcBef>
              <a:spcAft>
                <a:spcPts val="0"/>
              </a:spcAft>
              <a:buSzPts val="1100"/>
              <a:buFont typeface="Arial"/>
              <a:buChar char="•"/>
            </a:pPr>
            <a:r>
              <a:rPr lang="en-US">
                <a:latin typeface="Nunito"/>
                <a:ea typeface="Nunito"/>
                <a:cs typeface="Nunito"/>
                <a:sym typeface="Nunito"/>
              </a:rPr>
              <a:t>M = 64</a:t>
            </a:r>
            <a:endParaRPr/>
          </a:p>
          <a:p>
            <a:pPr indent="-171450" lvl="0" marL="171450" rtl="0" algn="l">
              <a:lnSpc>
                <a:spcPct val="100000"/>
              </a:lnSpc>
              <a:spcBef>
                <a:spcPts val="0"/>
              </a:spcBef>
              <a:spcAft>
                <a:spcPts val="0"/>
              </a:spcAft>
              <a:buSzPts val="1100"/>
              <a:buFont typeface="Arial"/>
              <a:buChar char="•"/>
            </a:pPr>
            <a:r>
              <a:rPr lang="en-US">
                <a:latin typeface="Nunito"/>
                <a:ea typeface="Nunito"/>
                <a:cs typeface="Nunito"/>
                <a:sym typeface="Nunito"/>
              </a:rPr>
              <a:t>R = 0.00</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4" name="Shape 1794"/>
        <p:cNvGrpSpPr/>
        <p:nvPr/>
      </p:nvGrpSpPr>
      <p:grpSpPr>
        <a:xfrm>
          <a:off x="0" y="0"/>
          <a:ext cx="0" cy="0"/>
          <a:chOff x="0" y="0"/>
          <a:chExt cx="0" cy="0"/>
        </a:xfrm>
      </p:grpSpPr>
      <p:sp>
        <p:nvSpPr>
          <p:cNvPr id="1795" name="Google Shape;1795;p4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96" name="Google Shape;1796;p4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171450" lvl="0" marL="171450" rtl="0" algn="l">
              <a:lnSpc>
                <a:spcPct val="100000"/>
              </a:lnSpc>
              <a:spcBef>
                <a:spcPts val="0"/>
              </a:spcBef>
              <a:spcAft>
                <a:spcPts val="0"/>
              </a:spcAft>
              <a:buSzPts val="1100"/>
              <a:buFont typeface="Arial"/>
              <a:buChar char="•"/>
            </a:pPr>
            <a:r>
              <a:rPr lang="en-US">
                <a:latin typeface="Nunito"/>
                <a:ea typeface="Nunito"/>
                <a:cs typeface="Nunito"/>
                <a:sym typeface="Nunito"/>
              </a:rPr>
              <a:t>Rs = 0.01MBd</a:t>
            </a:r>
            <a:endParaRPr/>
          </a:p>
          <a:p>
            <a:pPr indent="-171450" lvl="0" marL="171450" rtl="0" algn="l">
              <a:lnSpc>
                <a:spcPct val="100000"/>
              </a:lnSpc>
              <a:spcBef>
                <a:spcPts val="0"/>
              </a:spcBef>
              <a:spcAft>
                <a:spcPts val="0"/>
              </a:spcAft>
              <a:buSzPts val="1100"/>
              <a:buFont typeface="Arial"/>
              <a:buChar char="•"/>
            </a:pPr>
            <a:r>
              <a:rPr lang="en-US">
                <a:latin typeface="Nunito"/>
                <a:ea typeface="Nunito"/>
                <a:cs typeface="Nunito"/>
                <a:sym typeface="Nunito"/>
              </a:rPr>
              <a:t>fc=-0.05</a:t>
            </a:r>
            <a:endParaRPr/>
          </a:p>
          <a:p>
            <a:pPr indent="-228600" lvl="0" marL="457200" rtl="0" algn="l">
              <a:lnSpc>
                <a:spcPct val="100000"/>
              </a:lnSpc>
              <a:spcBef>
                <a:spcPts val="0"/>
              </a:spcBef>
              <a:spcAft>
                <a:spcPts val="0"/>
              </a:spcAft>
              <a:buSzPts val="1100"/>
              <a:buNone/>
            </a:pPr>
            <a:r>
              <a:t/>
            </a:r>
            <a:endParaRPr>
              <a:latin typeface="Nunito"/>
              <a:ea typeface="Nunito"/>
              <a:cs typeface="Nunito"/>
              <a:sym typeface="Nunito"/>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0" name="Shape 1800"/>
        <p:cNvGrpSpPr/>
        <p:nvPr/>
      </p:nvGrpSpPr>
      <p:grpSpPr>
        <a:xfrm>
          <a:off x="0" y="0"/>
          <a:ext cx="0" cy="0"/>
          <a:chOff x="0" y="0"/>
          <a:chExt cx="0" cy="0"/>
        </a:xfrm>
      </p:grpSpPr>
      <p:sp>
        <p:nvSpPr>
          <p:cNvPr id="1801" name="Google Shape;1801;p4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02" name="Google Shape;1802;p4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171450" lvl="0" marL="171450" rtl="0" algn="l">
              <a:lnSpc>
                <a:spcPct val="100000"/>
              </a:lnSpc>
              <a:spcBef>
                <a:spcPts val="0"/>
              </a:spcBef>
              <a:spcAft>
                <a:spcPts val="0"/>
              </a:spcAft>
              <a:buSzPts val="1100"/>
              <a:buChar char="●"/>
            </a:pPr>
            <a:r>
              <a:rPr lang="en-US">
                <a:latin typeface="Nunito"/>
                <a:ea typeface="Nunito"/>
                <a:cs typeface="Nunito"/>
                <a:sym typeface="Nunito"/>
              </a:rPr>
              <a:t>EbN0=9.00</a:t>
            </a:r>
            <a:endParaRPr/>
          </a:p>
          <a:p>
            <a:pPr indent="-171450" lvl="0" marL="171450" rtl="0" algn="l">
              <a:lnSpc>
                <a:spcPct val="100000"/>
              </a:lnSpc>
              <a:spcBef>
                <a:spcPts val="0"/>
              </a:spcBef>
              <a:spcAft>
                <a:spcPts val="0"/>
              </a:spcAft>
              <a:buSzPts val="1100"/>
              <a:buChar char="●"/>
            </a:pPr>
            <a:r>
              <a:rPr lang="en-US">
                <a:latin typeface="Nunito"/>
                <a:ea typeface="Nunito"/>
                <a:cs typeface="Nunito"/>
                <a:sym typeface="Nunito"/>
              </a:rPr>
              <a:t>Fs=10.00</a:t>
            </a:r>
            <a:endParaRPr/>
          </a:p>
          <a:p>
            <a:pPr indent="-228600" lvl="0" marL="457200" rtl="0" algn="l">
              <a:lnSpc>
                <a:spcPct val="100000"/>
              </a:lnSpc>
              <a:spcBef>
                <a:spcPts val="0"/>
              </a:spcBef>
              <a:spcAft>
                <a:spcPts val="0"/>
              </a:spcAft>
              <a:buSzPts val="1100"/>
              <a:buNone/>
            </a:pPr>
            <a:r>
              <a:t/>
            </a:r>
            <a:endParaRPr>
              <a:latin typeface="Nunito"/>
              <a:ea typeface="Nunito"/>
              <a:cs typeface="Nunito"/>
              <a:sym typeface="Nunito"/>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6" name="Shape 1806"/>
        <p:cNvGrpSpPr/>
        <p:nvPr/>
      </p:nvGrpSpPr>
      <p:grpSpPr>
        <a:xfrm>
          <a:off x="0" y="0"/>
          <a:ext cx="0" cy="0"/>
          <a:chOff x="0" y="0"/>
          <a:chExt cx="0" cy="0"/>
        </a:xfrm>
      </p:grpSpPr>
      <p:sp>
        <p:nvSpPr>
          <p:cNvPr id="1807" name="Google Shape;1807;p4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08" name="Google Shape;1808;p4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171450" lvl="0" marL="171450" rtl="0" algn="l">
              <a:lnSpc>
                <a:spcPct val="100000"/>
              </a:lnSpc>
              <a:spcBef>
                <a:spcPts val="0"/>
              </a:spcBef>
              <a:spcAft>
                <a:spcPts val="0"/>
              </a:spcAft>
              <a:buSzPts val="1100"/>
              <a:buFont typeface="Arial"/>
              <a:buChar char="•"/>
            </a:pPr>
            <a:r>
              <a:rPr lang="en-US">
                <a:latin typeface="Nunito"/>
                <a:ea typeface="Nunito"/>
                <a:cs typeface="Nunito"/>
                <a:sym typeface="Nunito"/>
              </a:rPr>
              <a:t>N=2^12</a:t>
            </a:r>
            <a:endParaRPr/>
          </a:p>
          <a:p>
            <a:pPr indent="-171450" lvl="0" marL="171450" rtl="0" algn="l">
              <a:lnSpc>
                <a:spcPct val="100000"/>
              </a:lnSpc>
              <a:spcBef>
                <a:spcPts val="0"/>
              </a:spcBef>
              <a:spcAft>
                <a:spcPts val="0"/>
              </a:spcAft>
              <a:buSzPts val="1100"/>
              <a:buFont typeface="Arial"/>
              <a:buChar char="•"/>
            </a:pPr>
            <a:r>
              <a:rPr lang="en-US">
                <a:latin typeface="Nunito"/>
                <a:ea typeface="Nunito"/>
                <a:cs typeface="Nunito"/>
                <a:sym typeface="Nunito"/>
              </a:rPr>
              <a:t>BW=8</a:t>
            </a:r>
            <a:endParaRPr/>
          </a:p>
          <a:p>
            <a:pPr indent="-228600" lvl="0" marL="457200" rtl="0" algn="l">
              <a:lnSpc>
                <a:spcPct val="100000"/>
              </a:lnSpc>
              <a:spcBef>
                <a:spcPts val="0"/>
              </a:spcBef>
              <a:spcAft>
                <a:spcPts val="0"/>
              </a:spcAft>
              <a:buSzPts val="1100"/>
              <a:buNone/>
            </a:pPr>
            <a:r>
              <a:t/>
            </a:r>
            <a:endParaRPr>
              <a:latin typeface="Nunito"/>
              <a:ea typeface="Nunito"/>
              <a:cs typeface="Nunito"/>
              <a:sym typeface="Nunito"/>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2" name="Shape 1812"/>
        <p:cNvGrpSpPr/>
        <p:nvPr/>
      </p:nvGrpSpPr>
      <p:grpSpPr>
        <a:xfrm>
          <a:off x="0" y="0"/>
          <a:ext cx="0" cy="0"/>
          <a:chOff x="0" y="0"/>
          <a:chExt cx="0" cy="0"/>
        </a:xfrm>
      </p:grpSpPr>
      <p:sp>
        <p:nvSpPr>
          <p:cNvPr id="1813" name="Google Shape;1813;p4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14" name="Google Shape;1814;p4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171450" lvl="0" marL="171450" rtl="0" algn="l">
              <a:lnSpc>
                <a:spcPct val="100000"/>
              </a:lnSpc>
              <a:spcBef>
                <a:spcPts val="0"/>
              </a:spcBef>
              <a:spcAft>
                <a:spcPts val="0"/>
              </a:spcAft>
              <a:buSzPts val="1100"/>
              <a:buChar char="●"/>
            </a:pPr>
            <a:r>
              <a:rPr lang="en-US">
                <a:latin typeface="Nunito"/>
                <a:ea typeface="Nunito"/>
                <a:cs typeface="Nunito"/>
                <a:sym typeface="Nunito"/>
              </a:rPr>
              <a:t>Rs=Rs</a:t>
            </a:r>
            <a:endParaRPr/>
          </a:p>
          <a:p>
            <a:pPr indent="-171450" lvl="0" marL="171450" rtl="0" algn="l">
              <a:lnSpc>
                <a:spcPct val="100000"/>
              </a:lnSpc>
              <a:spcBef>
                <a:spcPts val="0"/>
              </a:spcBef>
              <a:spcAft>
                <a:spcPts val="0"/>
              </a:spcAft>
              <a:buSzPts val="1100"/>
              <a:buChar char="●"/>
            </a:pPr>
            <a:r>
              <a:rPr lang="en-US">
                <a:latin typeface="Nunito"/>
                <a:ea typeface="Nunito"/>
                <a:cs typeface="Nunito"/>
                <a:sym typeface="Nunito"/>
              </a:rPr>
              <a:t>fc=[-fs/2:10kHz:fs/2]</a:t>
            </a:r>
            <a:endParaRPr/>
          </a:p>
          <a:p>
            <a:pPr indent="-101600" lvl="0" marL="171450" rtl="0" algn="l">
              <a:lnSpc>
                <a:spcPct val="100000"/>
              </a:lnSpc>
              <a:spcBef>
                <a:spcPts val="0"/>
              </a:spcBef>
              <a:spcAft>
                <a:spcPts val="0"/>
              </a:spcAft>
              <a:buSzPts val="1100"/>
              <a:buNone/>
            </a:pPr>
            <a:r>
              <a:t/>
            </a:r>
            <a:endParaRPr>
              <a:latin typeface="Nunito"/>
              <a:ea typeface="Nunito"/>
              <a:cs typeface="Nunito"/>
              <a:sym typeface="Nunito"/>
            </a:endParaRPr>
          </a:p>
          <a:p>
            <a:pPr indent="-171450" lvl="0" marL="171450" rtl="0" algn="l">
              <a:lnSpc>
                <a:spcPct val="100000"/>
              </a:lnSpc>
              <a:spcBef>
                <a:spcPts val="0"/>
              </a:spcBef>
              <a:spcAft>
                <a:spcPts val="0"/>
              </a:spcAft>
              <a:buSzPts val="1100"/>
              <a:buChar char="●"/>
            </a:pPr>
            <a:r>
              <a:rPr lang="en-US">
                <a:latin typeface="Nunito"/>
                <a:ea typeface="Nunito"/>
                <a:cs typeface="Nunito"/>
                <a:sym typeface="Nunito"/>
              </a:rPr>
              <a:t>Rs=[99.9kHz:1Hz:100.1kHz]</a:t>
            </a:r>
            <a:endParaRPr/>
          </a:p>
          <a:p>
            <a:pPr indent="-171450" lvl="0" marL="171450" rtl="0" algn="l">
              <a:lnSpc>
                <a:spcPct val="100000"/>
              </a:lnSpc>
              <a:spcBef>
                <a:spcPts val="0"/>
              </a:spcBef>
              <a:spcAft>
                <a:spcPts val="0"/>
              </a:spcAft>
              <a:buSzPts val="1100"/>
              <a:buChar char="●"/>
            </a:pPr>
            <a:r>
              <a:rPr lang="en-US">
                <a:latin typeface="Nunito"/>
                <a:ea typeface="Nunito"/>
                <a:cs typeface="Nunito"/>
                <a:sym typeface="Nunito"/>
              </a:rPr>
              <a:t>fc=fc</a:t>
            </a:r>
            <a:endParaRPr/>
          </a:p>
          <a:p>
            <a:pPr indent="0" lvl="0" marL="0" rtl="0" algn="l">
              <a:lnSpc>
                <a:spcPct val="100000"/>
              </a:lnSpc>
              <a:spcBef>
                <a:spcPts val="0"/>
              </a:spcBef>
              <a:spcAft>
                <a:spcPts val="0"/>
              </a:spcAft>
              <a:buSzPts val="1100"/>
              <a:buFont typeface="Arial"/>
              <a:buNone/>
            </a:pPr>
            <a:r>
              <a:t/>
            </a:r>
            <a:endParaRPr>
              <a:latin typeface="Nunito"/>
              <a:ea typeface="Nunito"/>
              <a:cs typeface="Nunito"/>
              <a:sym typeface="Nunito"/>
            </a:endParaRPr>
          </a:p>
          <a:p>
            <a:pPr indent="-228600" lvl="0" marL="457200" rtl="0" algn="l">
              <a:lnSpc>
                <a:spcPct val="100000"/>
              </a:lnSpc>
              <a:spcBef>
                <a:spcPts val="0"/>
              </a:spcBef>
              <a:spcAft>
                <a:spcPts val="0"/>
              </a:spcAft>
              <a:buSzPts val="1100"/>
              <a:buNone/>
            </a:pPr>
            <a:r>
              <a:t/>
            </a:r>
            <a:endParaRPr>
              <a:latin typeface="Nunito"/>
              <a:ea typeface="Nunito"/>
              <a:cs typeface="Nunito"/>
              <a:sym typeface="Nunito"/>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8" name="Shape 1818"/>
        <p:cNvGrpSpPr/>
        <p:nvPr/>
      </p:nvGrpSpPr>
      <p:grpSpPr>
        <a:xfrm>
          <a:off x="0" y="0"/>
          <a:ext cx="0" cy="0"/>
          <a:chOff x="0" y="0"/>
          <a:chExt cx="0" cy="0"/>
        </a:xfrm>
      </p:grpSpPr>
      <p:sp>
        <p:nvSpPr>
          <p:cNvPr id="1819" name="Google Shape;1819;p4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20" name="Google Shape;1820;p4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rgbClr val="000000"/>
              </a:buClr>
              <a:buSzPts val="1100"/>
              <a:buFont typeface="Arial"/>
              <a:buChar char="●"/>
            </a:pPr>
            <a:r>
              <a:rPr lang="en-US">
                <a:latin typeface="Nunito"/>
                <a:ea typeface="Nunito"/>
                <a:cs typeface="Nunito"/>
                <a:sym typeface="Nunito"/>
              </a:rPr>
              <a:t>Complete resilience to multiple waveforms as long as cycle frequencies are different.</a:t>
            </a:r>
            <a:endParaRPr/>
          </a:p>
          <a:p>
            <a:pPr indent="-228600" lvl="0" marL="457200" rtl="0" algn="l">
              <a:lnSpc>
                <a:spcPct val="100000"/>
              </a:lnSpc>
              <a:spcBef>
                <a:spcPts val="0"/>
              </a:spcBef>
              <a:spcAft>
                <a:spcPts val="0"/>
              </a:spcAft>
              <a:buSzPts val="1100"/>
              <a:buNone/>
            </a:pPr>
            <a:r>
              <a:t/>
            </a:r>
            <a:endParaRPr>
              <a:latin typeface="Nunito"/>
              <a:ea typeface="Nunito"/>
              <a:cs typeface="Nunito"/>
              <a:sym typeface="Nunito"/>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4" name="Shape 1824"/>
        <p:cNvGrpSpPr/>
        <p:nvPr/>
      </p:nvGrpSpPr>
      <p:grpSpPr>
        <a:xfrm>
          <a:off x="0" y="0"/>
          <a:ext cx="0" cy="0"/>
          <a:chOff x="0" y="0"/>
          <a:chExt cx="0" cy="0"/>
        </a:xfrm>
      </p:grpSpPr>
      <p:sp>
        <p:nvSpPr>
          <p:cNvPr id="1825" name="Google Shape;1825;p4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26" name="Google Shape;1826;p4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US">
                <a:latin typeface="Nunito"/>
                <a:ea typeface="Nunito"/>
                <a:cs typeface="Nunito"/>
                <a:sym typeface="Nunito"/>
              </a:rPr>
              <a:t>Processing time ranges from about 0.4s to 13s.</a:t>
            </a:r>
            <a:endParaRPr/>
          </a:p>
          <a:p>
            <a:pPr indent="-298450" lvl="0" marL="457200" rtl="0" algn="l">
              <a:lnSpc>
                <a:spcPct val="100000"/>
              </a:lnSpc>
              <a:spcBef>
                <a:spcPts val="0"/>
              </a:spcBef>
              <a:spcAft>
                <a:spcPts val="0"/>
              </a:spcAft>
              <a:buSzPts val="1100"/>
              <a:buChar char="●"/>
            </a:pPr>
            <a:r>
              <a:rPr lang="en-US">
                <a:latin typeface="Nunito"/>
                <a:ea typeface="Nunito"/>
                <a:cs typeface="Nunito"/>
                <a:sym typeface="Nunito"/>
              </a:rPr>
              <a:t>I was told that anything up to 5 min should be okay.</a:t>
            </a:r>
            <a:endParaRPr/>
          </a:p>
          <a:p>
            <a:pPr indent="-298450" lvl="0" marL="457200" rtl="0" algn="l">
              <a:lnSpc>
                <a:spcPct val="100000"/>
              </a:lnSpc>
              <a:spcBef>
                <a:spcPts val="0"/>
              </a:spcBef>
              <a:spcAft>
                <a:spcPts val="0"/>
              </a:spcAft>
              <a:buSzPts val="1100"/>
              <a:buChar char="●"/>
            </a:pPr>
            <a:r>
              <a:rPr lang="en-US">
                <a:latin typeface="Nunito"/>
                <a:ea typeface="Nunito"/>
                <a:cs typeface="Nunito"/>
                <a:sym typeface="Nunito"/>
              </a:rPr>
              <a:t>Resource utilization is very low.</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3" name="Shape 1833"/>
        <p:cNvGrpSpPr/>
        <p:nvPr/>
      </p:nvGrpSpPr>
      <p:grpSpPr>
        <a:xfrm>
          <a:off x="0" y="0"/>
          <a:ext cx="0" cy="0"/>
          <a:chOff x="0" y="0"/>
          <a:chExt cx="0" cy="0"/>
        </a:xfrm>
      </p:grpSpPr>
      <p:sp>
        <p:nvSpPr>
          <p:cNvPr id="1834" name="Google Shape;1834;p4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35" name="Google Shape;1835;p4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US">
                <a:latin typeface="Nunito"/>
                <a:ea typeface="Nunito"/>
                <a:cs typeface="Nunito"/>
                <a:sym typeface="Nunito"/>
              </a:rPr>
              <a:t>Finally, we arrive at our conclusion.</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6" name="Shape 1846"/>
        <p:cNvGrpSpPr/>
        <p:nvPr/>
      </p:nvGrpSpPr>
      <p:grpSpPr>
        <a:xfrm>
          <a:off x="0" y="0"/>
          <a:ext cx="0" cy="0"/>
          <a:chOff x="0" y="0"/>
          <a:chExt cx="0" cy="0"/>
        </a:xfrm>
      </p:grpSpPr>
      <p:sp>
        <p:nvSpPr>
          <p:cNvPr id="1847" name="Google Shape;1847;p4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48" name="Google Shape;1848;p4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US">
                <a:latin typeface="Nunito"/>
                <a:ea typeface="Nunito"/>
                <a:cs typeface="Nunito"/>
                <a:sym typeface="Nunito"/>
              </a:rPr>
              <a:t>Read slides?</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2" name="Shape 1852"/>
        <p:cNvGrpSpPr/>
        <p:nvPr/>
      </p:nvGrpSpPr>
      <p:grpSpPr>
        <a:xfrm>
          <a:off x="0" y="0"/>
          <a:ext cx="0" cy="0"/>
          <a:chOff x="0" y="0"/>
          <a:chExt cx="0" cy="0"/>
        </a:xfrm>
      </p:grpSpPr>
      <p:sp>
        <p:nvSpPr>
          <p:cNvPr id="1853" name="Google Shape;1853;p5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54" name="Google Shape;1854;p5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171450" lvl="0" marL="171450" rtl="0" algn="l">
              <a:lnSpc>
                <a:spcPct val="100000"/>
              </a:lnSpc>
              <a:spcBef>
                <a:spcPts val="0"/>
              </a:spcBef>
              <a:spcAft>
                <a:spcPts val="0"/>
              </a:spcAft>
              <a:buSzPts val="1100"/>
              <a:buChar char="●"/>
            </a:pPr>
            <a:r>
              <a:rPr lang="en-US">
                <a:latin typeface="Nunito"/>
                <a:ea typeface="Nunito"/>
                <a:cs typeface="Nunito"/>
                <a:sym typeface="Nunito"/>
              </a:rPr>
              <a:t>Read slides</a:t>
            </a:r>
            <a:endParaRPr>
              <a:latin typeface="Nunito"/>
              <a:ea typeface="Nunito"/>
              <a:cs typeface="Nunito"/>
              <a:sym typeface="Nunito"/>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1" name="Shape 1921"/>
        <p:cNvGrpSpPr/>
        <p:nvPr/>
      </p:nvGrpSpPr>
      <p:grpSpPr>
        <a:xfrm>
          <a:off x="0" y="0"/>
          <a:ext cx="0" cy="0"/>
          <a:chOff x="0" y="0"/>
          <a:chExt cx="0" cy="0"/>
        </a:xfrm>
      </p:grpSpPr>
      <p:sp>
        <p:nvSpPr>
          <p:cNvPr id="1922" name="Google Shape;1922;p5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23" name="Google Shape;1923;p5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US"/>
              <a:t>Any questions?</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4" name="Shape 14"/>
        <p:cNvGrpSpPr/>
        <p:nvPr/>
      </p:nvGrpSpPr>
      <p:grpSpPr>
        <a:xfrm>
          <a:off x="0" y="0"/>
          <a:ext cx="0" cy="0"/>
          <a:chOff x="0" y="0"/>
          <a:chExt cx="0" cy="0"/>
        </a:xfrm>
      </p:grpSpPr>
      <p:grpSp>
        <p:nvGrpSpPr>
          <p:cNvPr id="15" name="Google Shape;15;p53"/>
          <p:cNvGrpSpPr/>
          <p:nvPr/>
        </p:nvGrpSpPr>
        <p:grpSpPr>
          <a:xfrm>
            <a:off x="-31525" y="-228650"/>
            <a:ext cx="9175500" cy="6099300"/>
            <a:chOff x="-31525" y="-228650"/>
            <a:chExt cx="9175500" cy="6099300"/>
          </a:xfrm>
        </p:grpSpPr>
        <p:sp>
          <p:nvSpPr>
            <p:cNvPr id="16" name="Google Shape;16;p53"/>
            <p:cNvSpPr/>
            <p:nvPr/>
          </p:nvSpPr>
          <p:spPr>
            <a:xfrm>
              <a:off x="0" y="-228600"/>
              <a:ext cx="9143697" cy="6099216"/>
            </a:xfrm>
            <a:custGeom>
              <a:rect b="b" l="l" r="r" t="t"/>
              <a:pathLst>
                <a:path extrusionOk="0" h="190318" w="285317">
                  <a:moveTo>
                    <a:pt x="0" y="0"/>
                  </a:moveTo>
                  <a:lnTo>
                    <a:pt x="0" y="190317"/>
                  </a:lnTo>
                  <a:lnTo>
                    <a:pt x="285316" y="190317"/>
                  </a:lnTo>
                  <a:lnTo>
                    <a:pt x="285316" y="0"/>
                  </a:lnTo>
                  <a:close/>
                </a:path>
              </a:pathLst>
            </a:custGeom>
            <a:solidFill>
              <a:srgbClr val="0A202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7" name="Google Shape;17;p53"/>
            <p:cNvGrpSpPr/>
            <p:nvPr/>
          </p:nvGrpSpPr>
          <p:grpSpPr>
            <a:xfrm>
              <a:off x="-10" y="-228620"/>
              <a:ext cx="9143697" cy="6099216"/>
              <a:chOff x="238125" y="471975"/>
              <a:chExt cx="7132925" cy="4757950"/>
            </a:xfrm>
          </p:grpSpPr>
          <p:sp>
            <p:nvSpPr>
              <p:cNvPr id="18" name="Google Shape;18;p53"/>
              <p:cNvSpPr/>
              <p:nvPr/>
            </p:nvSpPr>
            <p:spPr>
              <a:xfrm>
                <a:off x="238125" y="471975"/>
                <a:ext cx="7132925" cy="1271425"/>
              </a:xfrm>
              <a:custGeom>
                <a:rect b="b" l="l" r="r" t="t"/>
                <a:pathLst>
                  <a:path extrusionOk="0" h="50857" w="285317">
                    <a:moveTo>
                      <a:pt x="0" y="0"/>
                    </a:moveTo>
                    <a:lnTo>
                      <a:pt x="0" y="32526"/>
                    </a:lnTo>
                    <a:cubicBezTo>
                      <a:pt x="17119" y="33097"/>
                      <a:pt x="33964" y="35379"/>
                      <a:pt x="50512" y="38529"/>
                    </a:cubicBezTo>
                    <a:cubicBezTo>
                      <a:pt x="70758" y="42227"/>
                      <a:pt x="90731" y="46518"/>
                      <a:pt x="110999" y="48504"/>
                    </a:cubicBezTo>
                    <a:cubicBezTo>
                      <a:pt x="124644" y="50149"/>
                      <a:pt x="138299" y="50856"/>
                      <a:pt x="151950" y="50856"/>
                    </a:cubicBezTo>
                    <a:cubicBezTo>
                      <a:pt x="159696" y="50856"/>
                      <a:pt x="167442" y="50629"/>
                      <a:pt x="175184" y="50216"/>
                    </a:cubicBezTo>
                    <a:cubicBezTo>
                      <a:pt x="212275" y="48504"/>
                      <a:pt x="249093" y="42227"/>
                      <a:pt x="285316" y="33393"/>
                    </a:cubicBezTo>
                    <a:lnTo>
                      <a:pt x="285316" y="3424"/>
                    </a:lnTo>
                    <a:cubicBezTo>
                      <a:pt x="279610" y="5432"/>
                      <a:pt x="273904" y="7144"/>
                      <a:pt x="268197" y="8856"/>
                    </a:cubicBezTo>
                    <a:cubicBezTo>
                      <a:pt x="249093" y="13992"/>
                      <a:pt x="229394" y="17690"/>
                      <a:pt x="209719" y="19972"/>
                    </a:cubicBezTo>
                    <a:cubicBezTo>
                      <a:pt x="197328" y="21430"/>
                      <a:pt x="184936" y="22310"/>
                      <a:pt x="172467" y="22310"/>
                    </a:cubicBezTo>
                    <a:cubicBezTo>
                      <a:pt x="165414" y="22310"/>
                      <a:pt x="158335" y="22029"/>
                      <a:pt x="151218" y="21410"/>
                    </a:cubicBezTo>
                    <a:cubicBezTo>
                      <a:pt x="122412" y="18557"/>
                      <a:pt x="94451" y="10842"/>
                      <a:pt x="67631" y="0"/>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 name="Google Shape;19;p53"/>
              <p:cNvSpPr/>
              <p:nvPr/>
            </p:nvSpPr>
            <p:spPr>
              <a:xfrm>
                <a:off x="238125" y="3786525"/>
                <a:ext cx="7132925" cy="1443400"/>
              </a:xfrm>
              <a:custGeom>
                <a:rect b="b" l="l" r="r" t="t"/>
                <a:pathLst>
                  <a:path extrusionOk="0" h="57736" w="285317">
                    <a:moveTo>
                      <a:pt x="162030" y="0"/>
                    </a:moveTo>
                    <a:cubicBezTo>
                      <a:pt x="153770" y="0"/>
                      <a:pt x="145502" y="473"/>
                      <a:pt x="137249" y="1813"/>
                    </a:cubicBezTo>
                    <a:cubicBezTo>
                      <a:pt x="126977" y="3525"/>
                      <a:pt x="116980" y="6081"/>
                      <a:pt x="106708" y="8364"/>
                    </a:cubicBezTo>
                    <a:cubicBezTo>
                      <a:pt x="86166" y="13226"/>
                      <a:pt x="65349" y="16923"/>
                      <a:pt x="44235" y="17220"/>
                    </a:cubicBezTo>
                    <a:cubicBezTo>
                      <a:pt x="42786" y="17247"/>
                      <a:pt x="41336" y="17260"/>
                      <a:pt x="39887" y="17260"/>
                    </a:cubicBezTo>
                    <a:cubicBezTo>
                      <a:pt x="26503" y="17260"/>
                      <a:pt x="13140" y="16130"/>
                      <a:pt x="0" y="14070"/>
                    </a:cubicBezTo>
                    <a:lnTo>
                      <a:pt x="0" y="43173"/>
                    </a:lnTo>
                    <a:cubicBezTo>
                      <a:pt x="15133" y="40890"/>
                      <a:pt x="30244" y="38037"/>
                      <a:pt x="45080" y="35184"/>
                    </a:cubicBezTo>
                    <a:cubicBezTo>
                      <a:pt x="67631" y="31189"/>
                      <a:pt x="90160" y="27492"/>
                      <a:pt x="112985" y="26350"/>
                    </a:cubicBezTo>
                    <a:cubicBezTo>
                      <a:pt x="118569" y="25989"/>
                      <a:pt x="124189" y="25791"/>
                      <a:pt x="129817" y="25791"/>
                    </a:cubicBezTo>
                    <a:cubicBezTo>
                      <a:pt x="146622" y="25791"/>
                      <a:pt x="163506" y="27560"/>
                      <a:pt x="179749" y="32057"/>
                    </a:cubicBezTo>
                    <a:cubicBezTo>
                      <a:pt x="200292" y="37763"/>
                      <a:pt x="219420" y="47738"/>
                      <a:pt x="239392" y="55156"/>
                    </a:cubicBezTo>
                    <a:cubicBezTo>
                      <a:pt x="242245" y="56023"/>
                      <a:pt x="244801" y="56868"/>
                      <a:pt x="247655" y="57735"/>
                    </a:cubicBezTo>
                    <a:lnTo>
                      <a:pt x="283034" y="57735"/>
                    </a:lnTo>
                    <a:cubicBezTo>
                      <a:pt x="283901" y="57438"/>
                      <a:pt x="284472" y="57164"/>
                      <a:pt x="285316" y="56868"/>
                    </a:cubicBezTo>
                    <a:lnTo>
                      <a:pt x="285316" y="23771"/>
                    </a:lnTo>
                    <a:cubicBezTo>
                      <a:pt x="267056" y="19503"/>
                      <a:pt x="249093" y="14367"/>
                      <a:pt x="230832" y="9802"/>
                    </a:cubicBezTo>
                    <a:cubicBezTo>
                      <a:pt x="210563" y="4940"/>
                      <a:pt x="189747" y="946"/>
                      <a:pt x="168907" y="101"/>
                    </a:cubicBezTo>
                    <a:cubicBezTo>
                      <a:pt x="166616" y="37"/>
                      <a:pt x="164323" y="0"/>
                      <a:pt x="162030" y="0"/>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 name="Google Shape;20;p53"/>
              <p:cNvSpPr/>
              <p:nvPr/>
            </p:nvSpPr>
            <p:spPr>
              <a:xfrm>
                <a:off x="238125" y="2457100"/>
                <a:ext cx="7132925" cy="1306725"/>
              </a:xfrm>
              <a:custGeom>
                <a:rect b="b" l="l" r="r" t="t"/>
                <a:pathLst>
                  <a:path extrusionOk="0" h="52269" w="285317">
                    <a:moveTo>
                      <a:pt x="192964" y="1"/>
                    </a:moveTo>
                    <a:cubicBezTo>
                      <a:pt x="189513" y="1"/>
                      <a:pt x="186058" y="73"/>
                      <a:pt x="182602" y="210"/>
                    </a:cubicBezTo>
                    <a:cubicBezTo>
                      <a:pt x="159777" y="1054"/>
                      <a:pt x="137249" y="4478"/>
                      <a:pt x="114994" y="8198"/>
                    </a:cubicBezTo>
                    <a:cubicBezTo>
                      <a:pt x="92739" y="11622"/>
                      <a:pt x="70758" y="15617"/>
                      <a:pt x="48504" y="16758"/>
                    </a:cubicBezTo>
                    <a:cubicBezTo>
                      <a:pt x="42364" y="16973"/>
                      <a:pt x="36264" y="17065"/>
                      <a:pt x="30172" y="17065"/>
                    </a:cubicBezTo>
                    <a:cubicBezTo>
                      <a:pt x="20138" y="17065"/>
                      <a:pt x="10126" y="16816"/>
                      <a:pt x="0" y="16461"/>
                    </a:cubicBezTo>
                    <a:lnTo>
                      <a:pt x="0" y="51840"/>
                    </a:lnTo>
                    <a:cubicBezTo>
                      <a:pt x="5855" y="52126"/>
                      <a:pt x="11704" y="52268"/>
                      <a:pt x="17553" y="52268"/>
                    </a:cubicBezTo>
                    <a:cubicBezTo>
                      <a:pt x="23402" y="52268"/>
                      <a:pt x="29251" y="52126"/>
                      <a:pt x="35105" y="51840"/>
                    </a:cubicBezTo>
                    <a:cubicBezTo>
                      <a:pt x="55922" y="50699"/>
                      <a:pt x="76465" y="47572"/>
                      <a:pt x="96734" y="43007"/>
                    </a:cubicBezTo>
                    <a:cubicBezTo>
                      <a:pt x="117550" y="38442"/>
                      <a:pt x="137522" y="31868"/>
                      <a:pt x="158065" y="27303"/>
                    </a:cubicBezTo>
                    <a:cubicBezTo>
                      <a:pt x="171879" y="24192"/>
                      <a:pt x="185681" y="22279"/>
                      <a:pt x="199575" y="22279"/>
                    </a:cubicBezTo>
                    <a:cubicBezTo>
                      <a:pt x="206067" y="22279"/>
                      <a:pt x="212580" y="22697"/>
                      <a:pt x="219123" y="23605"/>
                    </a:cubicBezTo>
                    <a:cubicBezTo>
                      <a:pt x="239392" y="26162"/>
                      <a:pt x="259067" y="32439"/>
                      <a:pt x="277898" y="39857"/>
                    </a:cubicBezTo>
                    <a:cubicBezTo>
                      <a:pt x="278195" y="39857"/>
                      <a:pt x="278469" y="40154"/>
                      <a:pt x="278469" y="40428"/>
                    </a:cubicBezTo>
                    <a:cubicBezTo>
                      <a:pt x="280751" y="40998"/>
                      <a:pt x="283034" y="41569"/>
                      <a:pt x="285316" y="42436"/>
                    </a:cubicBezTo>
                    <a:lnTo>
                      <a:pt x="285316" y="20752"/>
                    </a:lnTo>
                    <a:cubicBezTo>
                      <a:pt x="272762" y="16758"/>
                      <a:pt x="260208" y="11896"/>
                      <a:pt x="247655" y="7628"/>
                    </a:cubicBezTo>
                    <a:cubicBezTo>
                      <a:pt x="229860" y="2087"/>
                      <a:pt x="211466" y="1"/>
                      <a:pt x="192964" y="1"/>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1" name="Google Shape;21;p53"/>
            <p:cNvSpPr/>
            <p:nvPr/>
          </p:nvSpPr>
          <p:spPr>
            <a:xfrm>
              <a:off x="-31525" y="-228650"/>
              <a:ext cx="9175500" cy="6099300"/>
            </a:xfrm>
            <a:prstGeom prst="rect">
              <a:avLst/>
            </a:prstGeom>
            <a:solidFill>
              <a:srgbClr val="000000">
                <a:alpha val="5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2" name="Google Shape;22;p53"/>
            <p:cNvGrpSpPr/>
            <p:nvPr/>
          </p:nvGrpSpPr>
          <p:grpSpPr>
            <a:xfrm>
              <a:off x="201120" y="-173787"/>
              <a:ext cx="8824055" cy="6026084"/>
              <a:chOff x="395025" y="514750"/>
              <a:chExt cx="6883575" cy="4700900"/>
            </a:xfrm>
          </p:grpSpPr>
          <p:sp>
            <p:nvSpPr>
              <p:cNvPr id="23" name="Google Shape;23;p53"/>
              <p:cNvSpPr/>
              <p:nvPr/>
            </p:nvSpPr>
            <p:spPr>
              <a:xfrm>
                <a:off x="523425" y="864550"/>
                <a:ext cx="35975" cy="28575"/>
              </a:xfrm>
              <a:custGeom>
                <a:rect b="b" l="l" r="r" t="t"/>
                <a:pathLst>
                  <a:path extrusionOk="0" h="1143" w="1439">
                    <a:moveTo>
                      <a:pt x="571" y="1"/>
                    </a:moveTo>
                    <a:cubicBezTo>
                      <a:pt x="1" y="1"/>
                      <a:pt x="1" y="1142"/>
                      <a:pt x="571" y="1142"/>
                    </a:cubicBezTo>
                    <a:cubicBezTo>
                      <a:pt x="1439" y="1142"/>
                      <a:pt x="1439" y="1"/>
                      <a:pt x="571"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 name="Google Shape;24;p53"/>
              <p:cNvSpPr/>
              <p:nvPr/>
            </p:nvSpPr>
            <p:spPr>
              <a:xfrm>
                <a:off x="1992800" y="1170975"/>
                <a:ext cx="42825" cy="28575"/>
              </a:xfrm>
              <a:custGeom>
                <a:rect b="b" l="l" r="r" t="t"/>
                <a:pathLst>
                  <a:path extrusionOk="0" h="1143" w="1713">
                    <a:moveTo>
                      <a:pt x="868" y="1"/>
                    </a:moveTo>
                    <a:cubicBezTo>
                      <a:pt x="1" y="1"/>
                      <a:pt x="1" y="1142"/>
                      <a:pt x="868" y="1142"/>
                    </a:cubicBezTo>
                    <a:cubicBezTo>
                      <a:pt x="1713" y="1142"/>
                      <a:pt x="1713" y="1"/>
                      <a:pt x="868"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 name="Google Shape;25;p53"/>
              <p:cNvSpPr/>
              <p:nvPr/>
            </p:nvSpPr>
            <p:spPr>
              <a:xfrm>
                <a:off x="1187075" y="2854350"/>
                <a:ext cx="35400" cy="28550"/>
              </a:xfrm>
              <a:custGeom>
                <a:rect b="b" l="l" r="r" t="t"/>
                <a:pathLst>
                  <a:path extrusionOk="0" h="1142" w="1416">
                    <a:moveTo>
                      <a:pt x="845" y="0"/>
                    </a:moveTo>
                    <a:cubicBezTo>
                      <a:pt x="0" y="0"/>
                      <a:pt x="0" y="1142"/>
                      <a:pt x="845" y="1142"/>
                    </a:cubicBezTo>
                    <a:cubicBezTo>
                      <a:pt x="1416" y="1142"/>
                      <a:pt x="1416" y="0"/>
                      <a:pt x="845"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 name="Google Shape;26;p53"/>
              <p:cNvSpPr/>
              <p:nvPr/>
            </p:nvSpPr>
            <p:spPr>
              <a:xfrm>
                <a:off x="2149725" y="3518000"/>
                <a:ext cx="35975" cy="28550"/>
              </a:xfrm>
              <a:custGeom>
                <a:rect b="b" l="l" r="r" t="t"/>
                <a:pathLst>
                  <a:path extrusionOk="0" h="1142" w="1439">
                    <a:moveTo>
                      <a:pt x="868" y="0"/>
                    </a:moveTo>
                    <a:cubicBezTo>
                      <a:pt x="1" y="0"/>
                      <a:pt x="1" y="1142"/>
                      <a:pt x="868" y="1142"/>
                    </a:cubicBezTo>
                    <a:cubicBezTo>
                      <a:pt x="1439" y="1142"/>
                      <a:pt x="1439" y="0"/>
                      <a:pt x="868"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 name="Google Shape;27;p53"/>
              <p:cNvSpPr/>
              <p:nvPr/>
            </p:nvSpPr>
            <p:spPr>
              <a:xfrm>
                <a:off x="6337025" y="1598950"/>
                <a:ext cx="35425" cy="28575"/>
              </a:xfrm>
              <a:custGeom>
                <a:rect b="b" l="l" r="r" t="t"/>
                <a:pathLst>
                  <a:path extrusionOk="0" h="1143" w="1417">
                    <a:moveTo>
                      <a:pt x="845" y="1"/>
                    </a:moveTo>
                    <a:cubicBezTo>
                      <a:pt x="1" y="1"/>
                      <a:pt x="1" y="1142"/>
                      <a:pt x="845" y="1142"/>
                    </a:cubicBezTo>
                    <a:cubicBezTo>
                      <a:pt x="1416" y="1142"/>
                      <a:pt x="1416" y="1"/>
                      <a:pt x="845"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 name="Google Shape;28;p53"/>
              <p:cNvSpPr/>
              <p:nvPr/>
            </p:nvSpPr>
            <p:spPr>
              <a:xfrm>
                <a:off x="6586400" y="2562175"/>
                <a:ext cx="35975" cy="28575"/>
              </a:xfrm>
              <a:custGeom>
                <a:rect b="b" l="l" r="r" t="t"/>
                <a:pathLst>
                  <a:path extrusionOk="0" h="1143" w="1439">
                    <a:moveTo>
                      <a:pt x="868" y="1"/>
                    </a:moveTo>
                    <a:cubicBezTo>
                      <a:pt x="1" y="1"/>
                      <a:pt x="1" y="1142"/>
                      <a:pt x="868" y="1142"/>
                    </a:cubicBezTo>
                    <a:cubicBezTo>
                      <a:pt x="1439" y="1142"/>
                      <a:pt x="1439" y="1"/>
                      <a:pt x="868"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 name="Google Shape;29;p53"/>
              <p:cNvSpPr/>
              <p:nvPr/>
            </p:nvSpPr>
            <p:spPr>
              <a:xfrm>
                <a:off x="5002900" y="2191275"/>
                <a:ext cx="35975" cy="28550"/>
              </a:xfrm>
              <a:custGeom>
                <a:rect b="b" l="l" r="r" t="t"/>
                <a:pathLst>
                  <a:path extrusionOk="0" h="1142" w="1439">
                    <a:moveTo>
                      <a:pt x="571" y="1"/>
                    </a:moveTo>
                    <a:cubicBezTo>
                      <a:pt x="0" y="1"/>
                      <a:pt x="0" y="1142"/>
                      <a:pt x="571" y="1142"/>
                    </a:cubicBezTo>
                    <a:cubicBezTo>
                      <a:pt x="1438" y="1142"/>
                      <a:pt x="1438" y="1"/>
                      <a:pt x="571"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 name="Google Shape;30;p53"/>
              <p:cNvSpPr/>
              <p:nvPr/>
            </p:nvSpPr>
            <p:spPr>
              <a:xfrm>
                <a:off x="3661900" y="1649175"/>
                <a:ext cx="35975" cy="28550"/>
              </a:xfrm>
              <a:custGeom>
                <a:rect b="b" l="l" r="r" t="t"/>
                <a:pathLst>
                  <a:path extrusionOk="0" h="1142" w="1439">
                    <a:moveTo>
                      <a:pt x="571" y="1"/>
                    </a:moveTo>
                    <a:cubicBezTo>
                      <a:pt x="1" y="1"/>
                      <a:pt x="1" y="1142"/>
                      <a:pt x="571" y="1142"/>
                    </a:cubicBezTo>
                    <a:cubicBezTo>
                      <a:pt x="1439" y="1142"/>
                      <a:pt x="1439" y="1"/>
                      <a:pt x="571"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 name="Google Shape;31;p53"/>
              <p:cNvSpPr/>
              <p:nvPr/>
            </p:nvSpPr>
            <p:spPr>
              <a:xfrm>
                <a:off x="3619100" y="3410725"/>
                <a:ext cx="35975" cy="28550"/>
              </a:xfrm>
              <a:custGeom>
                <a:rect b="b" l="l" r="r" t="t"/>
                <a:pathLst>
                  <a:path extrusionOk="0" h="1142" w="1439">
                    <a:moveTo>
                      <a:pt x="572" y="0"/>
                    </a:moveTo>
                    <a:cubicBezTo>
                      <a:pt x="1" y="0"/>
                      <a:pt x="1" y="1141"/>
                      <a:pt x="572" y="1141"/>
                    </a:cubicBezTo>
                    <a:cubicBezTo>
                      <a:pt x="1439" y="1141"/>
                      <a:pt x="1439" y="0"/>
                      <a:pt x="572"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 name="Google Shape;32;p53"/>
              <p:cNvSpPr/>
              <p:nvPr/>
            </p:nvSpPr>
            <p:spPr>
              <a:xfrm>
                <a:off x="744825" y="4794500"/>
                <a:ext cx="35425" cy="28550"/>
              </a:xfrm>
              <a:custGeom>
                <a:rect b="b" l="l" r="r" t="t"/>
                <a:pathLst>
                  <a:path extrusionOk="0" h="1142" w="1417">
                    <a:moveTo>
                      <a:pt x="572" y="0"/>
                    </a:moveTo>
                    <a:cubicBezTo>
                      <a:pt x="1" y="0"/>
                      <a:pt x="1" y="1142"/>
                      <a:pt x="572" y="1142"/>
                    </a:cubicBezTo>
                    <a:cubicBezTo>
                      <a:pt x="1416" y="1142"/>
                      <a:pt x="1416" y="0"/>
                      <a:pt x="572"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 name="Google Shape;33;p53"/>
              <p:cNvSpPr/>
              <p:nvPr/>
            </p:nvSpPr>
            <p:spPr>
              <a:xfrm>
                <a:off x="3833100" y="4930300"/>
                <a:ext cx="35975" cy="28575"/>
              </a:xfrm>
              <a:custGeom>
                <a:rect b="b" l="l" r="r" t="t"/>
                <a:pathLst>
                  <a:path extrusionOk="0" h="1143" w="1439">
                    <a:moveTo>
                      <a:pt x="571" y="1"/>
                    </a:moveTo>
                    <a:cubicBezTo>
                      <a:pt x="0" y="1"/>
                      <a:pt x="0" y="1142"/>
                      <a:pt x="571" y="1142"/>
                    </a:cubicBezTo>
                    <a:cubicBezTo>
                      <a:pt x="1438" y="1142"/>
                      <a:pt x="1438" y="1"/>
                      <a:pt x="571"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 name="Google Shape;34;p53"/>
              <p:cNvSpPr/>
              <p:nvPr/>
            </p:nvSpPr>
            <p:spPr>
              <a:xfrm>
                <a:off x="5430875" y="3396450"/>
                <a:ext cx="35975" cy="28550"/>
              </a:xfrm>
              <a:custGeom>
                <a:rect b="b" l="l" r="r" t="t"/>
                <a:pathLst>
                  <a:path extrusionOk="0" h="1142" w="1439">
                    <a:moveTo>
                      <a:pt x="868" y="0"/>
                    </a:moveTo>
                    <a:cubicBezTo>
                      <a:pt x="0" y="0"/>
                      <a:pt x="0" y="1142"/>
                      <a:pt x="868" y="1142"/>
                    </a:cubicBezTo>
                    <a:cubicBezTo>
                      <a:pt x="1438" y="1142"/>
                      <a:pt x="1438" y="0"/>
                      <a:pt x="868"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 name="Google Shape;35;p53"/>
              <p:cNvSpPr/>
              <p:nvPr/>
            </p:nvSpPr>
            <p:spPr>
              <a:xfrm>
                <a:off x="6586400" y="5072975"/>
                <a:ext cx="35975" cy="28550"/>
              </a:xfrm>
              <a:custGeom>
                <a:rect b="b" l="l" r="r" t="t"/>
                <a:pathLst>
                  <a:path extrusionOk="0" h="1142" w="1439">
                    <a:moveTo>
                      <a:pt x="868" y="0"/>
                    </a:moveTo>
                    <a:cubicBezTo>
                      <a:pt x="1" y="0"/>
                      <a:pt x="1" y="1141"/>
                      <a:pt x="868" y="1141"/>
                    </a:cubicBezTo>
                    <a:cubicBezTo>
                      <a:pt x="1439" y="1141"/>
                      <a:pt x="1439" y="0"/>
                      <a:pt x="868"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 name="Google Shape;36;p53"/>
              <p:cNvSpPr/>
              <p:nvPr/>
            </p:nvSpPr>
            <p:spPr>
              <a:xfrm>
                <a:off x="6843175" y="3367925"/>
                <a:ext cx="35975" cy="28550"/>
              </a:xfrm>
              <a:custGeom>
                <a:rect b="b" l="l" r="r" t="t"/>
                <a:pathLst>
                  <a:path extrusionOk="0" h="1142" w="1439">
                    <a:moveTo>
                      <a:pt x="572" y="0"/>
                    </a:moveTo>
                    <a:cubicBezTo>
                      <a:pt x="1" y="0"/>
                      <a:pt x="1" y="1141"/>
                      <a:pt x="572" y="1141"/>
                    </a:cubicBezTo>
                    <a:cubicBezTo>
                      <a:pt x="1439" y="1141"/>
                      <a:pt x="1439" y="0"/>
                      <a:pt x="572"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 name="Google Shape;37;p53"/>
              <p:cNvSpPr/>
              <p:nvPr/>
            </p:nvSpPr>
            <p:spPr>
              <a:xfrm>
                <a:off x="4610875" y="3738825"/>
                <a:ext cx="35400" cy="28550"/>
              </a:xfrm>
              <a:custGeom>
                <a:rect b="b" l="l" r="r" t="t"/>
                <a:pathLst>
                  <a:path extrusionOk="0" h="1142" w="1416">
                    <a:moveTo>
                      <a:pt x="845" y="1"/>
                    </a:moveTo>
                    <a:cubicBezTo>
                      <a:pt x="0" y="1"/>
                      <a:pt x="0" y="1142"/>
                      <a:pt x="845" y="1142"/>
                    </a:cubicBezTo>
                    <a:cubicBezTo>
                      <a:pt x="1415" y="1142"/>
                      <a:pt x="1415" y="1"/>
                      <a:pt x="845"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 name="Google Shape;38;p53"/>
              <p:cNvSpPr/>
              <p:nvPr/>
            </p:nvSpPr>
            <p:spPr>
              <a:xfrm>
                <a:off x="5324150" y="964425"/>
                <a:ext cx="35425" cy="28550"/>
              </a:xfrm>
              <a:custGeom>
                <a:rect b="b" l="l" r="r" t="t"/>
                <a:pathLst>
                  <a:path extrusionOk="0" h="1142" w="1417">
                    <a:moveTo>
                      <a:pt x="845" y="0"/>
                    </a:moveTo>
                    <a:cubicBezTo>
                      <a:pt x="1" y="0"/>
                      <a:pt x="1" y="1141"/>
                      <a:pt x="845" y="1141"/>
                    </a:cubicBezTo>
                    <a:cubicBezTo>
                      <a:pt x="1416" y="1141"/>
                      <a:pt x="1416" y="0"/>
                      <a:pt x="845"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 name="Google Shape;39;p53"/>
              <p:cNvSpPr/>
              <p:nvPr/>
            </p:nvSpPr>
            <p:spPr>
              <a:xfrm>
                <a:off x="3148350" y="807500"/>
                <a:ext cx="42800" cy="28550"/>
              </a:xfrm>
              <a:custGeom>
                <a:rect b="b" l="l" r="r" t="t"/>
                <a:pathLst>
                  <a:path extrusionOk="0" h="1142" w="1712">
                    <a:moveTo>
                      <a:pt x="867" y="0"/>
                    </a:moveTo>
                    <a:cubicBezTo>
                      <a:pt x="0" y="0"/>
                      <a:pt x="0" y="1142"/>
                      <a:pt x="867" y="1142"/>
                    </a:cubicBezTo>
                    <a:cubicBezTo>
                      <a:pt x="1438" y="1142"/>
                      <a:pt x="1712" y="0"/>
                      <a:pt x="867"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 name="Google Shape;40;p53"/>
              <p:cNvSpPr/>
              <p:nvPr/>
            </p:nvSpPr>
            <p:spPr>
              <a:xfrm>
                <a:off x="2534900" y="2355050"/>
                <a:ext cx="35975" cy="28550"/>
              </a:xfrm>
              <a:custGeom>
                <a:rect b="b" l="l" r="r" t="t"/>
                <a:pathLst>
                  <a:path extrusionOk="0" h="1142" w="1439">
                    <a:moveTo>
                      <a:pt x="868" y="0"/>
                    </a:moveTo>
                    <a:cubicBezTo>
                      <a:pt x="1" y="0"/>
                      <a:pt x="1" y="1142"/>
                      <a:pt x="868" y="1142"/>
                    </a:cubicBezTo>
                    <a:cubicBezTo>
                      <a:pt x="1439" y="1142"/>
                      <a:pt x="1439" y="0"/>
                      <a:pt x="868"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 name="Google Shape;41;p53"/>
              <p:cNvSpPr/>
              <p:nvPr/>
            </p:nvSpPr>
            <p:spPr>
              <a:xfrm>
                <a:off x="466375" y="2191275"/>
                <a:ext cx="35975" cy="28550"/>
              </a:xfrm>
              <a:custGeom>
                <a:rect b="b" l="l" r="r" t="t"/>
                <a:pathLst>
                  <a:path extrusionOk="0" h="1142" w="1439">
                    <a:moveTo>
                      <a:pt x="867" y="1"/>
                    </a:moveTo>
                    <a:cubicBezTo>
                      <a:pt x="0" y="1"/>
                      <a:pt x="0" y="1142"/>
                      <a:pt x="867" y="1142"/>
                    </a:cubicBezTo>
                    <a:cubicBezTo>
                      <a:pt x="1438" y="1142"/>
                      <a:pt x="1438" y="1"/>
                      <a:pt x="867"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 name="Google Shape;42;p53"/>
              <p:cNvSpPr/>
              <p:nvPr/>
            </p:nvSpPr>
            <p:spPr>
              <a:xfrm>
                <a:off x="616450" y="3931700"/>
                <a:ext cx="35400" cy="28550"/>
              </a:xfrm>
              <a:custGeom>
                <a:rect b="b" l="l" r="r" t="t"/>
                <a:pathLst>
                  <a:path extrusionOk="0" h="1142" w="1416">
                    <a:moveTo>
                      <a:pt x="571" y="1"/>
                    </a:moveTo>
                    <a:cubicBezTo>
                      <a:pt x="0" y="1"/>
                      <a:pt x="0" y="1142"/>
                      <a:pt x="571" y="1142"/>
                    </a:cubicBezTo>
                    <a:cubicBezTo>
                      <a:pt x="1415" y="1142"/>
                      <a:pt x="1415" y="1"/>
                      <a:pt x="571"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 name="Google Shape;43;p53"/>
              <p:cNvSpPr/>
              <p:nvPr/>
            </p:nvSpPr>
            <p:spPr>
              <a:xfrm>
                <a:off x="2185675" y="4830450"/>
                <a:ext cx="35400" cy="28550"/>
              </a:xfrm>
              <a:custGeom>
                <a:rect b="b" l="l" r="r" t="t"/>
                <a:pathLst>
                  <a:path extrusionOk="0" h="1142" w="1416">
                    <a:moveTo>
                      <a:pt x="845" y="0"/>
                    </a:moveTo>
                    <a:cubicBezTo>
                      <a:pt x="1" y="0"/>
                      <a:pt x="1" y="1142"/>
                      <a:pt x="845" y="1142"/>
                    </a:cubicBezTo>
                    <a:cubicBezTo>
                      <a:pt x="1416" y="1142"/>
                      <a:pt x="1416" y="0"/>
                      <a:pt x="845"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 name="Google Shape;44;p53"/>
              <p:cNvSpPr/>
              <p:nvPr/>
            </p:nvSpPr>
            <p:spPr>
              <a:xfrm>
                <a:off x="7028650" y="700225"/>
                <a:ext cx="35975" cy="28550"/>
              </a:xfrm>
              <a:custGeom>
                <a:rect b="b" l="l" r="r" t="t"/>
                <a:pathLst>
                  <a:path extrusionOk="0" h="1142" w="1439">
                    <a:moveTo>
                      <a:pt x="571" y="0"/>
                    </a:moveTo>
                    <a:cubicBezTo>
                      <a:pt x="0" y="0"/>
                      <a:pt x="0" y="1141"/>
                      <a:pt x="571" y="1141"/>
                    </a:cubicBezTo>
                    <a:cubicBezTo>
                      <a:pt x="1438" y="1141"/>
                      <a:pt x="1438" y="0"/>
                      <a:pt x="571"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 name="Google Shape;45;p53"/>
              <p:cNvSpPr/>
              <p:nvPr/>
            </p:nvSpPr>
            <p:spPr>
              <a:xfrm>
                <a:off x="1308050" y="671675"/>
                <a:ext cx="71350" cy="57100"/>
              </a:xfrm>
              <a:custGeom>
                <a:rect b="b" l="l" r="r" t="t"/>
                <a:pathLst>
                  <a:path extrusionOk="0" h="2284" w="2854">
                    <a:moveTo>
                      <a:pt x="1438" y="1"/>
                    </a:moveTo>
                    <a:cubicBezTo>
                      <a:pt x="0" y="1"/>
                      <a:pt x="0" y="2283"/>
                      <a:pt x="1438" y="2283"/>
                    </a:cubicBezTo>
                    <a:cubicBezTo>
                      <a:pt x="2854" y="2283"/>
                      <a:pt x="2854" y="1"/>
                      <a:pt x="1438"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 name="Google Shape;46;p53"/>
              <p:cNvSpPr/>
              <p:nvPr/>
            </p:nvSpPr>
            <p:spPr>
              <a:xfrm>
                <a:off x="502325" y="2761900"/>
                <a:ext cx="78200" cy="57100"/>
              </a:xfrm>
              <a:custGeom>
                <a:rect b="b" l="l" r="r" t="t"/>
                <a:pathLst>
                  <a:path extrusionOk="0" h="2284" w="3128">
                    <a:moveTo>
                      <a:pt x="1415" y="1"/>
                    </a:moveTo>
                    <a:cubicBezTo>
                      <a:pt x="0" y="1"/>
                      <a:pt x="0" y="2283"/>
                      <a:pt x="1415" y="2283"/>
                    </a:cubicBezTo>
                    <a:cubicBezTo>
                      <a:pt x="3127" y="2283"/>
                      <a:pt x="3127" y="1"/>
                      <a:pt x="1415"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 name="Google Shape;47;p53"/>
              <p:cNvSpPr/>
              <p:nvPr/>
            </p:nvSpPr>
            <p:spPr>
              <a:xfrm>
                <a:off x="2663300" y="2911400"/>
                <a:ext cx="78775" cy="57100"/>
              </a:xfrm>
              <a:custGeom>
                <a:rect b="b" l="l" r="r" t="t"/>
                <a:pathLst>
                  <a:path extrusionOk="0" h="2284" w="3151">
                    <a:moveTo>
                      <a:pt x="1439" y="1"/>
                    </a:moveTo>
                    <a:cubicBezTo>
                      <a:pt x="1" y="1"/>
                      <a:pt x="1" y="2284"/>
                      <a:pt x="1439" y="2284"/>
                    </a:cubicBezTo>
                    <a:cubicBezTo>
                      <a:pt x="3150" y="2284"/>
                      <a:pt x="3150" y="1"/>
                      <a:pt x="1439"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 name="Google Shape;48;p53"/>
              <p:cNvSpPr/>
              <p:nvPr/>
            </p:nvSpPr>
            <p:spPr>
              <a:xfrm>
                <a:off x="4853400" y="728750"/>
                <a:ext cx="71350" cy="57075"/>
              </a:xfrm>
              <a:custGeom>
                <a:rect b="b" l="l" r="r" t="t"/>
                <a:pathLst>
                  <a:path extrusionOk="0" h="2283" w="2854">
                    <a:moveTo>
                      <a:pt x="1415" y="0"/>
                    </a:moveTo>
                    <a:cubicBezTo>
                      <a:pt x="0" y="0"/>
                      <a:pt x="0" y="2283"/>
                      <a:pt x="1415" y="2283"/>
                    </a:cubicBezTo>
                    <a:cubicBezTo>
                      <a:pt x="2853" y="2283"/>
                      <a:pt x="2853" y="0"/>
                      <a:pt x="1415"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 name="Google Shape;49;p53"/>
              <p:cNvSpPr/>
              <p:nvPr/>
            </p:nvSpPr>
            <p:spPr>
              <a:xfrm>
                <a:off x="7107400" y="1520775"/>
                <a:ext cx="71350" cy="57100"/>
              </a:xfrm>
              <a:custGeom>
                <a:rect b="b" l="l" r="r" t="t"/>
                <a:pathLst>
                  <a:path extrusionOk="0" h="2284" w="2854">
                    <a:moveTo>
                      <a:pt x="1415" y="1"/>
                    </a:moveTo>
                    <a:cubicBezTo>
                      <a:pt x="0" y="1"/>
                      <a:pt x="0" y="2283"/>
                      <a:pt x="1415" y="2283"/>
                    </a:cubicBezTo>
                    <a:cubicBezTo>
                      <a:pt x="2853" y="2283"/>
                      <a:pt x="2853" y="1"/>
                      <a:pt x="1415"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 name="Google Shape;50;p53"/>
              <p:cNvSpPr/>
              <p:nvPr/>
            </p:nvSpPr>
            <p:spPr>
              <a:xfrm>
                <a:off x="6793550" y="4252400"/>
                <a:ext cx="78200" cy="57075"/>
              </a:xfrm>
              <a:custGeom>
                <a:rect b="b" l="l" r="r" t="t"/>
                <a:pathLst>
                  <a:path extrusionOk="0" h="2283" w="3128">
                    <a:moveTo>
                      <a:pt x="1415" y="0"/>
                    </a:moveTo>
                    <a:cubicBezTo>
                      <a:pt x="0" y="0"/>
                      <a:pt x="0" y="2283"/>
                      <a:pt x="1415" y="2283"/>
                    </a:cubicBezTo>
                    <a:cubicBezTo>
                      <a:pt x="3127" y="2283"/>
                      <a:pt x="3127" y="0"/>
                      <a:pt x="1415"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 name="Google Shape;51;p53"/>
              <p:cNvSpPr/>
              <p:nvPr/>
            </p:nvSpPr>
            <p:spPr>
              <a:xfrm>
                <a:off x="4839125" y="3054075"/>
                <a:ext cx="71350" cy="57075"/>
              </a:xfrm>
              <a:custGeom>
                <a:rect b="b" l="l" r="r" t="t"/>
                <a:pathLst>
                  <a:path extrusionOk="0" h="2283" w="2854">
                    <a:moveTo>
                      <a:pt x="1416" y="0"/>
                    </a:moveTo>
                    <a:cubicBezTo>
                      <a:pt x="0" y="0"/>
                      <a:pt x="0" y="2283"/>
                      <a:pt x="1416" y="2283"/>
                    </a:cubicBezTo>
                    <a:cubicBezTo>
                      <a:pt x="2854" y="2283"/>
                      <a:pt x="2854" y="0"/>
                      <a:pt x="1416"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 name="Google Shape;52;p53"/>
              <p:cNvSpPr/>
              <p:nvPr/>
            </p:nvSpPr>
            <p:spPr>
              <a:xfrm>
                <a:off x="2927500" y="4466375"/>
                <a:ext cx="71350" cy="57100"/>
              </a:xfrm>
              <a:custGeom>
                <a:rect b="b" l="l" r="r" t="t"/>
                <a:pathLst>
                  <a:path extrusionOk="0" h="2284" w="2854">
                    <a:moveTo>
                      <a:pt x="1416" y="1"/>
                    </a:moveTo>
                    <a:cubicBezTo>
                      <a:pt x="1" y="1"/>
                      <a:pt x="1" y="2283"/>
                      <a:pt x="1416" y="2283"/>
                    </a:cubicBezTo>
                    <a:cubicBezTo>
                      <a:pt x="2854" y="2283"/>
                      <a:pt x="2854" y="1"/>
                      <a:pt x="1416"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 name="Google Shape;53;p53"/>
              <p:cNvSpPr/>
              <p:nvPr/>
            </p:nvSpPr>
            <p:spPr>
              <a:xfrm>
                <a:off x="1401050" y="4181075"/>
                <a:ext cx="78225" cy="57075"/>
              </a:xfrm>
              <a:custGeom>
                <a:rect b="b" l="l" r="r" t="t"/>
                <a:pathLst>
                  <a:path extrusionOk="0" h="2283" w="3129">
                    <a:moveTo>
                      <a:pt x="1713" y="0"/>
                    </a:moveTo>
                    <a:cubicBezTo>
                      <a:pt x="1" y="0"/>
                      <a:pt x="1" y="2283"/>
                      <a:pt x="1713" y="2283"/>
                    </a:cubicBezTo>
                    <a:cubicBezTo>
                      <a:pt x="3128" y="2283"/>
                      <a:pt x="3128" y="0"/>
                      <a:pt x="1713"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 name="Google Shape;54;p53"/>
              <p:cNvSpPr/>
              <p:nvPr/>
            </p:nvSpPr>
            <p:spPr>
              <a:xfrm>
                <a:off x="1543725" y="1934500"/>
                <a:ext cx="78200" cy="57075"/>
              </a:xfrm>
              <a:custGeom>
                <a:rect b="b" l="l" r="r" t="t"/>
                <a:pathLst>
                  <a:path extrusionOk="0" h="2283" w="3128">
                    <a:moveTo>
                      <a:pt x="1415" y="0"/>
                    </a:moveTo>
                    <a:cubicBezTo>
                      <a:pt x="0" y="0"/>
                      <a:pt x="0" y="2283"/>
                      <a:pt x="1415" y="2283"/>
                    </a:cubicBezTo>
                    <a:cubicBezTo>
                      <a:pt x="3127" y="2283"/>
                      <a:pt x="3127" y="0"/>
                      <a:pt x="1415"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 name="Google Shape;55;p53"/>
              <p:cNvSpPr/>
              <p:nvPr/>
            </p:nvSpPr>
            <p:spPr>
              <a:xfrm>
                <a:off x="3990025" y="2269450"/>
                <a:ext cx="71350" cy="57100"/>
              </a:xfrm>
              <a:custGeom>
                <a:rect b="b" l="l" r="r" t="t"/>
                <a:pathLst>
                  <a:path extrusionOk="0" h="2284" w="2854">
                    <a:moveTo>
                      <a:pt x="1438" y="1"/>
                    </a:moveTo>
                    <a:cubicBezTo>
                      <a:pt x="0" y="1"/>
                      <a:pt x="0" y="2283"/>
                      <a:pt x="1438" y="2283"/>
                    </a:cubicBezTo>
                    <a:cubicBezTo>
                      <a:pt x="2854" y="2283"/>
                      <a:pt x="2854" y="1"/>
                      <a:pt x="1438"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 name="Google Shape;56;p53"/>
              <p:cNvSpPr/>
              <p:nvPr/>
            </p:nvSpPr>
            <p:spPr>
              <a:xfrm>
                <a:off x="395025" y="514750"/>
                <a:ext cx="21725" cy="14300"/>
              </a:xfrm>
              <a:custGeom>
                <a:rect b="b" l="l" r="r" t="t"/>
                <a:pathLst>
                  <a:path extrusionOk="0" h="572" w="869">
                    <a:moveTo>
                      <a:pt x="572" y="1"/>
                    </a:moveTo>
                    <a:cubicBezTo>
                      <a:pt x="1" y="1"/>
                      <a:pt x="1" y="572"/>
                      <a:pt x="572" y="572"/>
                    </a:cubicBezTo>
                    <a:cubicBezTo>
                      <a:pt x="868" y="572"/>
                      <a:pt x="868" y="1"/>
                      <a:pt x="572"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 name="Google Shape;57;p53"/>
              <p:cNvSpPr/>
              <p:nvPr/>
            </p:nvSpPr>
            <p:spPr>
              <a:xfrm>
                <a:off x="1094050" y="1399250"/>
                <a:ext cx="14300" cy="14275"/>
              </a:xfrm>
              <a:custGeom>
                <a:rect b="b" l="l" r="r" t="t"/>
                <a:pathLst>
                  <a:path extrusionOk="0" h="571" w="572">
                    <a:moveTo>
                      <a:pt x="298" y="0"/>
                    </a:moveTo>
                    <a:cubicBezTo>
                      <a:pt x="1" y="0"/>
                      <a:pt x="1" y="571"/>
                      <a:pt x="298" y="571"/>
                    </a:cubicBezTo>
                    <a:cubicBezTo>
                      <a:pt x="572" y="571"/>
                      <a:pt x="572" y="0"/>
                      <a:pt x="298"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 name="Google Shape;58;p53"/>
              <p:cNvSpPr/>
              <p:nvPr/>
            </p:nvSpPr>
            <p:spPr>
              <a:xfrm>
                <a:off x="630700" y="1527625"/>
                <a:ext cx="21150" cy="14300"/>
              </a:xfrm>
              <a:custGeom>
                <a:rect b="b" l="l" r="r" t="t"/>
                <a:pathLst>
                  <a:path extrusionOk="0" h="572" w="846">
                    <a:moveTo>
                      <a:pt x="275" y="1"/>
                    </a:moveTo>
                    <a:cubicBezTo>
                      <a:pt x="1" y="1"/>
                      <a:pt x="1" y="571"/>
                      <a:pt x="275" y="571"/>
                    </a:cubicBezTo>
                    <a:cubicBezTo>
                      <a:pt x="845" y="571"/>
                      <a:pt x="845" y="1"/>
                      <a:pt x="275"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 name="Google Shape;59;p53"/>
              <p:cNvSpPr/>
              <p:nvPr/>
            </p:nvSpPr>
            <p:spPr>
              <a:xfrm>
                <a:off x="987350" y="1256575"/>
                <a:ext cx="14300" cy="14300"/>
              </a:xfrm>
              <a:custGeom>
                <a:rect b="b" l="l" r="r" t="t"/>
                <a:pathLst>
                  <a:path extrusionOk="0" h="572" w="572">
                    <a:moveTo>
                      <a:pt x="275" y="1"/>
                    </a:moveTo>
                    <a:cubicBezTo>
                      <a:pt x="1" y="1"/>
                      <a:pt x="1" y="571"/>
                      <a:pt x="275" y="571"/>
                    </a:cubicBezTo>
                    <a:cubicBezTo>
                      <a:pt x="571" y="571"/>
                      <a:pt x="571" y="1"/>
                      <a:pt x="275"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 name="Google Shape;60;p53"/>
              <p:cNvSpPr/>
              <p:nvPr/>
            </p:nvSpPr>
            <p:spPr>
              <a:xfrm>
                <a:off x="1778825" y="671675"/>
                <a:ext cx="21700" cy="14300"/>
              </a:xfrm>
              <a:custGeom>
                <a:rect b="b" l="l" r="r" t="t"/>
                <a:pathLst>
                  <a:path extrusionOk="0" h="572" w="868">
                    <a:moveTo>
                      <a:pt x="297" y="1"/>
                    </a:moveTo>
                    <a:cubicBezTo>
                      <a:pt x="0" y="1"/>
                      <a:pt x="0" y="571"/>
                      <a:pt x="297" y="571"/>
                    </a:cubicBezTo>
                    <a:cubicBezTo>
                      <a:pt x="868" y="571"/>
                      <a:pt x="868" y="1"/>
                      <a:pt x="297"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 name="Google Shape;61;p53"/>
              <p:cNvSpPr/>
              <p:nvPr/>
            </p:nvSpPr>
            <p:spPr>
              <a:xfrm>
                <a:off x="1429600" y="1541900"/>
                <a:ext cx="21125" cy="14275"/>
              </a:xfrm>
              <a:custGeom>
                <a:rect b="b" l="l" r="r" t="t"/>
                <a:pathLst>
                  <a:path extrusionOk="0" h="571" w="845">
                    <a:moveTo>
                      <a:pt x="571" y="0"/>
                    </a:moveTo>
                    <a:cubicBezTo>
                      <a:pt x="0" y="0"/>
                      <a:pt x="0" y="571"/>
                      <a:pt x="571" y="571"/>
                    </a:cubicBezTo>
                    <a:cubicBezTo>
                      <a:pt x="845" y="571"/>
                      <a:pt x="845" y="0"/>
                      <a:pt x="571"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 name="Google Shape;62;p53"/>
              <p:cNvSpPr/>
              <p:nvPr/>
            </p:nvSpPr>
            <p:spPr>
              <a:xfrm>
                <a:off x="1550575" y="1606375"/>
                <a:ext cx="21700" cy="14300"/>
              </a:xfrm>
              <a:custGeom>
                <a:rect b="b" l="l" r="r" t="t"/>
                <a:pathLst>
                  <a:path extrusionOk="0" h="572" w="868">
                    <a:moveTo>
                      <a:pt x="297" y="1"/>
                    </a:moveTo>
                    <a:cubicBezTo>
                      <a:pt x="0" y="1"/>
                      <a:pt x="0" y="571"/>
                      <a:pt x="297" y="571"/>
                    </a:cubicBezTo>
                    <a:cubicBezTo>
                      <a:pt x="868" y="571"/>
                      <a:pt x="868" y="1"/>
                      <a:pt x="297"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 name="Google Shape;63;p53"/>
              <p:cNvSpPr/>
              <p:nvPr/>
            </p:nvSpPr>
            <p:spPr>
              <a:xfrm>
                <a:off x="2642200" y="1349600"/>
                <a:ext cx="21125" cy="14275"/>
              </a:xfrm>
              <a:custGeom>
                <a:rect b="b" l="l" r="r" t="t"/>
                <a:pathLst>
                  <a:path extrusionOk="0" h="571" w="845">
                    <a:moveTo>
                      <a:pt x="274" y="0"/>
                    </a:moveTo>
                    <a:cubicBezTo>
                      <a:pt x="0" y="0"/>
                      <a:pt x="0" y="571"/>
                      <a:pt x="274" y="571"/>
                    </a:cubicBezTo>
                    <a:cubicBezTo>
                      <a:pt x="845" y="571"/>
                      <a:pt x="845" y="0"/>
                      <a:pt x="274"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 name="Google Shape;64;p53"/>
              <p:cNvSpPr/>
              <p:nvPr/>
            </p:nvSpPr>
            <p:spPr>
              <a:xfrm>
                <a:off x="2856175" y="778950"/>
                <a:ext cx="21150" cy="14300"/>
              </a:xfrm>
              <a:custGeom>
                <a:rect b="b" l="l" r="r" t="t"/>
                <a:pathLst>
                  <a:path extrusionOk="0" h="572" w="846">
                    <a:moveTo>
                      <a:pt x="274" y="1"/>
                    </a:moveTo>
                    <a:cubicBezTo>
                      <a:pt x="1" y="1"/>
                      <a:pt x="1" y="572"/>
                      <a:pt x="274" y="572"/>
                    </a:cubicBezTo>
                    <a:cubicBezTo>
                      <a:pt x="845" y="572"/>
                      <a:pt x="845" y="1"/>
                      <a:pt x="274"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 name="Google Shape;65;p53"/>
              <p:cNvSpPr/>
              <p:nvPr/>
            </p:nvSpPr>
            <p:spPr>
              <a:xfrm>
                <a:off x="3070150" y="1056850"/>
                <a:ext cx="14300" cy="14300"/>
              </a:xfrm>
              <a:custGeom>
                <a:rect b="b" l="l" r="r" t="t"/>
                <a:pathLst>
                  <a:path extrusionOk="0" h="572" w="572">
                    <a:moveTo>
                      <a:pt x="275" y="1"/>
                    </a:moveTo>
                    <a:cubicBezTo>
                      <a:pt x="1" y="1"/>
                      <a:pt x="1" y="572"/>
                      <a:pt x="275" y="572"/>
                    </a:cubicBezTo>
                    <a:cubicBezTo>
                      <a:pt x="572" y="572"/>
                      <a:pt x="572" y="1"/>
                      <a:pt x="275"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 name="Google Shape;66;p53"/>
              <p:cNvSpPr/>
              <p:nvPr/>
            </p:nvSpPr>
            <p:spPr>
              <a:xfrm>
                <a:off x="3533525" y="778950"/>
                <a:ext cx="21700" cy="14300"/>
              </a:xfrm>
              <a:custGeom>
                <a:rect b="b" l="l" r="r" t="t"/>
                <a:pathLst>
                  <a:path extrusionOk="0" h="572" w="868">
                    <a:moveTo>
                      <a:pt x="571" y="1"/>
                    </a:moveTo>
                    <a:cubicBezTo>
                      <a:pt x="0" y="1"/>
                      <a:pt x="0" y="572"/>
                      <a:pt x="571" y="572"/>
                    </a:cubicBezTo>
                    <a:cubicBezTo>
                      <a:pt x="868" y="572"/>
                      <a:pt x="868" y="1"/>
                      <a:pt x="571"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 name="Google Shape;67;p53"/>
              <p:cNvSpPr/>
              <p:nvPr/>
            </p:nvSpPr>
            <p:spPr>
              <a:xfrm>
                <a:off x="3284150" y="622050"/>
                <a:ext cx="14300" cy="14275"/>
              </a:xfrm>
              <a:custGeom>
                <a:rect b="b" l="l" r="r" t="t"/>
                <a:pathLst>
                  <a:path extrusionOk="0" h="571" w="572">
                    <a:moveTo>
                      <a:pt x="274" y="0"/>
                    </a:moveTo>
                    <a:cubicBezTo>
                      <a:pt x="0" y="0"/>
                      <a:pt x="0" y="571"/>
                      <a:pt x="274" y="571"/>
                    </a:cubicBezTo>
                    <a:cubicBezTo>
                      <a:pt x="571" y="571"/>
                      <a:pt x="571" y="0"/>
                      <a:pt x="274"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 name="Google Shape;68;p53"/>
              <p:cNvSpPr/>
              <p:nvPr/>
            </p:nvSpPr>
            <p:spPr>
              <a:xfrm>
                <a:off x="3312675" y="850300"/>
                <a:ext cx="21150" cy="14275"/>
              </a:xfrm>
              <a:custGeom>
                <a:rect b="b" l="l" r="r" t="t"/>
                <a:pathLst>
                  <a:path extrusionOk="0" h="571" w="846">
                    <a:moveTo>
                      <a:pt x="571" y="0"/>
                    </a:moveTo>
                    <a:cubicBezTo>
                      <a:pt x="1" y="0"/>
                      <a:pt x="1" y="571"/>
                      <a:pt x="571" y="571"/>
                    </a:cubicBezTo>
                    <a:cubicBezTo>
                      <a:pt x="845" y="571"/>
                      <a:pt x="845" y="0"/>
                      <a:pt x="571"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 name="Google Shape;69;p53"/>
              <p:cNvSpPr/>
              <p:nvPr/>
            </p:nvSpPr>
            <p:spPr>
              <a:xfrm>
                <a:off x="4332400" y="2340775"/>
                <a:ext cx="21700" cy="14300"/>
              </a:xfrm>
              <a:custGeom>
                <a:rect b="b" l="l" r="r" t="t"/>
                <a:pathLst>
                  <a:path extrusionOk="0" h="572" w="868">
                    <a:moveTo>
                      <a:pt x="571" y="1"/>
                    </a:moveTo>
                    <a:cubicBezTo>
                      <a:pt x="1" y="1"/>
                      <a:pt x="1" y="571"/>
                      <a:pt x="571" y="571"/>
                    </a:cubicBezTo>
                    <a:cubicBezTo>
                      <a:pt x="868" y="571"/>
                      <a:pt x="868" y="1"/>
                      <a:pt x="571"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 name="Google Shape;70;p53"/>
              <p:cNvSpPr/>
              <p:nvPr/>
            </p:nvSpPr>
            <p:spPr>
              <a:xfrm>
                <a:off x="3726400" y="2633525"/>
                <a:ext cx="21125" cy="14275"/>
              </a:xfrm>
              <a:custGeom>
                <a:rect b="b" l="l" r="r" t="t"/>
                <a:pathLst>
                  <a:path extrusionOk="0" h="571" w="845">
                    <a:moveTo>
                      <a:pt x="274" y="0"/>
                    </a:moveTo>
                    <a:cubicBezTo>
                      <a:pt x="0" y="0"/>
                      <a:pt x="0" y="571"/>
                      <a:pt x="274" y="571"/>
                    </a:cubicBezTo>
                    <a:cubicBezTo>
                      <a:pt x="845" y="571"/>
                      <a:pt x="845" y="0"/>
                      <a:pt x="274"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 name="Google Shape;71;p53"/>
              <p:cNvSpPr/>
              <p:nvPr/>
            </p:nvSpPr>
            <p:spPr>
              <a:xfrm>
                <a:off x="4061350" y="2026925"/>
                <a:ext cx="14300" cy="14300"/>
              </a:xfrm>
              <a:custGeom>
                <a:rect b="b" l="l" r="r" t="t"/>
                <a:pathLst>
                  <a:path extrusionOk="0" h="572" w="572">
                    <a:moveTo>
                      <a:pt x="297" y="1"/>
                    </a:moveTo>
                    <a:cubicBezTo>
                      <a:pt x="1" y="1"/>
                      <a:pt x="1" y="571"/>
                      <a:pt x="297" y="571"/>
                    </a:cubicBezTo>
                    <a:cubicBezTo>
                      <a:pt x="571" y="571"/>
                      <a:pt x="571" y="1"/>
                      <a:pt x="297"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 name="Google Shape;72;p53"/>
              <p:cNvSpPr/>
              <p:nvPr/>
            </p:nvSpPr>
            <p:spPr>
              <a:xfrm>
                <a:off x="2820225" y="1613225"/>
                <a:ext cx="21700" cy="14300"/>
              </a:xfrm>
              <a:custGeom>
                <a:rect b="b" l="l" r="r" t="t"/>
                <a:pathLst>
                  <a:path extrusionOk="0" h="572" w="868">
                    <a:moveTo>
                      <a:pt x="297" y="1"/>
                    </a:moveTo>
                    <a:cubicBezTo>
                      <a:pt x="1" y="1"/>
                      <a:pt x="1" y="571"/>
                      <a:pt x="297" y="571"/>
                    </a:cubicBezTo>
                    <a:cubicBezTo>
                      <a:pt x="868" y="571"/>
                      <a:pt x="868" y="1"/>
                      <a:pt x="297"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 name="Google Shape;73;p53"/>
              <p:cNvSpPr/>
              <p:nvPr/>
            </p:nvSpPr>
            <p:spPr>
              <a:xfrm>
                <a:off x="3583725" y="1841475"/>
                <a:ext cx="21150" cy="14300"/>
              </a:xfrm>
              <a:custGeom>
                <a:rect b="b" l="l" r="r" t="t"/>
                <a:pathLst>
                  <a:path extrusionOk="0" h="572" w="846">
                    <a:moveTo>
                      <a:pt x="571" y="1"/>
                    </a:moveTo>
                    <a:cubicBezTo>
                      <a:pt x="1" y="1"/>
                      <a:pt x="1" y="571"/>
                      <a:pt x="571" y="571"/>
                    </a:cubicBezTo>
                    <a:cubicBezTo>
                      <a:pt x="845" y="571"/>
                      <a:pt x="845" y="1"/>
                      <a:pt x="571"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 name="Google Shape;74;p53"/>
              <p:cNvSpPr/>
              <p:nvPr/>
            </p:nvSpPr>
            <p:spPr>
              <a:xfrm>
                <a:off x="3604850" y="1998400"/>
                <a:ext cx="21700" cy="14300"/>
              </a:xfrm>
              <a:custGeom>
                <a:rect b="b" l="l" r="r" t="t"/>
                <a:pathLst>
                  <a:path extrusionOk="0" h="572" w="868">
                    <a:moveTo>
                      <a:pt x="297" y="1"/>
                    </a:moveTo>
                    <a:cubicBezTo>
                      <a:pt x="0" y="1"/>
                      <a:pt x="0" y="571"/>
                      <a:pt x="297" y="571"/>
                    </a:cubicBezTo>
                    <a:cubicBezTo>
                      <a:pt x="868" y="571"/>
                      <a:pt x="868" y="1"/>
                      <a:pt x="297"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 name="Google Shape;75;p53"/>
              <p:cNvSpPr/>
              <p:nvPr/>
            </p:nvSpPr>
            <p:spPr>
              <a:xfrm>
                <a:off x="3883325" y="1798675"/>
                <a:ext cx="21125" cy="14300"/>
              </a:xfrm>
              <a:custGeom>
                <a:rect b="b" l="l" r="r" t="t"/>
                <a:pathLst>
                  <a:path extrusionOk="0" h="572" w="845">
                    <a:moveTo>
                      <a:pt x="274" y="1"/>
                    </a:moveTo>
                    <a:cubicBezTo>
                      <a:pt x="0" y="1"/>
                      <a:pt x="0" y="571"/>
                      <a:pt x="274" y="571"/>
                    </a:cubicBezTo>
                    <a:cubicBezTo>
                      <a:pt x="845" y="571"/>
                      <a:pt x="845" y="1"/>
                      <a:pt x="274"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 name="Google Shape;76;p53"/>
              <p:cNvSpPr/>
              <p:nvPr/>
            </p:nvSpPr>
            <p:spPr>
              <a:xfrm>
                <a:off x="4261075" y="1827200"/>
                <a:ext cx="14300" cy="14300"/>
              </a:xfrm>
              <a:custGeom>
                <a:rect b="b" l="l" r="r" t="t"/>
                <a:pathLst>
                  <a:path extrusionOk="0" h="572" w="572">
                    <a:moveTo>
                      <a:pt x="297" y="1"/>
                    </a:moveTo>
                    <a:cubicBezTo>
                      <a:pt x="0" y="1"/>
                      <a:pt x="0" y="572"/>
                      <a:pt x="297" y="572"/>
                    </a:cubicBezTo>
                    <a:cubicBezTo>
                      <a:pt x="571" y="572"/>
                      <a:pt x="571" y="1"/>
                      <a:pt x="297"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 name="Google Shape;77;p53"/>
              <p:cNvSpPr/>
              <p:nvPr/>
            </p:nvSpPr>
            <p:spPr>
              <a:xfrm>
                <a:off x="4396875" y="793225"/>
                <a:ext cx="21150" cy="14300"/>
              </a:xfrm>
              <a:custGeom>
                <a:rect b="b" l="l" r="r" t="t"/>
                <a:pathLst>
                  <a:path extrusionOk="0" h="572" w="846">
                    <a:moveTo>
                      <a:pt x="571" y="1"/>
                    </a:moveTo>
                    <a:cubicBezTo>
                      <a:pt x="1" y="1"/>
                      <a:pt x="1" y="571"/>
                      <a:pt x="571" y="571"/>
                    </a:cubicBezTo>
                    <a:cubicBezTo>
                      <a:pt x="845" y="571"/>
                      <a:pt x="845" y="1"/>
                      <a:pt x="571"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 name="Google Shape;78;p53"/>
              <p:cNvSpPr/>
              <p:nvPr/>
            </p:nvSpPr>
            <p:spPr>
              <a:xfrm>
                <a:off x="5102750" y="664825"/>
                <a:ext cx="14300" cy="14300"/>
              </a:xfrm>
              <a:custGeom>
                <a:rect b="b" l="l" r="r" t="t"/>
                <a:pathLst>
                  <a:path extrusionOk="0" h="572" w="572">
                    <a:moveTo>
                      <a:pt x="297" y="1"/>
                    </a:moveTo>
                    <a:cubicBezTo>
                      <a:pt x="1" y="1"/>
                      <a:pt x="1" y="572"/>
                      <a:pt x="297" y="572"/>
                    </a:cubicBezTo>
                    <a:cubicBezTo>
                      <a:pt x="571" y="572"/>
                      <a:pt x="571" y="1"/>
                      <a:pt x="297"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 name="Google Shape;79;p53"/>
              <p:cNvSpPr/>
              <p:nvPr/>
            </p:nvSpPr>
            <p:spPr>
              <a:xfrm>
                <a:off x="4874500" y="1135600"/>
                <a:ext cx="21700" cy="14300"/>
              </a:xfrm>
              <a:custGeom>
                <a:rect b="b" l="l" r="r" t="t"/>
                <a:pathLst>
                  <a:path extrusionOk="0" h="572" w="868">
                    <a:moveTo>
                      <a:pt x="297" y="1"/>
                    </a:moveTo>
                    <a:cubicBezTo>
                      <a:pt x="1" y="1"/>
                      <a:pt x="1" y="571"/>
                      <a:pt x="297" y="571"/>
                    </a:cubicBezTo>
                    <a:cubicBezTo>
                      <a:pt x="868" y="571"/>
                      <a:pt x="868" y="1"/>
                      <a:pt x="297"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 name="Google Shape;80;p53"/>
              <p:cNvSpPr/>
              <p:nvPr/>
            </p:nvSpPr>
            <p:spPr>
              <a:xfrm>
                <a:off x="5395500" y="1741625"/>
                <a:ext cx="21125" cy="14275"/>
              </a:xfrm>
              <a:custGeom>
                <a:rect b="b" l="l" r="r" t="t"/>
                <a:pathLst>
                  <a:path extrusionOk="0" h="571" w="845">
                    <a:moveTo>
                      <a:pt x="571" y="0"/>
                    </a:moveTo>
                    <a:cubicBezTo>
                      <a:pt x="0" y="0"/>
                      <a:pt x="0" y="571"/>
                      <a:pt x="571" y="571"/>
                    </a:cubicBezTo>
                    <a:cubicBezTo>
                      <a:pt x="845" y="571"/>
                      <a:pt x="845" y="0"/>
                      <a:pt x="571"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 name="Google Shape;81;p53"/>
              <p:cNvSpPr/>
              <p:nvPr/>
            </p:nvSpPr>
            <p:spPr>
              <a:xfrm>
                <a:off x="5701925" y="1249725"/>
                <a:ext cx="21700" cy="14300"/>
              </a:xfrm>
              <a:custGeom>
                <a:rect b="b" l="l" r="r" t="t"/>
                <a:pathLst>
                  <a:path extrusionOk="0" h="572" w="868">
                    <a:moveTo>
                      <a:pt x="297" y="1"/>
                    </a:moveTo>
                    <a:cubicBezTo>
                      <a:pt x="0" y="1"/>
                      <a:pt x="0" y="571"/>
                      <a:pt x="297" y="571"/>
                    </a:cubicBezTo>
                    <a:cubicBezTo>
                      <a:pt x="868" y="571"/>
                      <a:pt x="868" y="1"/>
                      <a:pt x="297"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 name="Google Shape;82;p53"/>
              <p:cNvSpPr/>
              <p:nvPr/>
            </p:nvSpPr>
            <p:spPr>
              <a:xfrm>
                <a:off x="5238575" y="1099650"/>
                <a:ext cx="14275" cy="14300"/>
              </a:xfrm>
              <a:custGeom>
                <a:rect b="b" l="l" r="r" t="t"/>
                <a:pathLst>
                  <a:path extrusionOk="0" h="572" w="571">
                    <a:moveTo>
                      <a:pt x="274" y="1"/>
                    </a:moveTo>
                    <a:cubicBezTo>
                      <a:pt x="0" y="1"/>
                      <a:pt x="0" y="571"/>
                      <a:pt x="274" y="571"/>
                    </a:cubicBezTo>
                    <a:cubicBezTo>
                      <a:pt x="571" y="571"/>
                      <a:pt x="571" y="1"/>
                      <a:pt x="274"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 name="Google Shape;83;p53"/>
              <p:cNvSpPr/>
              <p:nvPr/>
            </p:nvSpPr>
            <p:spPr>
              <a:xfrm>
                <a:off x="5138700" y="871400"/>
                <a:ext cx="14300" cy="14300"/>
              </a:xfrm>
              <a:custGeom>
                <a:rect b="b" l="l" r="r" t="t"/>
                <a:pathLst>
                  <a:path extrusionOk="0" h="572" w="572">
                    <a:moveTo>
                      <a:pt x="275" y="1"/>
                    </a:moveTo>
                    <a:cubicBezTo>
                      <a:pt x="1" y="1"/>
                      <a:pt x="1" y="571"/>
                      <a:pt x="275" y="571"/>
                    </a:cubicBezTo>
                    <a:cubicBezTo>
                      <a:pt x="571" y="571"/>
                      <a:pt x="571" y="1"/>
                      <a:pt x="275"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 name="Google Shape;84;p53"/>
              <p:cNvSpPr/>
              <p:nvPr/>
            </p:nvSpPr>
            <p:spPr>
              <a:xfrm>
                <a:off x="6522500" y="614625"/>
                <a:ext cx="21125" cy="14275"/>
              </a:xfrm>
              <a:custGeom>
                <a:rect b="b" l="l" r="r" t="t"/>
                <a:pathLst>
                  <a:path extrusionOk="0" h="571" w="845">
                    <a:moveTo>
                      <a:pt x="571" y="0"/>
                    </a:moveTo>
                    <a:cubicBezTo>
                      <a:pt x="0" y="0"/>
                      <a:pt x="0" y="571"/>
                      <a:pt x="571" y="571"/>
                    </a:cubicBezTo>
                    <a:cubicBezTo>
                      <a:pt x="845" y="571"/>
                      <a:pt x="845" y="0"/>
                      <a:pt x="571"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 name="Google Shape;85;p53"/>
              <p:cNvSpPr/>
              <p:nvPr/>
            </p:nvSpPr>
            <p:spPr>
              <a:xfrm>
                <a:off x="6714800" y="1256575"/>
                <a:ext cx="21700" cy="14300"/>
              </a:xfrm>
              <a:custGeom>
                <a:rect b="b" l="l" r="r" t="t"/>
                <a:pathLst>
                  <a:path extrusionOk="0" h="572" w="868">
                    <a:moveTo>
                      <a:pt x="297" y="1"/>
                    </a:moveTo>
                    <a:cubicBezTo>
                      <a:pt x="0" y="1"/>
                      <a:pt x="0" y="571"/>
                      <a:pt x="297" y="571"/>
                    </a:cubicBezTo>
                    <a:cubicBezTo>
                      <a:pt x="868" y="571"/>
                      <a:pt x="868" y="1"/>
                      <a:pt x="297"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 name="Google Shape;86;p53"/>
              <p:cNvSpPr/>
              <p:nvPr/>
            </p:nvSpPr>
            <p:spPr>
              <a:xfrm>
                <a:off x="6329625" y="1349600"/>
                <a:ext cx="14275" cy="14275"/>
              </a:xfrm>
              <a:custGeom>
                <a:rect b="b" l="l" r="r" t="t"/>
                <a:pathLst>
                  <a:path extrusionOk="0" h="571" w="571">
                    <a:moveTo>
                      <a:pt x="297" y="0"/>
                    </a:moveTo>
                    <a:cubicBezTo>
                      <a:pt x="0" y="0"/>
                      <a:pt x="0" y="571"/>
                      <a:pt x="297" y="571"/>
                    </a:cubicBezTo>
                    <a:cubicBezTo>
                      <a:pt x="571" y="571"/>
                      <a:pt x="571" y="0"/>
                      <a:pt x="297"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 name="Google Shape;87;p53"/>
              <p:cNvSpPr/>
              <p:nvPr/>
            </p:nvSpPr>
            <p:spPr>
              <a:xfrm>
                <a:off x="6793550" y="1698825"/>
                <a:ext cx="21125" cy="14275"/>
              </a:xfrm>
              <a:custGeom>
                <a:rect b="b" l="l" r="r" t="t"/>
                <a:pathLst>
                  <a:path extrusionOk="0" h="571" w="845">
                    <a:moveTo>
                      <a:pt x="274" y="0"/>
                    </a:moveTo>
                    <a:cubicBezTo>
                      <a:pt x="0" y="0"/>
                      <a:pt x="0" y="571"/>
                      <a:pt x="274" y="571"/>
                    </a:cubicBezTo>
                    <a:cubicBezTo>
                      <a:pt x="845" y="571"/>
                      <a:pt x="845" y="0"/>
                      <a:pt x="274"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 name="Google Shape;88;p53"/>
              <p:cNvSpPr/>
              <p:nvPr/>
            </p:nvSpPr>
            <p:spPr>
              <a:xfrm>
                <a:off x="7214100" y="950150"/>
                <a:ext cx="14275" cy="14300"/>
              </a:xfrm>
              <a:custGeom>
                <a:rect b="b" l="l" r="r" t="t"/>
                <a:pathLst>
                  <a:path extrusionOk="0" h="572" w="571">
                    <a:moveTo>
                      <a:pt x="297" y="1"/>
                    </a:moveTo>
                    <a:cubicBezTo>
                      <a:pt x="0" y="1"/>
                      <a:pt x="0" y="571"/>
                      <a:pt x="297" y="571"/>
                    </a:cubicBezTo>
                    <a:cubicBezTo>
                      <a:pt x="571" y="571"/>
                      <a:pt x="571" y="1"/>
                      <a:pt x="297"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 name="Google Shape;89;p53"/>
              <p:cNvSpPr/>
              <p:nvPr/>
            </p:nvSpPr>
            <p:spPr>
              <a:xfrm>
                <a:off x="6864875" y="921625"/>
                <a:ext cx="21125" cy="14275"/>
              </a:xfrm>
              <a:custGeom>
                <a:rect b="b" l="l" r="r" t="t"/>
                <a:pathLst>
                  <a:path extrusionOk="0" h="571" w="845">
                    <a:moveTo>
                      <a:pt x="274" y="0"/>
                    </a:moveTo>
                    <a:cubicBezTo>
                      <a:pt x="0" y="0"/>
                      <a:pt x="0" y="571"/>
                      <a:pt x="274" y="571"/>
                    </a:cubicBezTo>
                    <a:cubicBezTo>
                      <a:pt x="845" y="571"/>
                      <a:pt x="845" y="0"/>
                      <a:pt x="274"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 name="Google Shape;90;p53"/>
              <p:cNvSpPr/>
              <p:nvPr/>
            </p:nvSpPr>
            <p:spPr>
              <a:xfrm>
                <a:off x="7264325" y="557550"/>
                <a:ext cx="14275" cy="14300"/>
              </a:xfrm>
              <a:custGeom>
                <a:rect b="b" l="l" r="r" t="t"/>
                <a:pathLst>
                  <a:path extrusionOk="0" h="572" w="571">
                    <a:moveTo>
                      <a:pt x="274" y="1"/>
                    </a:moveTo>
                    <a:cubicBezTo>
                      <a:pt x="0" y="1"/>
                      <a:pt x="0" y="571"/>
                      <a:pt x="274" y="571"/>
                    </a:cubicBezTo>
                    <a:cubicBezTo>
                      <a:pt x="571" y="571"/>
                      <a:pt x="571" y="1"/>
                      <a:pt x="274"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 name="Google Shape;91;p53"/>
              <p:cNvSpPr/>
              <p:nvPr/>
            </p:nvSpPr>
            <p:spPr>
              <a:xfrm>
                <a:off x="7093125" y="821750"/>
                <a:ext cx="14300" cy="14300"/>
              </a:xfrm>
              <a:custGeom>
                <a:rect b="b" l="l" r="r" t="t"/>
                <a:pathLst>
                  <a:path extrusionOk="0" h="572" w="572">
                    <a:moveTo>
                      <a:pt x="274" y="1"/>
                    </a:moveTo>
                    <a:cubicBezTo>
                      <a:pt x="0" y="1"/>
                      <a:pt x="0" y="572"/>
                      <a:pt x="274" y="572"/>
                    </a:cubicBezTo>
                    <a:cubicBezTo>
                      <a:pt x="571" y="572"/>
                      <a:pt x="571" y="1"/>
                      <a:pt x="274"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 name="Google Shape;92;p53"/>
              <p:cNvSpPr/>
              <p:nvPr/>
            </p:nvSpPr>
            <p:spPr>
              <a:xfrm>
                <a:off x="6828925" y="657425"/>
                <a:ext cx="21700" cy="14275"/>
              </a:xfrm>
              <a:custGeom>
                <a:rect b="b" l="l" r="r" t="t"/>
                <a:pathLst>
                  <a:path extrusionOk="0" h="571" w="868">
                    <a:moveTo>
                      <a:pt x="297" y="0"/>
                    </a:moveTo>
                    <a:cubicBezTo>
                      <a:pt x="0" y="0"/>
                      <a:pt x="0" y="571"/>
                      <a:pt x="297" y="571"/>
                    </a:cubicBezTo>
                    <a:cubicBezTo>
                      <a:pt x="868" y="571"/>
                      <a:pt x="868" y="0"/>
                      <a:pt x="297"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 name="Google Shape;93;p53"/>
              <p:cNvSpPr/>
              <p:nvPr/>
            </p:nvSpPr>
            <p:spPr>
              <a:xfrm>
                <a:off x="7078850" y="2469175"/>
                <a:ext cx="14300" cy="14300"/>
              </a:xfrm>
              <a:custGeom>
                <a:rect b="b" l="l" r="r" t="t"/>
                <a:pathLst>
                  <a:path extrusionOk="0" h="572" w="572">
                    <a:moveTo>
                      <a:pt x="275" y="0"/>
                    </a:moveTo>
                    <a:cubicBezTo>
                      <a:pt x="1" y="0"/>
                      <a:pt x="1" y="571"/>
                      <a:pt x="275" y="571"/>
                    </a:cubicBezTo>
                    <a:cubicBezTo>
                      <a:pt x="571" y="571"/>
                      <a:pt x="571" y="0"/>
                      <a:pt x="275"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 name="Google Shape;94;p53"/>
              <p:cNvSpPr/>
              <p:nvPr/>
            </p:nvSpPr>
            <p:spPr>
              <a:xfrm>
                <a:off x="6465425" y="2141050"/>
                <a:ext cx="21150" cy="14300"/>
              </a:xfrm>
              <a:custGeom>
                <a:rect b="b" l="l" r="r" t="t"/>
                <a:pathLst>
                  <a:path extrusionOk="0" h="572" w="846">
                    <a:moveTo>
                      <a:pt x="571" y="1"/>
                    </a:moveTo>
                    <a:cubicBezTo>
                      <a:pt x="1" y="1"/>
                      <a:pt x="1" y="572"/>
                      <a:pt x="571" y="572"/>
                    </a:cubicBezTo>
                    <a:cubicBezTo>
                      <a:pt x="845" y="572"/>
                      <a:pt x="845" y="1"/>
                      <a:pt x="571"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 name="Google Shape;95;p53"/>
              <p:cNvSpPr/>
              <p:nvPr/>
            </p:nvSpPr>
            <p:spPr>
              <a:xfrm>
                <a:off x="6515075" y="2804700"/>
                <a:ext cx="21700" cy="14300"/>
              </a:xfrm>
              <a:custGeom>
                <a:rect b="b" l="l" r="r" t="t"/>
                <a:pathLst>
                  <a:path extrusionOk="0" h="572" w="868">
                    <a:moveTo>
                      <a:pt x="571" y="1"/>
                    </a:moveTo>
                    <a:cubicBezTo>
                      <a:pt x="0" y="1"/>
                      <a:pt x="0" y="571"/>
                      <a:pt x="571" y="571"/>
                    </a:cubicBezTo>
                    <a:cubicBezTo>
                      <a:pt x="868" y="571"/>
                      <a:pt x="868" y="1"/>
                      <a:pt x="571"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 name="Google Shape;96;p53"/>
              <p:cNvSpPr/>
              <p:nvPr/>
            </p:nvSpPr>
            <p:spPr>
              <a:xfrm>
                <a:off x="6700525" y="2733375"/>
                <a:ext cx="21700" cy="14300"/>
              </a:xfrm>
              <a:custGeom>
                <a:rect b="b" l="l" r="r" t="t"/>
                <a:pathLst>
                  <a:path extrusionOk="0" h="572" w="868">
                    <a:moveTo>
                      <a:pt x="297" y="1"/>
                    </a:moveTo>
                    <a:cubicBezTo>
                      <a:pt x="1" y="1"/>
                      <a:pt x="1" y="571"/>
                      <a:pt x="297" y="571"/>
                    </a:cubicBezTo>
                    <a:cubicBezTo>
                      <a:pt x="868" y="571"/>
                      <a:pt x="868" y="1"/>
                      <a:pt x="297"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 name="Google Shape;97;p53"/>
              <p:cNvSpPr/>
              <p:nvPr/>
            </p:nvSpPr>
            <p:spPr>
              <a:xfrm>
                <a:off x="6985850" y="3153925"/>
                <a:ext cx="14275" cy="14300"/>
              </a:xfrm>
              <a:custGeom>
                <a:rect b="b" l="l" r="r" t="t"/>
                <a:pathLst>
                  <a:path extrusionOk="0" h="572" w="571">
                    <a:moveTo>
                      <a:pt x="297" y="1"/>
                    </a:moveTo>
                    <a:cubicBezTo>
                      <a:pt x="0" y="1"/>
                      <a:pt x="0" y="571"/>
                      <a:pt x="297" y="571"/>
                    </a:cubicBezTo>
                    <a:cubicBezTo>
                      <a:pt x="571" y="571"/>
                      <a:pt x="571" y="1"/>
                      <a:pt x="297"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 name="Google Shape;98;p53"/>
              <p:cNvSpPr/>
              <p:nvPr/>
            </p:nvSpPr>
            <p:spPr>
              <a:xfrm>
                <a:off x="7142775" y="3560800"/>
                <a:ext cx="14275" cy="14275"/>
              </a:xfrm>
              <a:custGeom>
                <a:rect b="b" l="l" r="r" t="t"/>
                <a:pathLst>
                  <a:path extrusionOk="0" h="571" w="571">
                    <a:moveTo>
                      <a:pt x="297" y="0"/>
                    </a:moveTo>
                    <a:cubicBezTo>
                      <a:pt x="0" y="0"/>
                      <a:pt x="0" y="571"/>
                      <a:pt x="297" y="571"/>
                    </a:cubicBezTo>
                    <a:cubicBezTo>
                      <a:pt x="571" y="571"/>
                      <a:pt x="571" y="0"/>
                      <a:pt x="297"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 name="Google Shape;99;p53"/>
              <p:cNvSpPr/>
              <p:nvPr/>
            </p:nvSpPr>
            <p:spPr>
              <a:xfrm>
                <a:off x="6572125" y="3346800"/>
                <a:ext cx="21725" cy="14300"/>
              </a:xfrm>
              <a:custGeom>
                <a:rect b="b" l="l" r="r" t="t"/>
                <a:pathLst>
                  <a:path extrusionOk="0" h="572" w="869">
                    <a:moveTo>
                      <a:pt x="572" y="1"/>
                    </a:moveTo>
                    <a:cubicBezTo>
                      <a:pt x="1" y="1"/>
                      <a:pt x="1" y="571"/>
                      <a:pt x="572" y="571"/>
                    </a:cubicBezTo>
                    <a:cubicBezTo>
                      <a:pt x="868" y="571"/>
                      <a:pt x="868" y="1"/>
                      <a:pt x="572"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 name="Google Shape;100;p53"/>
              <p:cNvSpPr/>
              <p:nvPr/>
            </p:nvSpPr>
            <p:spPr>
              <a:xfrm>
                <a:off x="4974375" y="4024150"/>
                <a:ext cx="14275" cy="14275"/>
              </a:xfrm>
              <a:custGeom>
                <a:rect b="b" l="l" r="r" t="t"/>
                <a:pathLst>
                  <a:path extrusionOk="0" h="571" w="571">
                    <a:moveTo>
                      <a:pt x="297" y="0"/>
                    </a:moveTo>
                    <a:cubicBezTo>
                      <a:pt x="0" y="0"/>
                      <a:pt x="0" y="571"/>
                      <a:pt x="297" y="571"/>
                    </a:cubicBezTo>
                    <a:cubicBezTo>
                      <a:pt x="571" y="571"/>
                      <a:pt x="571" y="0"/>
                      <a:pt x="297"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 name="Google Shape;101;p53"/>
              <p:cNvSpPr/>
              <p:nvPr/>
            </p:nvSpPr>
            <p:spPr>
              <a:xfrm>
                <a:off x="4246800" y="3589325"/>
                <a:ext cx="14300" cy="14300"/>
              </a:xfrm>
              <a:custGeom>
                <a:rect b="b" l="l" r="r" t="t"/>
                <a:pathLst>
                  <a:path extrusionOk="0" h="572" w="572">
                    <a:moveTo>
                      <a:pt x="298" y="0"/>
                    </a:moveTo>
                    <a:cubicBezTo>
                      <a:pt x="1" y="0"/>
                      <a:pt x="1" y="571"/>
                      <a:pt x="298" y="571"/>
                    </a:cubicBezTo>
                    <a:cubicBezTo>
                      <a:pt x="571" y="571"/>
                      <a:pt x="571" y="0"/>
                      <a:pt x="298"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 name="Google Shape;102;p53"/>
              <p:cNvSpPr/>
              <p:nvPr/>
            </p:nvSpPr>
            <p:spPr>
              <a:xfrm>
                <a:off x="4539550" y="3389600"/>
                <a:ext cx="21125" cy="14300"/>
              </a:xfrm>
              <a:custGeom>
                <a:rect b="b" l="l" r="r" t="t"/>
                <a:pathLst>
                  <a:path extrusionOk="0" h="572" w="845">
                    <a:moveTo>
                      <a:pt x="571" y="1"/>
                    </a:moveTo>
                    <a:cubicBezTo>
                      <a:pt x="0" y="1"/>
                      <a:pt x="0" y="571"/>
                      <a:pt x="571" y="571"/>
                    </a:cubicBezTo>
                    <a:cubicBezTo>
                      <a:pt x="845" y="571"/>
                      <a:pt x="845" y="1"/>
                      <a:pt x="571"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 name="Google Shape;103;p53"/>
              <p:cNvSpPr/>
              <p:nvPr/>
            </p:nvSpPr>
            <p:spPr>
              <a:xfrm>
                <a:off x="4411150" y="3632125"/>
                <a:ext cx="28550" cy="14275"/>
              </a:xfrm>
              <a:custGeom>
                <a:rect b="b" l="l" r="r" t="t"/>
                <a:pathLst>
                  <a:path extrusionOk="0" h="571" w="1142">
                    <a:moveTo>
                      <a:pt x="571" y="0"/>
                    </a:moveTo>
                    <a:cubicBezTo>
                      <a:pt x="0" y="0"/>
                      <a:pt x="0" y="571"/>
                      <a:pt x="571" y="571"/>
                    </a:cubicBezTo>
                    <a:lnTo>
                      <a:pt x="845" y="571"/>
                    </a:lnTo>
                    <a:cubicBezTo>
                      <a:pt x="1142" y="571"/>
                      <a:pt x="1142" y="0"/>
                      <a:pt x="845"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 name="Google Shape;104;p53"/>
              <p:cNvSpPr/>
              <p:nvPr/>
            </p:nvSpPr>
            <p:spPr>
              <a:xfrm>
                <a:off x="4924725" y="3646375"/>
                <a:ext cx="14275" cy="14300"/>
              </a:xfrm>
              <a:custGeom>
                <a:rect b="b" l="l" r="r" t="t"/>
                <a:pathLst>
                  <a:path extrusionOk="0" h="572" w="571">
                    <a:moveTo>
                      <a:pt x="274" y="1"/>
                    </a:moveTo>
                    <a:cubicBezTo>
                      <a:pt x="0" y="1"/>
                      <a:pt x="0" y="572"/>
                      <a:pt x="274" y="572"/>
                    </a:cubicBezTo>
                    <a:cubicBezTo>
                      <a:pt x="571" y="572"/>
                      <a:pt x="571" y="1"/>
                      <a:pt x="274"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 name="Google Shape;105;p53"/>
              <p:cNvSpPr/>
              <p:nvPr/>
            </p:nvSpPr>
            <p:spPr>
              <a:xfrm>
                <a:off x="4532125" y="4095475"/>
                <a:ext cx="21700" cy="14300"/>
              </a:xfrm>
              <a:custGeom>
                <a:rect b="b" l="l" r="r" t="t"/>
                <a:pathLst>
                  <a:path extrusionOk="0" h="572" w="868">
                    <a:moveTo>
                      <a:pt x="571" y="0"/>
                    </a:moveTo>
                    <a:cubicBezTo>
                      <a:pt x="0" y="0"/>
                      <a:pt x="0" y="571"/>
                      <a:pt x="571" y="571"/>
                    </a:cubicBezTo>
                    <a:cubicBezTo>
                      <a:pt x="868" y="571"/>
                      <a:pt x="868" y="0"/>
                      <a:pt x="571"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 name="Google Shape;106;p53"/>
              <p:cNvSpPr/>
              <p:nvPr/>
            </p:nvSpPr>
            <p:spPr>
              <a:xfrm>
                <a:off x="5416600" y="2676300"/>
                <a:ext cx="21725" cy="14300"/>
              </a:xfrm>
              <a:custGeom>
                <a:rect b="b" l="l" r="r" t="t"/>
                <a:pathLst>
                  <a:path extrusionOk="0" h="572" w="869">
                    <a:moveTo>
                      <a:pt x="571" y="1"/>
                    </a:moveTo>
                    <a:cubicBezTo>
                      <a:pt x="1" y="1"/>
                      <a:pt x="1" y="572"/>
                      <a:pt x="571" y="572"/>
                    </a:cubicBezTo>
                    <a:cubicBezTo>
                      <a:pt x="868" y="572"/>
                      <a:pt x="868" y="1"/>
                      <a:pt x="571"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 name="Google Shape;107;p53"/>
              <p:cNvSpPr/>
              <p:nvPr/>
            </p:nvSpPr>
            <p:spPr>
              <a:xfrm>
                <a:off x="5067375" y="3096875"/>
                <a:ext cx="14300" cy="14275"/>
              </a:xfrm>
              <a:custGeom>
                <a:rect b="b" l="l" r="r" t="t"/>
                <a:pathLst>
                  <a:path extrusionOk="0" h="571" w="572">
                    <a:moveTo>
                      <a:pt x="274" y="0"/>
                    </a:moveTo>
                    <a:cubicBezTo>
                      <a:pt x="1" y="0"/>
                      <a:pt x="1" y="571"/>
                      <a:pt x="274" y="571"/>
                    </a:cubicBezTo>
                    <a:cubicBezTo>
                      <a:pt x="571" y="571"/>
                      <a:pt x="571" y="0"/>
                      <a:pt x="274"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 name="Google Shape;108;p53"/>
              <p:cNvSpPr/>
              <p:nvPr/>
            </p:nvSpPr>
            <p:spPr>
              <a:xfrm>
                <a:off x="5110175" y="3318275"/>
                <a:ext cx="14300" cy="14300"/>
              </a:xfrm>
              <a:custGeom>
                <a:rect b="b" l="l" r="r" t="t"/>
                <a:pathLst>
                  <a:path extrusionOk="0" h="572" w="572">
                    <a:moveTo>
                      <a:pt x="274" y="0"/>
                    </a:moveTo>
                    <a:cubicBezTo>
                      <a:pt x="0" y="0"/>
                      <a:pt x="0" y="571"/>
                      <a:pt x="274" y="571"/>
                    </a:cubicBezTo>
                    <a:cubicBezTo>
                      <a:pt x="571" y="571"/>
                      <a:pt x="571" y="0"/>
                      <a:pt x="274"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 name="Google Shape;109;p53"/>
              <p:cNvSpPr/>
              <p:nvPr/>
            </p:nvSpPr>
            <p:spPr>
              <a:xfrm>
                <a:off x="4839125" y="3196725"/>
                <a:ext cx="21125" cy="14300"/>
              </a:xfrm>
              <a:custGeom>
                <a:rect b="b" l="l" r="r" t="t"/>
                <a:pathLst>
                  <a:path extrusionOk="0" h="572" w="845">
                    <a:moveTo>
                      <a:pt x="274" y="1"/>
                    </a:moveTo>
                    <a:cubicBezTo>
                      <a:pt x="0" y="1"/>
                      <a:pt x="0" y="571"/>
                      <a:pt x="274" y="571"/>
                    </a:cubicBezTo>
                    <a:cubicBezTo>
                      <a:pt x="845" y="571"/>
                      <a:pt x="845" y="1"/>
                      <a:pt x="274"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 name="Google Shape;110;p53"/>
              <p:cNvSpPr/>
              <p:nvPr/>
            </p:nvSpPr>
            <p:spPr>
              <a:xfrm>
                <a:off x="2784850" y="4238125"/>
                <a:ext cx="21125" cy="14300"/>
              </a:xfrm>
              <a:custGeom>
                <a:rect b="b" l="l" r="r" t="t"/>
                <a:pathLst>
                  <a:path extrusionOk="0" h="572" w="845">
                    <a:moveTo>
                      <a:pt x="274" y="1"/>
                    </a:moveTo>
                    <a:cubicBezTo>
                      <a:pt x="0" y="1"/>
                      <a:pt x="0" y="571"/>
                      <a:pt x="274" y="571"/>
                    </a:cubicBezTo>
                    <a:cubicBezTo>
                      <a:pt x="845" y="571"/>
                      <a:pt x="845" y="1"/>
                      <a:pt x="274"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 name="Google Shape;111;p53"/>
              <p:cNvSpPr/>
              <p:nvPr/>
            </p:nvSpPr>
            <p:spPr>
              <a:xfrm>
                <a:off x="2756325" y="4587925"/>
                <a:ext cx="21125" cy="14300"/>
              </a:xfrm>
              <a:custGeom>
                <a:rect b="b" l="l" r="r" t="t"/>
                <a:pathLst>
                  <a:path extrusionOk="0" h="572" w="845">
                    <a:moveTo>
                      <a:pt x="274" y="1"/>
                    </a:moveTo>
                    <a:cubicBezTo>
                      <a:pt x="0" y="1"/>
                      <a:pt x="0" y="571"/>
                      <a:pt x="274" y="571"/>
                    </a:cubicBezTo>
                    <a:cubicBezTo>
                      <a:pt x="845" y="571"/>
                      <a:pt x="845" y="1"/>
                      <a:pt x="274"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 name="Google Shape;112;p53"/>
              <p:cNvSpPr/>
              <p:nvPr/>
            </p:nvSpPr>
            <p:spPr>
              <a:xfrm>
                <a:off x="3170025" y="4773375"/>
                <a:ext cx="14300" cy="14300"/>
              </a:xfrm>
              <a:custGeom>
                <a:rect b="b" l="l" r="r" t="t"/>
                <a:pathLst>
                  <a:path extrusionOk="0" h="572" w="572">
                    <a:moveTo>
                      <a:pt x="274" y="1"/>
                    </a:moveTo>
                    <a:cubicBezTo>
                      <a:pt x="0" y="1"/>
                      <a:pt x="0" y="571"/>
                      <a:pt x="274" y="571"/>
                    </a:cubicBezTo>
                    <a:cubicBezTo>
                      <a:pt x="571" y="571"/>
                      <a:pt x="571" y="1"/>
                      <a:pt x="274"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 name="Google Shape;113;p53"/>
              <p:cNvSpPr/>
              <p:nvPr/>
            </p:nvSpPr>
            <p:spPr>
              <a:xfrm>
                <a:off x="3633375" y="4445275"/>
                <a:ext cx="21700" cy="14275"/>
              </a:xfrm>
              <a:custGeom>
                <a:rect b="b" l="l" r="r" t="t"/>
                <a:pathLst>
                  <a:path extrusionOk="0" h="571" w="868">
                    <a:moveTo>
                      <a:pt x="297" y="0"/>
                    </a:moveTo>
                    <a:cubicBezTo>
                      <a:pt x="1" y="0"/>
                      <a:pt x="1" y="571"/>
                      <a:pt x="297" y="571"/>
                    </a:cubicBezTo>
                    <a:cubicBezTo>
                      <a:pt x="868" y="571"/>
                      <a:pt x="868" y="0"/>
                      <a:pt x="297"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 name="Google Shape;114;p53"/>
              <p:cNvSpPr/>
              <p:nvPr/>
            </p:nvSpPr>
            <p:spPr>
              <a:xfrm>
                <a:off x="1878675" y="4723175"/>
                <a:ext cx="14300" cy="14275"/>
              </a:xfrm>
              <a:custGeom>
                <a:rect b="b" l="l" r="r" t="t"/>
                <a:pathLst>
                  <a:path extrusionOk="0" h="571" w="572">
                    <a:moveTo>
                      <a:pt x="297" y="0"/>
                    </a:moveTo>
                    <a:cubicBezTo>
                      <a:pt x="1" y="0"/>
                      <a:pt x="1" y="571"/>
                      <a:pt x="297" y="571"/>
                    </a:cubicBezTo>
                    <a:cubicBezTo>
                      <a:pt x="571" y="571"/>
                      <a:pt x="571" y="0"/>
                      <a:pt x="297"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 name="Google Shape;115;p53"/>
              <p:cNvSpPr/>
              <p:nvPr/>
            </p:nvSpPr>
            <p:spPr>
              <a:xfrm>
                <a:off x="1957425" y="5015900"/>
                <a:ext cx="14300" cy="14300"/>
              </a:xfrm>
              <a:custGeom>
                <a:rect b="b" l="l" r="r" t="t"/>
                <a:pathLst>
                  <a:path extrusionOk="0" h="572" w="572">
                    <a:moveTo>
                      <a:pt x="275" y="1"/>
                    </a:moveTo>
                    <a:cubicBezTo>
                      <a:pt x="1" y="1"/>
                      <a:pt x="1" y="571"/>
                      <a:pt x="275" y="571"/>
                    </a:cubicBezTo>
                    <a:cubicBezTo>
                      <a:pt x="571" y="571"/>
                      <a:pt x="571" y="1"/>
                      <a:pt x="275"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 name="Google Shape;116;p53"/>
              <p:cNvSpPr/>
              <p:nvPr/>
            </p:nvSpPr>
            <p:spPr>
              <a:xfrm>
                <a:off x="1051275" y="4188475"/>
                <a:ext cx="14275" cy="14300"/>
              </a:xfrm>
              <a:custGeom>
                <a:rect b="b" l="l" r="r" t="t"/>
                <a:pathLst>
                  <a:path extrusionOk="0" h="572" w="571">
                    <a:moveTo>
                      <a:pt x="297" y="1"/>
                    </a:moveTo>
                    <a:cubicBezTo>
                      <a:pt x="0" y="1"/>
                      <a:pt x="0" y="572"/>
                      <a:pt x="297" y="572"/>
                    </a:cubicBezTo>
                    <a:cubicBezTo>
                      <a:pt x="571" y="572"/>
                      <a:pt x="571" y="1"/>
                      <a:pt x="297"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 name="Google Shape;117;p53"/>
              <p:cNvSpPr/>
              <p:nvPr/>
            </p:nvSpPr>
            <p:spPr>
              <a:xfrm>
                <a:off x="1379375" y="3831850"/>
                <a:ext cx="21700" cy="14275"/>
              </a:xfrm>
              <a:custGeom>
                <a:rect b="b" l="l" r="r" t="t"/>
                <a:pathLst>
                  <a:path extrusionOk="0" h="571" w="868">
                    <a:moveTo>
                      <a:pt x="571" y="0"/>
                    </a:moveTo>
                    <a:cubicBezTo>
                      <a:pt x="1" y="0"/>
                      <a:pt x="1" y="571"/>
                      <a:pt x="571" y="571"/>
                    </a:cubicBezTo>
                    <a:cubicBezTo>
                      <a:pt x="868" y="571"/>
                      <a:pt x="868" y="0"/>
                      <a:pt x="571"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 name="Google Shape;118;p53"/>
              <p:cNvSpPr/>
              <p:nvPr/>
            </p:nvSpPr>
            <p:spPr>
              <a:xfrm>
                <a:off x="1379375" y="4009875"/>
                <a:ext cx="21700" cy="14300"/>
              </a:xfrm>
              <a:custGeom>
                <a:rect b="b" l="l" r="r" t="t"/>
                <a:pathLst>
                  <a:path extrusionOk="0" h="572" w="868">
                    <a:moveTo>
                      <a:pt x="571" y="1"/>
                    </a:moveTo>
                    <a:cubicBezTo>
                      <a:pt x="1" y="1"/>
                      <a:pt x="1" y="571"/>
                      <a:pt x="571" y="571"/>
                    </a:cubicBezTo>
                    <a:cubicBezTo>
                      <a:pt x="868" y="571"/>
                      <a:pt x="868" y="1"/>
                      <a:pt x="571"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 name="Google Shape;119;p53"/>
              <p:cNvSpPr/>
              <p:nvPr/>
            </p:nvSpPr>
            <p:spPr>
              <a:xfrm>
                <a:off x="1543725" y="4102900"/>
                <a:ext cx="21125" cy="14275"/>
              </a:xfrm>
              <a:custGeom>
                <a:rect b="b" l="l" r="r" t="t"/>
                <a:pathLst>
                  <a:path extrusionOk="0" h="571" w="845">
                    <a:moveTo>
                      <a:pt x="274" y="0"/>
                    </a:moveTo>
                    <a:cubicBezTo>
                      <a:pt x="0" y="0"/>
                      <a:pt x="0" y="571"/>
                      <a:pt x="274" y="571"/>
                    </a:cubicBezTo>
                    <a:cubicBezTo>
                      <a:pt x="845" y="571"/>
                      <a:pt x="845" y="0"/>
                      <a:pt x="274"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 name="Google Shape;120;p53"/>
              <p:cNvSpPr/>
              <p:nvPr/>
            </p:nvSpPr>
            <p:spPr>
              <a:xfrm>
                <a:off x="1493500" y="4466375"/>
                <a:ext cx="21725" cy="14300"/>
              </a:xfrm>
              <a:custGeom>
                <a:rect b="b" l="l" r="r" t="t"/>
                <a:pathLst>
                  <a:path extrusionOk="0" h="572" w="869">
                    <a:moveTo>
                      <a:pt x="571" y="1"/>
                    </a:moveTo>
                    <a:cubicBezTo>
                      <a:pt x="1" y="1"/>
                      <a:pt x="1" y="571"/>
                      <a:pt x="571" y="571"/>
                    </a:cubicBezTo>
                    <a:cubicBezTo>
                      <a:pt x="868" y="571"/>
                      <a:pt x="868" y="1"/>
                      <a:pt x="571"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 name="Google Shape;121;p53"/>
              <p:cNvSpPr/>
              <p:nvPr/>
            </p:nvSpPr>
            <p:spPr>
              <a:xfrm>
                <a:off x="502325" y="5122600"/>
                <a:ext cx="21125" cy="14300"/>
              </a:xfrm>
              <a:custGeom>
                <a:rect b="b" l="l" r="r" t="t"/>
                <a:pathLst>
                  <a:path extrusionOk="0" h="572" w="845">
                    <a:moveTo>
                      <a:pt x="571" y="1"/>
                    </a:moveTo>
                    <a:cubicBezTo>
                      <a:pt x="0" y="1"/>
                      <a:pt x="0" y="572"/>
                      <a:pt x="571" y="572"/>
                    </a:cubicBezTo>
                    <a:cubicBezTo>
                      <a:pt x="845" y="572"/>
                      <a:pt x="845" y="1"/>
                      <a:pt x="571"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 name="Google Shape;122;p53"/>
              <p:cNvSpPr/>
              <p:nvPr/>
            </p:nvSpPr>
            <p:spPr>
              <a:xfrm>
                <a:off x="452100" y="4509175"/>
                <a:ext cx="21700" cy="14300"/>
              </a:xfrm>
              <a:custGeom>
                <a:rect b="b" l="l" r="r" t="t"/>
                <a:pathLst>
                  <a:path extrusionOk="0" h="572" w="868">
                    <a:moveTo>
                      <a:pt x="571" y="1"/>
                    </a:moveTo>
                    <a:cubicBezTo>
                      <a:pt x="0" y="1"/>
                      <a:pt x="0" y="571"/>
                      <a:pt x="571" y="571"/>
                    </a:cubicBezTo>
                    <a:cubicBezTo>
                      <a:pt x="868" y="571"/>
                      <a:pt x="868" y="1"/>
                      <a:pt x="571"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 name="Google Shape;123;p53"/>
              <p:cNvSpPr/>
              <p:nvPr/>
            </p:nvSpPr>
            <p:spPr>
              <a:xfrm>
                <a:off x="751675" y="4559400"/>
                <a:ext cx="21725" cy="14275"/>
              </a:xfrm>
              <a:custGeom>
                <a:rect b="b" l="l" r="r" t="t"/>
                <a:pathLst>
                  <a:path extrusionOk="0" h="571" w="869">
                    <a:moveTo>
                      <a:pt x="298" y="0"/>
                    </a:moveTo>
                    <a:cubicBezTo>
                      <a:pt x="1" y="0"/>
                      <a:pt x="1" y="571"/>
                      <a:pt x="298" y="571"/>
                    </a:cubicBezTo>
                    <a:cubicBezTo>
                      <a:pt x="868" y="571"/>
                      <a:pt x="868" y="0"/>
                      <a:pt x="298"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 name="Google Shape;124;p53"/>
              <p:cNvSpPr/>
              <p:nvPr/>
            </p:nvSpPr>
            <p:spPr>
              <a:xfrm>
                <a:off x="673500" y="4716325"/>
                <a:ext cx="21150" cy="14275"/>
              </a:xfrm>
              <a:custGeom>
                <a:rect b="b" l="l" r="r" t="t"/>
                <a:pathLst>
                  <a:path extrusionOk="0" h="571" w="846">
                    <a:moveTo>
                      <a:pt x="275" y="0"/>
                    </a:moveTo>
                    <a:cubicBezTo>
                      <a:pt x="1" y="0"/>
                      <a:pt x="1" y="571"/>
                      <a:pt x="275" y="571"/>
                    </a:cubicBezTo>
                    <a:cubicBezTo>
                      <a:pt x="845" y="571"/>
                      <a:pt x="845" y="0"/>
                      <a:pt x="275"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 name="Google Shape;125;p53"/>
              <p:cNvSpPr/>
              <p:nvPr/>
            </p:nvSpPr>
            <p:spPr>
              <a:xfrm>
                <a:off x="587900" y="3147075"/>
                <a:ext cx="21150" cy="14300"/>
              </a:xfrm>
              <a:custGeom>
                <a:rect b="b" l="l" r="r" t="t"/>
                <a:pathLst>
                  <a:path extrusionOk="0" h="572" w="846">
                    <a:moveTo>
                      <a:pt x="275" y="1"/>
                    </a:moveTo>
                    <a:cubicBezTo>
                      <a:pt x="1" y="1"/>
                      <a:pt x="1" y="571"/>
                      <a:pt x="275" y="571"/>
                    </a:cubicBezTo>
                    <a:cubicBezTo>
                      <a:pt x="845" y="571"/>
                      <a:pt x="845" y="1"/>
                      <a:pt x="275"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 name="Google Shape;126;p53"/>
              <p:cNvSpPr/>
              <p:nvPr/>
            </p:nvSpPr>
            <p:spPr>
              <a:xfrm>
                <a:off x="858950" y="2711700"/>
                <a:ext cx="14300" cy="14275"/>
              </a:xfrm>
              <a:custGeom>
                <a:rect b="b" l="l" r="r" t="t"/>
                <a:pathLst>
                  <a:path extrusionOk="0" h="571" w="572">
                    <a:moveTo>
                      <a:pt x="275" y="0"/>
                    </a:moveTo>
                    <a:cubicBezTo>
                      <a:pt x="1" y="0"/>
                      <a:pt x="1" y="571"/>
                      <a:pt x="275" y="571"/>
                    </a:cubicBezTo>
                    <a:cubicBezTo>
                      <a:pt x="572" y="571"/>
                      <a:pt x="572" y="0"/>
                      <a:pt x="275"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 name="Google Shape;127;p53"/>
              <p:cNvSpPr/>
              <p:nvPr/>
            </p:nvSpPr>
            <p:spPr>
              <a:xfrm>
                <a:off x="602175" y="2362475"/>
                <a:ext cx="21150" cy="14275"/>
              </a:xfrm>
              <a:custGeom>
                <a:rect b="b" l="l" r="r" t="t"/>
                <a:pathLst>
                  <a:path extrusionOk="0" h="571" w="846">
                    <a:moveTo>
                      <a:pt x="274" y="0"/>
                    </a:moveTo>
                    <a:cubicBezTo>
                      <a:pt x="1" y="0"/>
                      <a:pt x="1" y="571"/>
                      <a:pt x="274" y="571"/>
                    </a:cubicBezTo>
                    <a:cubicBezTo>
                      <a:pt x="845" y="571"/>
                      <a:pt x="845" y="0"/>
                      <a:pt x="274"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 name="Google Shape;128;p53"/>
              <p:cNvSpPr/>
              <p:nvPr/>
            </p:nvSpPr>
            <p:spPr>
              <a:xfrm>
                <a:off x="551950" y="2619250"/>
                <a:ext cx="21725" cy="14300"/>
              </a:xfrm>
              <a:custGeom>
                <a:rect b="b" l="l" r="r" t="t"/>
                <a:pathLst>
                  <a:path extrusionOk="0" h="572" w="869">
                    <a:moveTo>
                      <a:pt x="298" y="0"/>
                    </a:moveTo>
                    <a:cubicBezTo>
                      <a:pt x="1" y="0"/>
                      <a:pt x="1" y="571"/>
                      <a:pt x="298" y="571"/>
                    </a:cubicBezTo>
                    <a:cubicBezTo>
                      <a:pt x="868" y="571"/>
                      <a:pt x="868" y="0"/>
                      <a:pt x="298"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 name="Google Shape;129;p53"/>
              <p:cNvSpPr/>
              <p:nvPr/>
            </p:nvSpPr>
            <p:spPr>
              <a:xfrm>
                <a:off x="445250" y="1791825"/>
                <a:ext cx="21150" cy="14300"/>
              </a:xfrm>
              <a:custGeom>
                <a:rect b="b" l="l" r="r" t="t"/>
                <a:pathLst>
                  <a:path extrusionOk="0" h="572" w="846">
                    <a:moveTo>
                      <a:pt x="571" y="1"/>
                    </a:moveTo>
                    <a:cubicBezTo>
                      <a:pt x="1" y="1"/>
                      <a:pt x="1" y="571"/>
                      <a:pt x="571" y="571"/>
                    </a:cubicBezTo>
                    <a:cubicBezTo>
                      <a:pt x="845" y="571"/>
                      <a:pt x="845" y="1"/>
                      <a:pt x="571"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 name="Google Shape;130;p53"/>
              <p:cNvSpPr/>
              <p:nvPr/>
            </p:nvSpPr>
            <p:spPr>
              <a:xfrm>
                <a:off x="423575" y="1228050"/>
                <a:ext cx="21700" cy="14300"/>
              </a:xfrm>
              <a:custGeom>
                <a:rect b="b" l="l" r="r" t="t"/>
                <a:pathLst>
                  <a:path extrusionOk="0" h="572" w="868">
                    <a:moveTo>
                      <a:pt x="571" y="0"/>
                    </a:moveTo>
                    <a:cubicBezTo>
                      <a:pt x="0" y="0"/>
                      <a:pt x="0" y="571"/>
                      <a:pt x="571" y="571"/>
                    </a:cubicBezTo>
                    <a:cubicBezTo>
                      <a:pt x="868" y="571"/>
                      <a:pt x="868" y="0"/>
                      <a:pt x="571"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 name="Google Shape;131;p53"/>
              <p:cNvSpPr/>
              <p:nvPr/>
            </p:nvSpPr>
            <p:spPr>
              <a:xfrm>
                <a:off x="958825" y="978675"/>
                <a:ext cx="14275" cy="14300"/>
              </a:xfrm>
              <a:custGeom>
                <a:rect b="b" l="l" r="r" t="t"/>
                <a:pathLst>
                  <a:path extrusionOk="0" h="572" w="571">
                    <a:moveTo>
                      <a:pt x="274" y="1"/>
                    </a:moveTo>
                    <a:cubicBezTo>
                      <a:pt x="0" y="1"/>
                      <a:pt x="0" y="571"/>
                      <a:pt x="274" y="571"/>
                    </a:cubicBezTo>
                    <a:cubicBezTo>
                      <a:pt x="571" y="571"/>
                      <a:pt x="571" y="1"/>
                      <a:pt x="274"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 name="Google Shape;132;p53"/>
              <p:cNvSpPr/>
              <p:nvPr/>
            </p:nvSpPr>
            <p:spPr>
              <a:xfrm>
                <a:off x="837275" y="1820375"/>
                <a:ext cx="14300" cy="14275"/>
              </a:xfrm>
              <a:custGeom>
                <a:rect b="b" l="l" r="r" t="t"/>
                <a:pathLst>
                  <a:path extrusionOk="0" h="571" w="572">
                    <a:moveTo>
                      <a:pt x="297" y="0"/>
                    </a:moveTo>
                    <a:cubicBezTo>
                      <a:pt x="1" y="0"/>
                      <a:pt x="1" y="571"/>
                      <a:pt x="297" y="571"/>
                    </a:cubicBezTo>
                    <a:cubicBezTo>
                      <a:pt x="571" y="571"/>
                      <a:pt x="571" y="0"/>
                      <a:pt x="297"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 name="Google Shape;133;p53"/>
              <p:cNvSpPr/>
              <p:nvPr/>
            </p:nvSpPr>
            <p:spPr>
              <a:xfrm>
                <a:off x="1308050" y="2255175"/>
                <a:ext cx="21700" cy="14300"/>
              </a:xfrm>
              <a:custGeom>
                <a:rect b="b" l="l" r="r" t="t"/>
                <a:pathLst>
                  <a:path extrusionOk="0" h="572" w="868">
                    <a:moveTo>
                      <a:pt x="571" y="1"/>
                    </a:moveTo>
                    <a:cubicBezTo>
                      <a:pt x="0" y="1"/>
                      <a:pt x="0" y="572"/>
                      <a:pt x="571" y="572"/>
                    </a:cubicBezTo>
                    <a:cubicBezTo>
                      <a:pt x="868" y="572"/>
                      <a:pt x="868" y="1"/>
                      <a:pt x="571"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 name="Google Shape;134;p53"/>
              <p:cNvSpPr/>
              <p:nvPr/>
            </p:nvSpPr>
            <p:spPr>
              <a:xfrm>
                <a:off x="5381225" y="4309450"/>
                <a:ext cx="21150" cy="14300"/>
              </a:xfrm>
              <a:custGeom>
                <a:rect b="b" l="l" r="r" t="t"/>
                <a:pathLst>
                  <a:path extrusionOk="0" h="572" w="846">
                    <a:moveTo>
                      <a:pt x="571" y="1"/>
                    </a:moveTo>
                    <a:cubicBezTo>
                      <a:pt x="0" y="1"/>
                      <a:pt x="0" y="572"/>
                      <a:pt x="571" y="572"/>
                    </a:cubicBezTo>
                    <a:cubicBezTo>
                      <a:pt x="845" y="572"/>
                      <a:pt x="845" y="1"/>
                      <a:pt x="571"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 name="Google Shape;135;p53"/>
              <p:cNvSpPr/>
              <p:nvPr/>
            </p:nvSpPr>
            <p:spPr>
              <a:xfrm>
                <a:off x="5302475" y="4794500"/>
                <a:ext cx="14300" cy="14275"/>
              </a:xfrm>
              <a:custGeom>
                <a:rect b="b" l="l" r="r" t="t"/>
                <a:pathLst>
                  <a:path extrusionOk="0" h="571" w="572">
                    <a:moveTo>
                      <a:pt x="297" y="0"/>
                    </a:moveTo>
                    <a:cubicBezTo>
                      <a:pt x="1" y="0"/>
                      <a:pt x="1" y="571"/>
                      <a:pt x="297" y="571"/>
                    </a:cubicBezTo>
                    <a:cubicBezTo>
                      <a:pt x="571" y="571"/>
                      <a:pt x="571" y="0"/>
                      <a:pt x="297"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 name="Google Shape;136;p53"/>
              <p:cNvSpPr/>
              <p:nvPr/>
            </p:nvSpPr>
            <p:spPr>
              <a:xfrm>
                <a:off x="6094525" y="3910025"/>
                <a:ext cx="14275" cy="14275"/>
              </a:xfrm>
              <a:custGeom>
                <a:rect b="b" l="l" r="r" t="t"/>
                <a:pathLst>
                  <a:path extrusionOk="0" h="571" w="571">
                    <a:moveTo>
                      <a:pt x="274" y="0"/>
                    </a:moveTo>
                    <a:cubicBezTo>
                      <a:pt x="0" y="0"/>
                      <a:pt x="0" y="571"/>
                      <a:pt x="274" y="571"/>
                    </a:cubicBezTo>
                    <a:cubicBezTo>
                      <a:pt x="571" y="571"/>
                      <a:pt x="571" y="0"/>
                      <a:pt x="274"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 name="Google Shape;137;p53"/>
              <p:cNvSpPr/>
              <p:nvPr/>
            </p:nvSpPr>
            <p:spPr>
              <a:xfrm>
                <a:off x="2905825" y="3881475"/>
                <a:ext cx="14275" cy="14300"/>
              </a:xfrm>
              <a:custGeom>
                <a:rect b="b" l="l" r="r" t="t"/>
                <a:pathLst>
                  <a:path extrusionOk="0" h="572" w="571">
                    <a:moveTo>
                      <a:pt x="297" y="1"/>
                    </a:moveTo>
                    <a:cubicBezTo>
                      <a:pt x="0" y="1"/>
                      <a:pt x="0" y="572"/>
                      <a:pt x="297" y="572"/>
                    </a:cubicBezTo>
                    <a:cubicBezTo>
                      <a:pt x="571" y="572"/>
                      <a:pt x="571" y="1"/>
                      <a:pt x="297"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 name="Google Shape;138;p53"/>
              <p:cNvSpPr/>
              <p:nvPr/>
            </p:nvSpPr>
            <p:spPr>
              <a:xfrm>
                <a:off x="2399675" y="3032950"/>
                <a:ext cx="21125" cy="14300"/>
              </a:xfrm>
              <a:custGeom>
                <a:rect b="b" l="l" r="r" t="t"/>
                <a:pathLst>
                  <a:path extrusionOk="0" h="572" w="845">
                    <a:moveTo>
                      <a:pt x="571" y="1"/>
                    </a:moveTo>
                    <a:cubicBezTo>
                      <a:pt x="0" y="1"/>
                      <a:pt x="0" y="571"/>
                      <a:pt x="571" y="571"/>
                    </a:cubicBezTo>
                    <a:cubicBezTo>
                      <a:pt x="845" y="571"/>
                      <a:pt x="845" y="1"/>
                      <a:pt x="571"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 name="Google Shape;139;p53"/>
              <p:cNvSpPr/>
              <p:nvPr/>
            </p:nvSpPr>
            <p:spPr>
              <a:xfrm>
                <a:off x="2663300" y="2797275"/>
                <a:ext cx="21700" cy="14300"/>
              </a:xfrm>
              <a:custGeom>
                <a:rect b="b" l="l" r="r" t="t"/>
                <a:pathLst>
                  <a:path extrusionOk="0" h="572" w="868">
                    <a:moveTo>
                      <a:pt x="297" y="1"/>
                    </a:moveTo>
                    <a:cubicBezTo>
                      <a:pt x="1" y="1"/>
                      <a:pt x="1" y="572"/>
                      <a:pt x="297" y="572"/>
                    </a:cubicBezTo>
                    <a:cubicBezTo>
                      <a:pt x="868" y="572"/>
                      <a:pt x="868" y="1"/>
                      <a:pt x="297"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 name="Google Shape;140;p53"/>
              <p:cNvSpPr/>
              <p:nvPr/>
            </p:nvSpPr>
            <p:spPr>
              <a:xfrm>
                <a:off x="2905825" y="2861775"/>
                <a:ext cx="14275" cy="14275"/>
              </a:xfrm>
              <a:custGeom>
                <a:rect b="b" l="l" r="r" t="t"/>
                <a:pathLst>
                  <a:path extrusionOk="0" h="571" w="571">
                    <a:moveTo>
                      <a:pt x="297" y="0"/>
                    </a:moveTo>
                    <a:cubicBezTo>
                      <a:pt x="0" y="0"/>
                      <a:pt x="0" y="571"/>
                      <a:pt x="297" y="571"/>
                    </a:cubicBezTo>
                    <a:cubicBezTo>
                      <a:pt x="571" y="571"/>
                      <a:pt x="571" y="0"/>
                      <a:pt x="297"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 name="Google Shape;141;p53"/>
              <p:cNvSpPr/>
              <p:nvPr/>
            </p:nvSpPr>
            <p:spPr>
              <a:xfrm>
                <a:off x="2691825" y="3175625"/>
                <a:ext cx="21725" cy="14275"/>
              </a:xfrm>
              <a:custGeom>
                <a:rect b="b" l="l" r="r" t="t"/>
                <a:pathLst>
                  <a:path extrusionOk="0" h="571" w="869">
                    <a:moveTo>
                      <a:pt x="298" y="0"/>
                    </a:moveTo>
                    <a:cubicBezTo>
                      <a:pt x="1" y="0"/>
                      <a:pt x="1" y="571"/>
                      <a:pt x="298" y="571"/>
                    </a:cubicBezTo>
                    <a:cubicBezTo>
                      <a:pt x="868" y="571"/>
                      <a:pt x="868" y="0"/>
                      <a:pt x="298"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 name="Google Shape;142;p53"/>
              <p:cNvSpPr/>
              <p:nvPr/>
            </p:nvSpPr>
            <p:spPr>
              <a:xfrm>
                <a:off x="2121200" y="3795900"/>
                <a:ext cx="14300" cy="14275"/>
              </a:xfrm>
              <a:custGeom>
                <a:rect b="b" l="l" r="r" t="t"/>
                <a:pathLst>
                  <a:path extrusionOk="0" h="571" w="572">
                    <a:moveTo>
                      <a:pt x="297" y="0"/>
                    </a:moveTo>
                    <a:cubicBezTo>
                      <a:pt x="1" y="0"/>
                      <a:pt x="1" y="571"/>
                      <a:pt x="297" y="571"/>
                    </a:cubicBezTo>
                    <a:cubicBezTo>
                      <a:pt x="571" y="571"/>
                      <a:pt x="571" y="0"/>
                      <a:pt x="297"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 name="Google Shape;143;p53"/>
              <p:cNvSpPr/>
              <p:nvPr/>
            </p:nvSpPr>
            <p:spPr>
              <a:xfrm>
                <a:off x="2192525" y="3325125"/>
                <a:ext cx="14300" cy="14275"/>
              </a:xfrm>
              <a:custGeom>
                <a:rect b="b" l="l" r="r" t="t"/>
                <a:pathLst>
                  <a:path extrusionOk="0" h="571" w="572">
                    <a:moveTo>
                      <a:pt x="297" y="0"/>
                    </a:moveTo>
                    <a:cubicBezTo>
                      <a:pt x="1" y="0"/>
                      <a:pt x="1" y="571"/>
                      <a:pt x="297" y="571"/>
                    </a:cubicBezTo>
                    <a:cubicBezTo>
                      <a:pt x="571" y="571"/>
                      <a:pt x="571" y="0"/>
                      <a:pt x="297"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 name="Google Shape;144;p53"/>
              <p:cNvSpPr/>
              <p:nvPr/>
            </p:nvSpPr>
            <p:spPr>
              <a:xfrm>
                <a:off x="2413925" y="2055475"/>
                <a:ext cx="21150" cy="14275"/>
              </a:xfrm>
              <a:custGeom>
                <a:rect b="b" l="l" r="r" t="t"/>
                <a:pathLst>
                  <a:path extrusionOk="0" h="571" w="846">
                    <a:moveTo>
                      <a:pt x="572" y="0"/>
                    </a:moveTo>
                    <a:cubicBezTo>
                      <a:pt x="1" y="0"/>
                      <a:pt x="1" y="571"/>
                      <a:pt x="572" y="571"/>
                    </a:cubicBezTo>
                    <a:cubicBezTo>
                      <a:pt x="845" y="571"/>
                      <a:pt x="845" y="0"/>
                      <a:pt x="572"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 name="Google Shape;145;p53"/>
              <p:cNvSpPr/>
              <p:nvPr/>
            </p:nvSpPr>
            <p:spPr>
              <a:xfrm>
                <a:off x="2670725" y="2276875"/>
                <a:ext cx="21125" cy="14275"/>
              </a:xfrm>
              <a:custGeom>
                <a:rect b="b" l="l" r="r" t="t"/>
                <a:pathLst>
                  <a:path extrusionOk="0" h="571" w="845">
                    <a:moveTo>
                      <a:pt x="274" y="0"/>
                    </a:moveTo>
                    <a:cubicBezTo>
                      <a:pt x="0" y="0"/>
                      <a:pt x="0" y="571"/>
                      <a:pt x="274" y="571"/>
                    </a:cubicBezTo>
                    <a:cubicBezTo>
                      <a:pt x="845" y="571"/>
                      <a:pt x="845" y="0"/>
                      <a:pt x="274"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 name="Google Shape;146;p53"/>
              <p:cNvSpPr/>
              <p:nvPr/>
            </p:nvSpPr>
            <p:spPr>
              <a:xfrm>
                <a:off x="2485275" y="2633525"/>
                <a:ext cx="21125" cy="14275"/>
              </a:xfrm>
              <a:custGeom>
                <a:rect b="b" l="l" r="r" t="t"/>
                <a:pathLst>
                  <a:path extrusionOk="0" h="571" w="845">
                    <a:moveTo>
                      <a:pt x="571" y="0"/>
                    </a:moveTo>
                    <a:cubicBezTo>
                      <a:pt x="0" y="0"/>
                      <a:pt x="0" y="571"/>
                      <a:pt x="571" y="571"/>
                    </a:cubicBezTo>
                    <a:cubicBezTo>
                      <a:pt x="845" y="571"/>
                      <a:pt x="845" y="0"/>
                      <a:pt x="571"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 name="Google Shape;147;p53"/>
              <p:cNvSpPr/>
              <p:nvPr/>
            </p:nvSpPr>
            <p:spPr>
              <a:xfrm>
                <a:off x="2477850" y="721900"/>
                <a:ext cx="21700" cy="14300"/>
              </a:xfrm>
              <a:custGeom>
                <a:rect b="b" l="l" r="r" t="t"/>
                <a:pathLst>
                  <a:path extrusionOk="0" h="572" w="868">
                    <a:moveTo>
                      <a:pt x="571" y="0"/>
                    </a:moveTo>
                    <a:cubicBezTo>
                      <a:pt x="0" y="0"/>
                      <a:pt x="0" y="571"/>
                      <a:pt x="571" y="571"/>
                    </a:cubicBezTo>
                    <a:cubicBezTo>
                      <a:pt x="868" y="571"/>
                      <a:pt x="868" y="0"/>
                      <a:pt x="571"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 name="Google Shape;148;p53"/>
              <p:cNvSpPr/>
              <p:nvPr/>
            </p:nvSpPr>
            <p:spPr>
              <a:xfrm>
                <a:off x="2071550" y="2155325"/>
                <a:ext cx="14300" cy="14300"/>
              </a:xfrm>
              <a:custGeom>
                <a:rect b="b" l="l" r="r" t="t"/>
                <a:pathLst>
                  <a:path extrusionOk="0" h="572" w="572">
                    <a:moveTo>
                      <a:pt x="275" y="1"/>
                    </a:moveTo>
                    <a:cubicBezTo>
                      <a:pt x="1" y="1"/>
                      <a:pt x="1" y="571"/>
                      <a:pt x="275" y="571"/>
                    </a:cubicBezTo>
                    <a:cubicBezTo>
                      <a:pt x="571" y="571"/>
                      <a:pt x="571" y="1"/>
                      <a:pt x="275"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 name="Google Shape;149;p53"/>
              <p:cNvSpPr/>
              <p:nvPr/>
            </p:nvSpPr>
            <p:spPr>
              <a:xfrm>
                <a:off x="1664700" y="3061500"/>
                <a:ext cx="21700" cy="14275"/>
              </a:xfrm>
              <a:custGeom>
                <a:rect b="b" l="l" r="r" t="t"/>
                <a:pathLst>
                  <a:path extrusionOk="0" h="571" w="868">
                    <a:moveTo>
                      <a:pt x="297" y="0"/>
                    </a:moveTo>
                    <a:cubicBezTo>
                      <a:pt x="0" y="0"/>
                      <a:pt x="0" y="571"/>
                      <a:pt x="297" y="571"/>
                    </a:cubicBezTo>
                    <a:cubicBezTo>
                      <a:pt x="868" y="571"/>
                      <a:pt x="868" y="0"/>
                      <a:pt x="297"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 name="Google Shape;150;p53"/>
              <p:cNvSpPr/>
              <p:nvPr/>
            </p:nvSpPr>
            <p:spPr>
              <a:xfrm>
                <a:off x="573650" y="3539100"/>
                <a:ext cx="21125" cy="14300"/>
              </a:xfrm>
              <a:custGeom>
                <a:rect b="b" l="l" r="r" t="t"/>
                <a:pathLst>
                  <a:path extrusionOk="0" h="572" w="845">
                    <a:moveTo>
                      <a:pt x="274" y="1"/>
                    </a:moveTo>
                    <a:cubicBezTo>
                      <a:pt x="0" y="1"/>
                      <a:pt x="0" y="571"/>
                      <a:pt x="274" y="571"/>
                    </a:cubicBezTo>
                    <a:cubicBezTo>
                      <a:pt x="845" y="571"/>
                      <a:pt x="845" y="1"/>
                      <a:pt x="274"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1" name="Google Shape;151;p53"/>
              <p:cNvSpPr/>
              <p:nvPr/>
            </p:nvSpPr>
            <p:spPr>
              <a:xfrm>
                <a:off x="2392250" y="4274075"/>
                <a:ext cx="21700" cy="14300"/>
              </a:xfrm>
              <a:custGeom>
                <a:rect b="b" l="l" r="r" t="t"/>
                <a:pathLst>
                  <a:path extrusionOk="0" h="572" w="868">
                    <a:moveTo>
                      <a:pt x="571" y="1"/>
                    </a:moveTo>
                    <a:cubicBezTo>
                      <a:pt x="1" y="1"/>
                      <a:pt x="1" y="571"/>
                      <a:pt x="571" y="571"/>
                    </a:cubicBezTo>
                    <a:cubicBezTo>
                      <a:pt x="868" y="571"/>
                      <a:pt x="868" y="1"/>
                      <a:pt x="571"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 name="Google Shape;152;p53"/>
              <p:cNvSpPr/>
              <p:nvPr/>
            </p:nvSpPr>
            <p:spPr>
              <a:xfrm>
                <a:off x="3818825" y="4102900"/>
                <a:ext cx="21725" cy="14275"/>
              </a:xfrm>
              <a:custGeom>
                <a:rect b="b" l="l" r="r" t="t"/>
                <a:pathLst>
                  <a:path extrusionOk="0" h="571" w="869">
                    <a:moveTo>
                      <a:pt x="298" y="0"/>
                    </a:moveTo>
                    <a:cubicBezTo>
                      <a:pt x="1" y="0"/>
                      <a:pt x="1" y="571"/>
                      <a:pt x="298" y="571"/>
                    </a:cubicBezTo>
                    <a:cubicBezTo>
                      <a:pt x="868" y="571"/>
                      <a:pt x="868" y="0"/>
                      <a:pt x="298"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 name="Google Shape;153;p53"/>
              <p:cNvSpPr/>
              <p:nvPr/>
            </p:nvSpPr>
            <p:spPr>
              <a:xfrm>
                <a:off x="4617725" y="5151150"/>
                <a:ext cx="21700" cy="14275"/>
              </a:xfrm>
              <a:custGeom>
                <a:rect b="b" l="l" r="r" t="t"/>
                <a:pathLst>
                  <a:path extrusionOk="0" h="571" w="868">
                    <a:moveTo>
                      <a:pt x="571" y="0"/>
                    </a:moveTo>
                    <a:cubicBezTo>
                      <a:pt x="0" y="0"/>
                      <a:pt x="0" y="571"/>
                      <a:pt x="571" y="571"/>
                    </a:cubicBezTo>
                    <a:cubicBezTo>
                      <a:pt x="868" y="571"/>
                      <a:pt x="868" y="0"/>
                      <a:pt x="571"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4" name="Google Shape;154;p53"/>
              <p:cNvSpPr/>
              <p:nvPr/>
            </p:nvSpPr>
            <p:spPr>
              <a:xfrm>
                <a:off x="6094525" y="4437850"/>
                <a:ext cx="14275" cy="14300"/>
              </a:xfrm>
              <a:custGeom>
                <a:rect b="b" l="l" r="r" t="t"/>
                <a:pathLst>
                  <a:path extrusionOk="0" h="572" w="571">
                    <a:moveTo>
                      <a:pt x="274" y="1"/>
                    </a:moveTo>
                    <a:cubicBezTo>
                      <a:pt x="0" y="1"/>
                      <a:pt x="0" y="571"/>
                      <a:pt x="274" y="571"/>
                    </a:cubicBezTo>
                    <a:cubicBezTo>
                      <a:pt x="571" y="571"/>
                      <a:pt x="571" y="1"/>
                      <a:pt x="274"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 name="Google Shape;155;p53"/>
              <p:cNvSpPr/>
              <p:nvPr/>
            </p:nvSpPr>
            <p:spPr>
              <a:xfrm>
                <a:off x="6900250" y="4423575"/>
                <a:ext cx="21700" cy="14300"/>
              </a:xfrm>
              <a:custGeom>
                <a:rect b="b" l="l" r="r" t="t"/>
                <a:pathLst>
                  <a:path extrusionOk="0" h="572" w="868">
                    <a:moveTo>
                      <a:pt x="297" y="1"/>
                    </a:moveTo>
                    <a:cubicBezTo>
                      <a:pt x="0" y="1"/>
                      <a:pt x="0" y="572"/>
                      <a:pt x="297" y="572"/>
                    </a:cubicBezTo>
                    <a:cubicBezTo>
                      <a:pt x="868" y="572"/>
                      <a:pt x="868" y="1"/>
                      <a:pt x="297"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6" name="Google Shape;156;p53"/>
              <p:cNvSpPr/>
              <p:nvPr/>
            </p:nvSpPr>
            <p:spPr>
              <a:xfrm>
                <a:off x="6950475" y="4109750"/>
                <a:ext cx="21125" cy="14275"/>
              </a:xfrm>
              <a:custGeom>
                <a:rect b="b" l="l" r="r" t="t"/>
                <a:pathLst>
                  <a:path extrusionOk="0" h="571" w="845">
                    <a:moveTo>
                      <a:pt x="274" y="0"/>
                    </a:moveTo>
                    <a:cubicBezTo>
                      <a:pt x="0" y="0"/>
                      <a:pt x="0" y="571"/>
                      <a:pt x="274" y="571"/>
                    </a:cubicBezTo>
                    <a:cubicBezTo>
                      <a:pt x="845" y="571"/>
                      <a:pt x="845" y="0"/>
                      <a:pt x="274"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7" name="Google Shape;157;p53"/>
              <p:cNvSpPr/>
              <p:nvPr/>
            </p:nvSpPr>
            <p:spPr>
              <a:xfrm>
                <a:off x="6557875" y="3967075"/>
                <a:ext cx="21700" cy="14300"/>
              </a:xfrm>
              <a:custGeom>
                <a:rect b="b" l="l" r="r" t="t"/>
                <a:pathLst>
                  <a:path extrusionOk="0" h="572" w="868">
                    <a:moveTo>
                      <a:pt x="571" y="1"/>
                    </a:moveTo>
                    <a:cubicBezTo>
                      <a:pt x="0" y="1"/>
                      <a:pt x="0" y="571"/>
                      <a:pt x="571" y="571"/>
                    </a:cubicBezTo>
                    <a:cubicBezTo>
                      <a:pt x="868" y="571"/>
                      <a:pt x="868" y="1"/>
                      <a:pt x="571"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8" name="Google Shape;158;p53"/>
              <p:cNvSpPr/>
              <p:nvPr/>
            </p:nvSpPr>
            <p:spPr>
              <a:xfrm>
                <a:off x="6515075" y="4388200"/>
                <a:ext cx="21700" cy="14300"/>
              </a:xfrm>
              <a:custGeom>
                <a:rect b="b" l="l" r="r" t="t"/>
                <a:pathLst>
                  <a:path extrusionOk="0" h="572" w="868">
                    <a:moveTo>
                      <a:pt x="571" y="1"/>
                    </a:moveTo>
                    <a:cubicBezTo>
                      <a:pt x="0" y="1"/>
                      <a:pt x="0" y="571"/>
                      <a:pt x="571" y="571"/>
                    </a:cubicBezTo>
                    <a:cubicBezTo>
                      <a:pt x="868" y="571"/>
                      <a:pt x="868" y="1"/>
                      <a:pt x="571"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9" name="Google Shape;159;p53"/>
              <p:cNvSpPr/>
              <p:nvPr/>
            </p:nvSpPr>
            <p:spPr>
              <a:xfrm>
                <a:off x="6707950" y="4131425"/>
                <a:ext cx="21125" cy="14300"/>
              </a:xfrm>
              <a:custGeom>
                <a:rect b="b" l="l" r="r" t="t"/>
                <a:pathLst>
                  <a:path extrusionOk="0" h="572" w="845">
                    <a:moveTo>
                      <a:pt x="274" y="0"/>
                    </a:moveTo>
                    <a:cubicBezTo>
                      <a:pt x="0" y="0"/>
                      <a:pt x="0" y="571"/>
                      <a:pt x="274" y="571"/>
                    </a:cubicBezTo>
                    <a:cubicBezTo>
                      <a:pt x="845" y="571"/>
                      <a:pt x="845" y="0"/>
                      <a:pt x="274"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 name="Google Shape;160;p53"/>
              <p:cNvSpPr/>
              <p:nvPr/>
            </p:nvSpPr>
            <p:spPr>
              <a:xfrm>
                <a:off x="6800400" y="4045825"/>
                <a:ext cx="21700" cy="14300"/>
              </a:xfrm>
              <a:custGeom>
                <a:rect b="b" l="l" r="r" t="t"/>
                <a:pathLst>
                  <a:path extrusionOk="0" h="572" w="868">
                    <a:moveTo>
                      <a:pt x="297" y="1"/>
                    </a:moveTo>
                    <a:cubicBezTo>
                      <a:pt x="0" y="1"/>
                      <a:pt x="0" y="571"/>
                      <a:pt x="297" y="571"/>
                    </a:cubicBezTo>
                    <a:cubicBezTo>
                      <a:pt x="867" y="571"/>
                      <a:pt x="867" y="1"/>
                      <a:pt x="297"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1" name="Google Shape;161;p53"/>
              <p:cNvSpPr/>
              <p:nvPr/>
            </p:nvSpPr>
            <p:spPr>
              <a:xfrm>
                <a:off x="6822075" y="4409325"/>
                <a:ext cx="21125" cy="14275"/>
              </a:xfrm>
              <a:custGeom>
                <a:rect b="b" l="l" r="r" t="t"/>
                <a:pathLst>
                  <a:path extrusionOk="0" h="571" w="845">
                    <a:moveTo>
                      <a:pt x="274" y="0"/>
                    </a:moveTo>
                    <a:cubicBezTo>
                      <a:pt x="0" y="0"/>
                      <a:pt x="0" y="571"/>
                      <a:pt x="274" y="571"/>
                    </a:cubicBezTo>
                    <a:cubicBezTo>
                      <a:pt x="845" y="571"/>
                      <a:pt x="845" y="0"/>
                      <a:pt x="274"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2" name="Google Shape;162;p53"/>
              <p:cNvSpPr/>
              <p:nvPr/>
            </p:nvSpPr>
            <p:spPr>
              <a:xfrm>
                <a:off x="6921925" y="5201350"/>
                <a:ext cx="21150" cy="14300"/>
              </a:xfrm>
              <a:custGeom>
                <a:rect b="b" l="l" r="r" t="t"/>
                <a:pathLst>
                  <a:path extrusionOk="0" h="572" w="846">
                    <a:moveTo>
                      <a:pt x="275" y="1"/>
                    </a:moveTo>
                    <a:cubicBezTo>
                      <a:pt x="1" y="1"/>
                      <a:pt x="1" y="571"/>
                      <a:pt x="275" y="571"/>
                    </a:cubicBezTo>
                    <a:cubicBezTo>
                      <a:pt x="845" y="571"/>
                      <a:pt x="845" y="1"/>
                      <a:pt x="275"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 name="Google Shape;163;p53"/>
              <p:cNvSpPr/>
              <p:nvPr/>
            </p:nvSpPr>
            <p:spPr>
              <a:xfrm>
                <a:off x="7150175" y="4060100"/>
                <a:ext cx="14300" cy="14275"/>
              </a:xfrm>
              <a:custGeom>
                <a:rect b="b" l="l" r="r" t="t"/>
                <a:pathLst>
                  <a:path extrusionOk="0" h="571" w="572">
                    <a:moveTo>
                      <a:pt x="275" y="0"/>
                    </a:moveTo>
                    <a:cubicBezTo>
                      <a:pt x="1" y="0"/>
                      <a:pt x="1" y="571"/>
                      <a:pt x="275" y="571"/>
                    </a:cubicBezTo>
                    <a:cubicBezTo>
                      <a:pt x="572" y="571"/>
                      <a:pt x="572" y="0"/>
                      <a:pt x="275"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 name="Google Shape;164;p53"/>
              <p:cNvSpPr/>
              <p:nvPr/>
            </p:nvSpPr>
            <p:spPr>
              <a:xfrm>
                <a:off x="5794925" y="2990150"/>
                <a:ext cx="21150" cy="14300"/>
              </a:xfrm>
              <a:custGeom>
                <a:rect b="b" l="l" r="r" t="t"/>
                <a:pathLst>
                  <a:path extrusionOk="0" h="572" w="846">
                    <a:moveTo>
                      <a:pt x="275" y="1"/>
                    </a:moveTo>
                    <a:cubicBezTo>
                      <a:pt x="1" y="1"/>
                      <a:pt x="1" y="572"/>
                      <a:pt x="275" y="572"/>
                    </a:cubicBezTo>
                    <a:cubicBezTo>
                      <a:pt x="845" y="572"/>
                      <a:pt x="845" y="1"/>
                      <a:pt x="275"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 name="Google Shape;165;p53"/>
              <p:cNvSpPr/>
              <p:nvPr/>
            </p:nvSpPr>
            <p:spPr>
              <a:xfrm>
                <a:off x="5944450" y="2169600"/>
                <a:ext cx="21700" cy="14275"/>
              </a:xfrm>
              <a:custGeom>
                <a:rect b="b" l="l" r="r" t="t"/>
                <a:pathLst>
                  <a:path extrusionOk="0" h="571" w="868">
                    <a:moveTo>
                      <a:pt x="297" y="0"/>
                    </a:moveTo>
                    <a:cubicBezTo>
                      <a:pt x="0" y="0"/>
                      <a:pt x="0" y="571"/>
                      <a:pt x="297" y="571"/>
                    </a:cubicBezTo>
                    <a:cubicBezTo>
                      <a:pt x="571" y="571"/>
                      <a:pt x="867" y="0"/>
                      <a:pt x="297"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6" name="Google Shape;166;p53"/>
              <p:cNvSpPr/>
              <p:nvPr/>
            </p:nvSpPr>
            <p:spPr>
              <a:xfrm>
                <a:off x="4917300" y="907350"/>
                <a:ext cx="21700" cy="14300"/>
              </a:xfrm>
              <a:custGeom>
                <a:rect b="b" l="l" r="r" t="t"/>
                <a:pathLst>
                  <a:path extrusionOk="0" h="572" w="868">
                    <a:moveTo>
                      <a:pt x="297" y="1"/>
                    </a:moveTo>
                    <a:cubicBezTo>
                      <a:pt x="1" y="1"/>
                      <a:pt x="1" y="571"/>
                      <a:pt x="297" y="571"/>
                    </a:cubicBezTo>
                    <a:cubicBezTo>
                      <a:pt x="571" y="571"/>
                      <a:pt x="868" y="1"/>
                      <a:pt x="297"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7" name="Google Shape;167;p53"/>
              <p:cNvSpPr/>
              <p:nvPr/>
            </p:nvSpPr>
            <p:spPr>
              <a:xfrm>
                <a:off x="3783450" y="2177000"/>
                <a:ext cx="21150" cy="14300"/>
              </a:xfrm>
              <a:custGeom>
                <a:rect b="b" l="l" r="r" t="t"/>
                <a:pathLst>
                  <a:path extrusionOk="0" h="572" w="846">
                    <a:moveTo>
                      <a:pt x="275" y="1"/>
                    </a:moveTo>
                    <a:cubicBezTo>
                      <a:pt x="1" y="1"/>
                      <a:pt x="1" y="572"/>
                      <a:pt x="275" y="572"/>
                    </a:cubicBezTo>
                    <a:cubicBezTo>
                      <a:pt x="845" y="572"/>
                      <a:pt x="845" y="1"/>
                      <a:pt x="275"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8" name="Google Shape;168;p53"/>
              <p:cNvSpPr/>
              <p:nvPr/>
            </p:nvSpPr>
            <p:spPr>
              <a:xfrm>
                <a:off x="3890150" y="2476600"/>
                <a:ext cx="21725" cy="14275"/>
              </a:xfrm>
              <a:custGeom>
                <a:rect b="b" l="l" r="r" t="t"/>
                <a:pathLst>
                  <a:path extrusionOk="0" h="571" w="869">
                    <a:moveTo>
                      <a:pt x="298" y="0"/>
                    </a:moveTo>
                    <a:cubicBezTo>
                      <a:pt x="1" y="0"/>
                      <a:pt x="1" y="571"/>
                      <a:pt x="298" y="571"/>
                    </a:cubicBezTo>
                    <a:cubicBezTo>
                      <a:pt x="572" y="571"/>
                      <a:pt x="868" y="0"/>
                      <a:pt x="298"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9" name="Google Shape;169;p53"/>
              <p:cNvSpPr/>
              <p:nvPr/>
            </p:nvSpPr>
            <p:spPr>
              <a:xfrm>
                <a:off x="4867650" y="3353650"/>
                <a:ext cx="21150" cy="14300"/>
              </a:xfrm>
              <a:custGeom>
                <a:rect b="b" l="l" r="r" t="t"/>
                <a:pathLst>
                  <a:path extrusionOk="0" h="572" w="846">
                    <a:moveTo>
                      <a:pt x="275" y="1"/>
                    </a:moveTo>
                    <a:cubicBezTo>
                      <a:pt x="1" y="1"/>
                      <a:pt x="1" y="571"/>
                      <a:pt x="275" y="571"/>
                    </a:cubicBezTo>
                    <a:cubicBezTo>
                      <a:pt x="845" y="571"/>
                      <a:pt x="845" y="1"/>
                      <a:pt x="275"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0" name="Google Shape;170;p53"/>
              <p:cNvSpPr/>
              <p:nvPr/>
            </p:nvSpPr>
            <p:spPr>
              <a:xfrm>
                <a:off x="4731850" y="3567650"/>
                <a:ext cx="21700" cy="14275"/>
              </a:xfrm>
              <a:custGeom>
                <a:rect b="b" l="l" r="r" t="t"/>
                <a:pathLst>
                  <a:path extrusionOk="0" h="571" w="868">
                    <a:moveTo>
                      <a:pt x="297" y="0"/>
                    </a:moveTo>
                    <a:cubicBezTo>
                      <a:pt x="0" y="0"/>
                      <a:pt x="0" y="571"/>
                      <a:pt x="297" y="571"/>
                    </a:cubicBezTo>
                    <a:cubicBezTo>
                      <a:pt x="868" y="571"/>
                      <a:pt x="868" y="0"/>
                      <a:pt x="297"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1" name="Google Shape;171;p53"/>
              <p:cNvSpPr/>
              <p:nvPr/>
            </p:nvSpPr>
            <p:spPr>
              <a:xfrm>
                <a:off x="6979000" y="1050000"/>
                <a:ext cx="14275" cy="14300"/>
              </a:xfrm>
              <a:custGeom>
                <a:rect b="b" l="l" r="r" t="t"/>
                <a:pathLst>
                  <a:path extrusionOk="0" h="572" w="571">
                    <a:moveTo>
                      <a:pt x="274" y="1"/>
                    </a:moveTo>
                    <a:cubicBezTo>
                      <a:pt x="0" y="1"/>
                      <a:pt x="0" y="572"/>
                      <a:pt x="274" y="572"/>
                    </a:cubicBezTo>
                    <a:cubicBezTo>
                      <a:pt x="571" y="572"/>
                      <a:pt x="571" y="1"/>
                      <a:pt x="274"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 name="Google Shape;172;p53"/>
              <p:cNvSpPr/>
              <p:nvPr/>
            </p:nvSpPr>
            <p:spPr>
              <a:xfrm>
                <a:off x="5331000" y="728750"/>
                <a:ext cx="14300" cy="14275"/>
              </a:xfrm>
              <a:custGeom>
                <a:rect b="b" l="l" r="r" t="t"/>
                <a:pathLst>
                  <a:path extrusionOk="0" h="571" w="572">
                    <a:moveTo>
                      <a:pt x="298" y="0"/>
                    </a:moveTo>
                    <a:cubicBezTo>
                      <a:pt x="1" y="0"/>
                      <a:pt x="1" y="571"/>
                      <a:pt x="298" y="571"/>
                    </a:cubicBezTo>
                    <a:cubicBezTo>
                      <a:pt x="571" y="571"/>
                      <a:pt x="571" y="0"/>
                      <a:pt x="298"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3" name="Google Shape;173;p53"/>
              <p:cNvSpPr/>
              <p:nvPr/>
            </p:nvSpPr>
            <p:spPr>
              <a:xfrm>
                <a:off x="3883325" y="671675"/>
                <a:ext cx="21125" cy="14300"/>
              </a:xfrm>
              <a:custGeom>
                <a:rect b="b" l="l" r="r" t="t"/>
                <a:pathLst>
                  <a:path extrusionOk="0" h="572" w="845">
                    <a:moveTo>
                      <a:pt x="274" y="1"/>
                    </a:moveTo>
                    <a:cubicBezTo>
                      <a:pt x="0" y="1"/>
                      <a:pt x="0" y="571"/>
                      <a:pt x="274" y="571"/>
                    </a:cubicBezTo>
                    <a:cubicBezTo>
                      <a:pt x="845" y="571"/>
                      <a:pt x="845" y="1"/>
                      <a:pt x="274"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4" name="Google Shape;174;p53"/>
              <p:cNvSpPr/>
              <p:nvPr/>
            </p:nvSpPr>
            <p:spPr>
              <a:xfrm>
                <a:off x="3947225" y="957000"/>
                <a:ext cx="14300" cy="14300"/>
              </a:xfrm>
              <a:custGeom>
                <a:rect b="b" l="l" r="r" t="t"/>
                <a:pathLst>
                  <a:path extrusionOk="0" h="572" w="572">
                    <a:moveTo>
                      <a:pt x="297" y="0"/>
                    </a:moveTo>
                    <a:cubicBezTo>
                      <a:pt x="0" y="0"/>
                      <a:pt x="0" y="571"/>
                      <a:pt x="297" y="571"/>
                    </a:cubicBezTo>
                    <a:cubicBezTo>
                      <a:pt x="571" y="571"/>
                      <a:pt x="571" y="0"/>
                      <a:pt x="297"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5" name="Google Shape;175;p53"/>
              <p:cNvSpPr/>
              <p:nvPr/>
            </p:nvSpPr>
            <p:spPr>
              <a:xfrm>
                <a:off x="3191125" y="1763300"/>
                <a:ext cx="14300" cy="14300"/>
              </a:xfrm>
              <a:custGeom>
                <a:rect b="b" l="l" r="r" t="t"/>
                <a:pathLst>
                  <a:path extrusionOk="0" h="572" w="572">
                    <a:moveTo>
                      <a:pt x="298" y="1"/>
                    </a:moveTo>
                    <a:cubicBezTo>
                      <a:pt x="1" y="1"/>
                      <a:pt x="1" y="571"/>
                      <a:pt x="298" y="571"/>
                    </a:cubicBezTo>
                    <a:cubicBezTo>
                      <a:pt x="572" y="571"/>
                      <a:pt x="572" y="1"/>
                      <a:pt x="298"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6" name="Google Shape;176;p53"/>
              <p:cNvSpPr/>
              <p:nvPr/>
            </p:nvSpPr>
            <p:spPr>
              <a:xfrm>
                <a:off x="3369750" y="2505125"/>
                <a:ext cx="21125" cy="14300"/>
              </a:xfrm>
              <a:custGeom>
                <a:rect b="b" l="l" r="r" t="t"/>
                <a:pathLst>
                  <a:path extrusionOk="0" h="572" w="845">
                    <a:moveTo>
                      <a:pt x="571" y="0"/>
                    </a:moveTo>
                    <a:cubicBezTo>
                      <a:pt x="0" y="0"/>
                      <a:pt x="0" y="571"/>
                      <a:pt x="571" y="571"/>
                    </a:cubicBezTo>
                    <a:cubicBezTo>
                      <a:pt x="845" y="571"/>
                      <a:pt x="845" y="0"/>
                      <a:pt x="571"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7" name="Google Shape;177;p53"/>
              <p:cNvSpPr/>
              <p:nvPr/>
            </p:nvSpPr>
            <p:spPr>
              <a:xfrm>
                <a:off x="3198550" y="3567650"/>
                <a:ext cx="14300" cy="14275"/>
              </a:xfrm>
              <a:custGeom>
                <a:rect b="b" l="l" r="r" t="t"/>
                <a:pathLst>
                  <a:path extrusionOk="0" h="571" w="572">
                    <a:moveTo>
                      <a:pt x="275" y="0"/>
                    </a:moveTo>
                    <a:cubicBezTo>
                      <a:pt x="1" y="0"/>
                      <a:pt x="1" y="571"/>
                      <a:pt x="275" y="571"/>
                    </a:cubicBezTo>
                    <a:cubicBezTo>
                      <a:pt x="571" y="571"/>
                      <a:pt x="571" y="0"/>
                      <a:pt x="275"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8" name="Google Shape;178;p53"/>
              <p:cNvSpPr/>
              <p:nvPr/>
            </p:nvSpPr>
            <p:spPr>
              <a:xfrm>
                <a:off x="4796325" y="1763300"/>
                <a:ext cx="21150" cy="14300"/>
              </a:xfrm>
              <a:custGeom>
                <a:rect b="b" l="l" r="r" t="t"/>
                <a:pathLst>
                  <a:path extrusionOk="0" h="572" w="846">
                    <a:moveTo>
                      <a:pt x="274" y="1"/>
                    </a:moveTo>
                    <a:cubicBezTo>
                      <a:pt x="1" y="1"/>
                      <a:pt x="1" y="571"/>
                      <a:pt x="274" y="571"/>
                    </a:cubicBezTo>
                    <a:cubicBezTo>
                      <a:pt x="845" y="571"/>
                      <a:pt x="845" y="1"/>
                      <a:pt x="274"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9" name="Google Shape;179;p53"/>
              <p:cNvSpPr/>
              <p:nvPr/>
            </p:nvSpPr>
            <p:spPr>
              <a:xfrm>
                <a:off x="2442475" y="3232675"/>
                <a:ext cx="21125" cy="14300"/>
              </a:xfrm>
              <a:custGeom>
                <a:rect b="b" l="l" r="r" t="t"/>
                <a:pathLst>
                  <a:path extrusionOk="0" h="572" w="845">
                    <a:moveTo>
                      <a:pt x="571" y="1"/>
                    </a:moveTo>
                    <a:cubicBezTo>
                      <a:pt x="0" y="1"/>
                      <a:pt x="0" y="571"/>
                      <a:pt x="571" y="571"/>
                    </a:cubicBezTo>
                    <a:cubicBezTo>
                      <a:pt x="845" y="571"/>
                      <a:pt x="845" y="1"/>
                      <a:pt x="571"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0" name="Google Shape;180;p53"/>
              <p:cNvSpPr/>
              <p:nvPr/>
            </p:nvSpPr>
            <p:spPr>
              <a:xfrm>
                <a:off x="2585125" y="3054075"/>
                <a:ext cx="21150" cy="14275"/>
              </a:xfrm>
              <a:custGeom>
                <a:rect b="b" l="l" r="r" t="t"/>
                <a:pathLst>
                  <a:path extrusionOk="0" h="571" w="846">
                    <a:moveTo>
                      <a:pt x="274" y="0"/>
                    </a:moveTo>
                    <a:cubicBezTo>
                      <a:pt x="0" y="0"/>
                      <a:pt x="0" y="571"/>
                      <a:pt x="274" y="571"/>
                    </a:cubicBezTo>
                    <a:cubicBezTo>
                      <a:pt x="845" y="571"/>
                      <a:pt x="845" y="0"/>
                      <a:pt x="274"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1" name="Google Shape;181;p53"/>
              <p:cNvSpPr/>
              <p:nvPr/>
            </p:nvSpPr>
            <p:spPr>
              <a:xfrm>
                <a:off x="2898975" y="2483450"/>
                <a:ext cx="14300" cy="14275"/>
              </a:xfrm>
              <a:custGeom>
                <a:rect b="b" l="l" r="r" t="t"/>
                <a:pathLst>
                  <a:path extrusionOk="0" h="571" w="572">
                    <a:moveTo>
                      <a:pt x="274" y="0"/>
                    </a:moveTo>
                    <a:cubicBezTo>
                      <a:pt x="0" y="0"/>
                      <a:pt x="0" y="571"/>
                      <a:pt x="274" y="571"/>
                    </a:cubicBezTo>
                    <a:cubicBezTo>
                      <a:pt x="571" y="571"/>
                      <a:pt x="571" y="0"/>
                      <a:pt x="274"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2" name="Google Shape;182;p53"/>
              <p:cNvSpPr/>
              <p:nvPr/>
            </p:nvSpPr>
            <p:spPr>
              <a:xfrm>
                <a:off x="1336575" y="1749025"/>
                <a:ext cx="21725" cy="14300"/>
              </a:xfrm>
              <a:custGeom>
                <a:rect b="b" l="l" r="r" t="t"/>
                <a:pathLst>
                  <a:path extrusionOk="0" h="572" w="869">
                    <a:moveTo>
                      <a:pt x="571" y="1"/>
                    </a:moveTo>
                    <a:cubicBezTo>
                      <a:pt x="1" y="1"/>
                      <a:pt x="1" y="572"/>
                      <a:pt x="571" y="572"/>
                    </a:cubicBezTo>
                    <a:cubicBezTo>
                      <a:pt x="868" y="572"/>
                      <a:pt x="868" y="1"/>
                      <a:pt x="571"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3" name="Google Shape;183;p53"/>
              <p:cNvSpPr/>
              <p:nvPr/>
            </p:nvSpPr>
            <p:spPr>
              <a:xfrm>
                <a:off x="1393650" y="2005825"/>
                <a:ext cx="21700" cy="14275"/>
              </a:xfrm>
              <a:custGeom>
                <a:rect b="b" l="l" r="r" t="t"/>
                <a:pathLst>
                  <a:path extrusionOk="0" h="571" w="868">
                    <a:moveTo>
                      <a:pt x="571" y="0"/>
                    </a:moveTo>
                    <a:cubicBezTo>
                      <a:pt x="0" y="0"/>
                      <a:pt x="0" y="571"/>
                      <a:pt x="571" y="571"/>
                    </a:cubicBezTo>
                    <a:cubicBezTo>
                      <a:pt x="868" y="571"/>
                      <a:pt x="868" y="0"/>
                      <a:pt x="571"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4" name="Google Shape;184;p53"/>
              <p:cNvSpPr/>
              <p:nvPr/>
            </p:nvSpPr>
            <p:spPr>
              <a:xfrm>
                <a:off x="1557975" y="2276875"/>
                <a:ext cx="21150" cy="14275"/>
              </a:xfrm>
              <a:custGeom>
                <a:rect b="b" l="l" r="r" t="t"/>
                <a:pathLst>
                  <a:path extrusionOk="0" h="571" w="846">
                    <a:moveTo>
                      <a:pt x="275" y="0"/>
                    </a:moveTo>
                    <a:cubicBezTo>
                      <a:pt x="1" y="0"/>
                      <a:pt x="1" y="571"/>
                      <a:pt x="275" y="571"/>
                    </a:cubicBezTo>
                    <a:cubicBezTo>
                      <a:pt x="845" y="571"/>
                      <a:pt x="845" y="0"/>
                      <a:pt x="275"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5" name="Google Shape;185;p53"/>
              <p:cNvSpPr/>
              <p:nvPr/>
            </p:nvSpPr>
            <p:spPr>
              <a:xfrm>
                <a:off x="1786250" y="1848900"/>
                <a:ext cx="21125" cy="14275"/>
              </a:xfrm>
              <a:custGeom>
                <a:rect b="b" l="l" r="r" t="t"/>
                <a:pathLst>
                  <a:path extrusionOk="0" h="571" w="845">
                    <a:moveTo>
                      <a:pt x="274" y="0"/>
                    </a:moveTo>
                    <a:cubicBezTo>
                      <a:pt x="0" y="0"/>
                      <a:pt x="0" y="571"/>
                      <a:pt x="274" y="571"/>
                    </a:cubicBezTo>
                    <a:cubicBezTo>
                      <a:pt x="845" y="571"/>
                      <a:pt x="845" y="0"/>
                      <a:pt x="274"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6" name="Google Shape;186;p53"/>
              <p:cNvSpPr/>
              <p:nvPr/>
            </p:nvSpPr>
            <p:spPr>
              <a:xfrm>
                <a:off x="1401050" y="1798675"/>
                <a:ext cx="21150" cy="14300"/>
              </a:xfrm>
              <a:custGeom>
                <a:rect b="b" l="l" r="r" t="t"/>
                <a:pathLst>
                  <a:path extrusionOk="0" h="572" w="846">
                    <a:moveTo>
                      <a:pt x="572" y="1"/>
                    </a:moveTo>
                    <a:cubicBezTo>
                      <a:pt x="1" y="1"/>
                      <a:pt x="1" y="571"/>
                      <a:pt x="572" y="571"/>
                    </a:cubicBezTo>
                    <a:cubicBezTo>
                      <a:pt x="846" y="571"/>
                      <a:pt x="846" y="1"/>
                      <a:pt x="572"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7" name="Google Shape;187;p53"/>
              <p:cNvSpPr/>
              <p:nvPr/>
            </p:nvSpPr>
            <p:spPr>
              <a:xfrm>
                <a:off x="1743450" y="2205550"/>
                <a:ext cx="21125" cy="14275"/>
              </a:xfrm>
              <a:custGeom>
                <a:rect b="b" l="l" r="r" t="t"/>
                <a:pathLst>
                  <a:path extrusionOk="0" h="571" w="845">
                    <a:moveTo>
                      <a:pt x="274" y="0"/>
                    </a:moveTo>
                    <a:cubicBezTo>
                      <a:pt x="0" y="0"/>
                      <a:pt x="0" y="571"/>
                      <a:pt x="274" y="571"/>
                    </a:cubicBezTo>
                    <a:cubicBezTo>
                      <a:pt x="845" y="571"/>
                      <a:pt x="845" y="0"/>
                      <a:pt x="274"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8" name="Google Shape;188;p53"/>
              <p:cNvSpPr/>
              <p:nvPr/>
            </p:nvSpPr>
            <p:spPr>
              <a:xfrm>
                <a:off x="1458125" y="771550"/>
                <a:ext cx="21150" cy="14275"/>
              </a:xfrm>
              <a:custGeom>
                <a:rect b="b" l="l" r="r" t="t"/>
                <a:pathLst>
                  <a:path extrusionOk="0" h="571" w="846">
                    <a:moveTo>
                      <a:pt x="571" y="0"/>
                    </a:moveTo>
                    <a:cubicBezTo>
                      <a:pt x="1" y="0"/>
                      <a:pt x="1" y="571"/>
                      <a:pt x="571" y="571"/>
                    </a:cubicBezTo>
                    <a:cubicBezTo>
                      <a:pt x="845" y="571"/>
                      <a:pt x="845" y="0"/>
                      <a:pt x="571"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9" name="Google Shape;189;p53"/>
              <p:cNvSpPr/>
              <p:nvPr/>
            </p:nvSpPr>
            <p:spPr>
              <a:xfrm>
                <a:off x="965675" y="728750"/>
                <a:ext cx="14275" cy="14275"/>
              </a:xfrm>
              <a:custGeom>
                <a:rect b="b" l="l" r="r" t="t"/>
                <a:pathLst>
                  <a:path extrusionOk="0" h="571" w="571">
                    <a:moveTo>
                      <a:pt x="297" y="0"/>
                    </a:moveTo>
                    <a:cubicBezTo>
                      <a:pt x="0" y="0"/>
                      <a:pt x="0" y="571"/>
                      <a:pt x="297" y="571"/>
                    </a:cubicBezTo>
                    <a:cubicBezTo>
                      <a:pt x="571" y="571"/>
                      <a:pt x="571" y="0"/>
                      <a:pt x="297"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0" name="Google Shape;190;p53"/>
              <p:cNvSpPr/>
              <p:nvPr/>
            </p:nvSpPr>
            <p:spPr>
              <a:xfrm>
                <a:off x="1336575" y="4637575"/>
                <a:ext cx="21725" cy="14300"/>
              </a:xfrm>
              <a:custGeom>
                <a:rect b="b" l="l" r="r" t="t"/>
                <a:pathLst>
                  <a:path extrusionOk="0" h="572" w="869">
                    <a:moveTo>
                      <a:pt x="571" y="0"/>
                    </a:moveTo>
                    <a:cubicBezTo>
                      <a:pt x="1" y="0"/>
                      <a:pt x="1" y="571"/>
                      <a:pt x="571" y="571"/>
                    </a:cubicBezTo>
                    <a:cubicBezTo>
                      <a:pt x="868" y="571"/>
                      <a:pt x="868" y="0"/>
                      <a:pt x="571"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1" name="Google Shape;191;p53"/>
              <p:cNvSpPr/>
              <p:nvPr/>
            </p:nvSpPr>
            <p:spPr>
              <a:xfrm>
                <a:off x="1707500" y="4238125"/>
                <a:ext cx="21700" cy="14300"/>
              </a:xfrm>
              <a:custGeom>
                <a:rect b="b" l="l" r="r" t="t"/>
                <a:pathLst>
                  <a:path extrusionOk="0" h="572" w="868">
                    <a:moveTo>
                      <a:pt x="297" y="1"/>
                    </a:moveTo>
                    <a:cubicBezTo>
                      <a:pt x="0" y="1"/>
                      <a:pt x="0" y="571"/>
                      <a:pt x="297" y="571"/>
                    </a:cubicBezTo>
                    <a:cubicBezTo>
                      <a:pt x="868" y="571"/>
                      <a:pt x="868" y="1"/>
                      <a:pt x="297"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2" name="Google Shape;192;p53"/>
              <p:cNvSpPr/>
              <p:nvPr/>
            </p:nvSpPr>
            <p:spPr>
              <a:xfrm>
                <a:off x="1322325" y="4338000"/>
                <a:ext cx="21700" cy="14275"/>
              </a:xfrm>
              <a:custGeom>
                <a:rect b="b" l="l" r="r" t="t"/>
                <a:pathLst>
                  <a:path extrusionOk="0" h="571" w="868">
                    <a:moveTo>
                      <a:pt x="571" y="0"/>
                    </a:moveTo>
                    <a:cubicBezTo>
                      <a:pt x="0" y="0"/>
                      <a:pt x="0" y="571"/>
                      <a:pt x="571" y="571"/>
                    </a:cubicBezTo>
                    <a:cubicBezTo>
                      <a:pt x="867" y="571"/>
                      <a:pt x="867" y="0"/>
                      <a:pt x="571"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3" name="Google Shape;193;p53"/>
              <p:cNvSpPr/>
              <p:nvPr/>
            </p:nvSpPr>
            <p:spPr>
              <a:xfrm>
                <a:off x="2998825" y="4823025"/>
                <a:ext cx="14300" cy="14300"/>
              </a:xfrm>
              <a:custGeom>
                <a:rect b="b" l="l" r="r" t="t"/>
                <a:pathLst>
                  <a:path extrusionOk="0" h="572" w="572">
                    <a:moveTo>
                      <a:pt x="275" y="1"/>
                    </a:moveTo>
                    <a:cubicBezTo>
                      <a:pt x="1" y="1"/>
                      <a:pt x="1" y="571"/>
                      <a:pt x="275" y="571"/>
                    </a:cubicBezTo>
                    <a:cubicBezTo>
                      <a:pt x="571" y="571"/>
                      <a:pt x="571" y="1"/>
                      <a:pt x="275"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4" name="Google Shape;194;p53"/>
              <p:cNvSpPr/>
              <p:nvPr/>
            </p:nvSpPr>
            <p:spPr>
              <a:xfrm>
                <a:off x="3184300" y="4402475"/>
                <a:ext cx="14275" cy="14300"/>
              </a:xfrm>
              <a:custGeom>
                <a:rect b="b" l="l" r="r" t="t"/>
                <a:pathLst>
                  <a:path extrusionOk="0" h="572" w="571">
                    <a:moveTo>
                      <a:pt x="274" y="0"/>
                    </a:moveTo>
                    <a:cubicBezTo>
                      <a:pt x="0" y="0"/>
                      <a:pt x="0" y="571"/>
                      <a:pt x="274" y="571"/>
                    </a:cubicBezTo>
                    <a:cubicBezTo>
                      <a:pt x="571" y="571"/>
                      <a:pt x="571" y="0"/>
                      <a:pt x="274"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5" name="Google Shape;195;p53"/>
              <p:cNvSpPr/>
              <p:nvPr/>
            </p:nvSpPr>
            <p:spPr>
              <a:xfrm>
                <a:off x="3077000" y="4666100"/>
                <a:ext cx="14300" cy="14300"/>
              </a:xfrm>
              <a:custGeom>
                <a:rect b="b" l="l" r="r" t="t"/>
                <a:pathLst>
                  <a:path extrusionOk="0" h="572" w="572">
                    <a:moveTo>
                      <a:pt x="298" y="1"/>
                    </a:moveTo>
                    <a:cubicBezTo>
                      <a:pt x="1" y="1"/>
                      <a:pt x="1" y="571"/>
                      <a:pt x="298" y="571"/>
                    </a:cubicBezTo>
                    <a:cubicBezTo>
                      <a:pt x="572" y="571"/>
                      <a:pt x="572" y="1"/>
                      <a:pt x="298"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6" name="Google Shape;196;p53"/>
              <p:cNvSpPr/>
              <p:nvPr/>
            </p:nvSpPr>
            <p:spPr>
              <a:xfrm>
                <a:off x="2748900" y="4402475"/>
                <a:ext cx="21700" cy="14300"/>
              </a:xfrm>
              <a:custGeom>
                <a:rect b="b" l="l" r="r" t="t"/>
                <a:pathLst>
                  <a:path extrusionOk="0" h="572" w="868">
                    <a:moveTo>
                      <a:pt x="297" y="0"/>
                    </a:moveTo>
                    <a:cubicBezTo>
                      <a:pt x="0" y="0"/>
                      <a:pt x="0" y="571"/>
                      <a:pt x="297" y="571"/>
                    </a:cubicBezTo>
                    <a:cubicBezTo>
                      <a:pt x="868" y="571"/>
                      <a:pt x="868" y="0"/>
                      <a:pt x="297"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7" name="Google Shape;197;p53"/>
              <p:cNvSpPr/>
              <p:nvPr/>
            </p:nvSpPr>
            <p:spPr>
              <a:xfrm>
                <a:off x="3013100" y="4302600"/>
                <a:ext cx="14300" cy="14300"/>
              </a:xfrm>
              <a:custGeom>
                <a:rect b="b" l="l" r="r" t="t"/>
                <a:pathLst>
                  <a:path extrusionOk="0" h="572" w="572">
                    <a:moveTo>
                      <a:pt x="274" y="1"/>
                    </a:moveTo>
                    <a:cubicBezTo>
                      <a:pt x="0" y="1"/>
                      <a:pt x="0" y="572"/>
                      <a:pt x="274" y="572"/>
                    </a:cubicBezTo>
                    <a:cubicBezTo>
                      <a:pt x="571" y="572"/>
                      <a:pt x="571" y="1"/>
                      <a:pt x="274"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8" name="Google Shape;198;p53"/>
              <p:cNvSpPr/>
              <p:nvPr/>
            </p:nvSpPr>
            <p:spPr>
              <a:xfrm>
                <a:off x="6265700" y="4894350"/>
                <a:ext cx="14300" cy="14300"/>
              </a:xfrm>
              <a:custGeom>
                <a:rect b="b" l="l" r="r" t="t"/>
                <a:pathLst>
                  <a:path extrusionOk="0" h="572" w="572">
                    <a:moveTo>
                      <a:pt x="275" y="1"/>
                    </a:moveTo>
                    <a:cubicBezTo>
                      <a:pt x="1" y="1"/>
                      <a:pt x="1" y="571"/>
                      <a:pt x="275" y="571"/>
                    </a:cubicBezTo>
                    <a:cubicBezTo>
                      <a:pt x="571" y="571"/>
                      <a:pt x="571" y="1"/>
                      <a:pt x="275"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9" name="Google Shape;199;p53"/>
              <p:cNvSpPr/>
              <p:nvPr/>
            </p:nvSpPr>
            <p:spPr>
              <a:xfrm>
                <a:off x="5994650" y="5130025"/>
                <a:ext cx="14300" cy="14300"/>
              </a:xfrm>
              <a:custGeom>
                <a:rect b="b" l="l" r="r" t="t"/>
                <a:pathLst>
                  <a:path extrusionOk="0" h="572" w="572">
                    <a:moveTo>
                      <a:pt x="275" y="1"/>
                    </a:moveTo>
                    <a:cubicBezTo>
                      <a:pt x="1" y="1"/>
                      <a:pt x="1" y="571"/>
                      <a:pt x="275" y="571"/>
                    </a:cubicBezTo>
                    <a:cubicBezTo>
                      <a:pt x="571" y="571"/>
                      <a:pt x="571" y="1"/>
                      <a:pt x="275"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0" name="Google Shape;200;p53"/>
              <p:cNvSpPr/>
              <p:nvPr/>
            </p:nvSpPr>
            <p:spPr>
              <a:xfrm>
                <a:off x="4011700" y="3018700"/>
                <a:ext cx="14300" cy="14275"/>
              </a:xfrm>
              <a:custGeom>
                <a:rect b="b" l="l" r="r" t="t"/>
                <a:pathLst>
                  <a:path extrusionOk="0" h="571" w="572">
                    <a:moveTo>
                      <a:pt x="275" y="0"/>
                    </a:moveTo>
                    <a:cubicBezTo>
                      <a:pt x="1" y="0"/>
                      <a:pt x="1" y="571"/>
                      <a:pt x="275" y="571"/>
                    </a:cubicBezTo>
                    <a:cubicBezTo>
                      <a:pt x="571" y="571"/>
                      <a:pt x="571" y="0"/>
                      <a:pt x="275"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1" name="Google Shape;201;p53"/>
              <p:cNvSpPr/>
              <p:nvPr/>
            </p:nvSpPr>
            <p:spPr>
              <a:xfrm>
                <a:off x="4018550" y="4423575"/>
                <a:ext cx="14300" cy="14300"/>
              </a:xfrm>
              <a:custGeom>
                <a:rect b="b" l="l" r="r" t="t"/>
                <a:pathLst>
                  <a:path extrusionOk="0" h="572" w="572">
                    <a:moveTo>
                      <a:pt x="297" y="1"/>
                    </a:moveTo>
                    <a:cubicBezTo>
                      <a:pt x="1" y="1"/>
                      <a:pt x="1" y="572"/>
                      <a:pt x="297" y="572"/>
                    </a:cubicBezTo>
                    <a:cubicBezTo>
                      <a:pt x="571" y="572"/>
                      <a:pt x="571" y="1"/>
                      <a:pt x="297"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2" name="Google Shape;202;p53"/>
              <p:cNvSpPr/>
              <p:nvPr/>
            </p:nvSpPr>
            <p:spPr>
              <a:xfrm>
                <a:off x="6008925" y="3218400"/>
                <a:ext cx="14275" cy="14300"/>
              </a:xfrm>
              <a:custGeom>
                <a:rect b="b" l="l" r="r" t="t"/>
                <a:pathLst>
                  <a:path extrusionOk="0" h="572" w="571">
                    <a:moveTo>
                      <a:pt x="274" y="1"/>
                    </a:moveTo>
                    <a:cubicBezTo>
                      <a:pt x="0" y="1"/>
                      <a:pt x="0" y="572"/>
                      <a:pt x="274" y="572"/>
                    </a:cubicBezTo>
                    <a:cubicBezTo>
                      <a:pt x="571" y="572"/>
                      <a:pt x="571" y="1"/>
                      <a:pt x="274"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203" name="Google Shape;203;p53"/>
          <p:cNvSpPr/>
          <p:nvPr/>
        </p:nvSpPr>
        <p:spPr>
          <a:xfrm>
            <a:off x="851147" y="503675"/>
            <a:ext cx="201200" cy="201398"/>
          </a:xfrm>
          <a:custGeom>
            <a:rect b="b" l="l" r="r" t="t"/>
            <a:pathLst>
              <a:path extrusionOk="0" h="2086" w="2084">
                <a:moveTo>
                  <a:pt x="1314" y="1"/>
                </a:moveTo>
                <a:lnTo>
                  <a:pt x="1314" y="1"/>
                </a:lnTo>
                <a:cubicBezTo>
                  <a:pt x="1137" y="666"/>
                  <a:pt x="1027" y="902"/>
                  <a:pt x="673" y="902"/>
                </a:cubicBezTo>
                <a:cubicBezTo>
                  <a:pt x="510" y="902"/>
                  <a:pt x="296" y="853"/>
                  <a:pt x="1" y="773"/>
                </a:cubicBezTo>
                <a:lnTo>
                  <a:pt x="1" y="773"/>
                </a:lnTo>
                <a:cubicBezTo>
                  <a:pt x="942" y="1028"/>
                  <a:pt x="999" y="1115"/>
                  <a:pt x="770" y="2086"/>
                </a:cubicBezTo>
                <a:cubicBezTo>
                  <a:pt x="927" y="1420"/>
                  <a:pt x="1030" y="1184"/>
                  <a:pt x="1392" y="1184"/>
                </a:cubicBezTo>
                <a:cubicBezTo>
                  <a:pt x="1558" y="1184"/>
                  <a:pt x="1779" y="1233"/>
                  <a:pt x="2084" y="1314"/>
                </a:cubicBezTo>
                <a:cubicBezTo>
                  <a:pt x="1113" y="1058"/>
                  <a:pt x="1056" y="971"/>
                  <a:pt x="1314" y="1"/>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4" name="Google Shape;204;p53"/>
          <p:cNvSpPr txBox="1"/>
          <p:nvPr>
            <p:ph type="ctrTitle"/>
          </p:nvPr>
        </p:nvSpPr>
        <p:spPr>
          <a:xfrm>
            <a:off x="709729" y="1111975"/>
            <a:ext cx="3747900" cy="23661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5200"/>
              <a:buNone/>
              <a:defRPr b="0" sz="4800">
                <a:latin typeface="Dosis"/>
                <a:ea typeface="Dosis"/>
                <a:cs typeface="Dosis"/>
                <a:sym typeface="Dosis"/>
              </a:defRPr>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205" name="Google Shape;205;p53"/>
          <p:cNvSpPr txBox="1"/>
          <p:nvPr>
            <p:ph idx="1" type="subTitle"/>
          </p:nvPr>
        </p:nvSpPr>
        <p:spPr>
          <a:xfrm>
            <a:off x="709726" y="3365100"/>
            <a:ext cx="3483900" cy="4794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1400"/>
              <a:buFont typeface="Hind Siliguri Medium"/>
              <a:buNone/>
              <a:defRPr>
                <a:latin typeface="Nunito"/>
                <a:ea typeface="Nunito"/>
                <a:cs typeface="Nunito"/>
                <a:sym typeface="Nunito"/>
              </a:defRPr>
            </a:lvl1pPr>
            <a:lvl2pPr lvl="1" algn="ctr">
              <a:lnSpc>
                <a:spcPct val="100000"/>
              </a:lnSpc>
              <a:spcBef>
                <a:spcPts val="0"/>
              </a:spcBef>
              <a:spcAft>
                <a:spcPts val="0"/>
              </a:spcAft>
              <a:buSzPts val="1400"/>
              <a:buFont typeface="Hind Siliguri Medium"/>
              <a:buNone/>
              <a:defRPr>
                <a:latin typeface="Hind Siliguri Medium"/>
                <a:ea typeface="Hind Siliguri Medium"/>
                <a:cs typeface="Hind Siliguri Medium"/>
                <a:sym typeface="Hind Siliguri Medium"/>
              </a:defRPr>
            </a:lvl2pPr>
            <a:lvl3pPr lvl="2" algn="ctr">
              <a:lnSpc>
                <a:spcPct val="100000"/>
              </a:lnSpc>
              <a:spcBef>
                <a:spcPts val="0"/>
              </a:spcBef>
              <a:spcAft>
                <a:spcPts val="0"/>
              </a:spcAft>
              <a:buSzPts val="1400"/>
              <a:buFont typeface="Hind Siliguri Medium"/>
              <a:buNone/>
              <a:defRPr>
                <a:latin typeface="Hind Siliguri Medium"/>
                <a:ea typeface="Hind Siliguri Medium"/>
                <a:cs typeface="Hind Siliguri Medium"/>
                <a:sym typeface="Hind Siliguri Medium"/>
              </a:defRPr>
            </a:lvl3pPr>
            <a:lvl4pPr lvl="3" algn="ctr">
              <a:lnSpc>
                <a:spcPct val="100000"/>
              </a:lnSpc>
              <a:spcBef>
                <a:spcPts val="0"/>
              </a:spcBef>
              <a:spcAft>
                <a:spcPts val="0"/>
              </a:spcAft>
              <a:buSzPts val="1400"/>
              <a:buFont typeface="Hind Siliguri Medium"/>
              <a:buNone/>
              <a:defRPr>
                <a:latin typeface="Hind Siliguri Medium"/>
                <a:ea typeface="Hind Siliguri Medium"/>
                <a:cs typeface="Hind Siliguri Medium"/>
                <a:sym typeface="Hind Siliguri Medium"/>
              </a:defRPr>
            </a:lvl4pPr>
            <a:lvl5pPr lvl="4" algn="ctr">
              <a:lnSpc>
                <a:spcPct val="100000"/>
              </a:lnSpc>
              <a:spcBef>
                <a:spcPts val="0"/>
              </a:spcBef>
              <a:spcAft>
                <a:spcPts val="0"/>
              </a:spcAft>
              <a:buSzPts val="1400"/>
              <a:buFont typeface="Hind Siliguri Medium"/>
              <a:buNone/>
              <a:defRPr>
                <a:latin typeface="Hind Siliguri Medium"/>
                <a:ea typeface="Hind Siliguri Medium"/>
                <a:cs typeface="Hind Siliguri Medium"/>
                <a:sym typeface="Hind Siliguri Medium"/>
              </a:defRPr>
            </a:lvl5pPr>
            <a:lvl6pPr lvl="5" algn="ctr">
              <a:lnSpc>
                <a:spcPct val="100000"/>
              </a:lnSpc>
              <a:spcBef>
                <a:spcPts val="0"/>
              </a:spcBef>
              <a:spcAft>
                <a:spcPts val="0"/>
              </a:spcAft>
              <a:buSzPts val="1400"/>
              <a:buFont typeface="Hind Siliguri Medium"/>
              <a:buNone/>
              <a:defRPr>
                <a:latin typeface="Hind Siliguri Medium"/>
                <a:ea typeface="Hind Siliguri Medium"/>
                <a:cs typeface="Hind Siliguri Medium"/>
                <a:sym typeface="Hind Siliguri Medium"/>
              </a:defRPr>
            </a:lvl6pPr>
            <a:lvl7pPr lvl="6" algn="ctr">
              <a:lnSpc>
                <a:spcPct val="100000"/>
              </a:lnSpc>
              <a:spcBef>
                <a:spcPts val="0"/>
              </a:spcBef>
              <a:spcAft>
                <a:spcPts val="0"/>
              </a:spcAft>
              <a:buSzPts val="1400"/>
              <a:buFont typeface="Hind Siliguri Medium"/>
              <a:buNone/>
              <a:defRPr>
                <a:latin typeface="Hind Siliguri Medium"/>
                <a:ea typeface="Hind Siliguri Medium"/>
                <a:cs typeface="Hind Siliguri Medium"/>
                <a:sym typeface="Hind Siliguri Medium"/>
              </a:defRPr>
            </a:lvl7pPr>
            <a:lvl8pPr lvl="7" algn="ctr">
              <a:lnSpc>
                <a:spcPct val="100000"/>
              </a:lnSpc>
              <a:spcBef>
                <a:spcPts val="0"/>
              </a:spcBef>
              <a:spcAft>
                <a:spcPts val="0"/>
              </a:spcAft>
              <a:buSzPts val="1400"/>
              <a:buFont typeface="Hind Siliguri Medium"/>
              <a:buNone/>
              <a:defRPr>
                <a:latin typeface="Hind Siliguri Medium"/>
                <a:ea typeface="Hind Siliguri Medium"/>
                <a:cs typeface="Hind Siliguri Medium"/>
                <a:sym typeface="Hind Siliguri Medium"/>
              </a:defRPr>
            </a:lvl8pPr>
            <a:lvl9pPr lvl="8" algn="ctr">
              <a:lnSpc>
                <a:spcPct val="100000"/>
              </a:lnSpc>
              <a:spcBef>
                <a:spcPts val="0"/>
              </a:spcBef>
              <a:spcAft>
                <a:spcPts val="0"/>
              </a:spcAft>
              <a:buSzPts val="1400"/>
              <a:buFont typeface="Hind Siliguri Medium"/>
              <a:buNone/>
              <a:defRPr>
                <a:latin typeface="Hind Siliguri Medium"/>
                <a:ea typeface="Hind Siliguri Medium"/>
                <a:cs typeface="Hind Siliguri Medium"/>
                <a:sym typeface="Hind Siliguri Medium"/>
              </a:defRPr>
            </a:lvl9pPr>
          </a:lstStyle>
          <a:p/>
        </p:txBody>
      </p:sp>
      <p:sp>
        <p:nvSpPr>
          <p:cNvPr id="206" name="Google Shape;206;p53"/>
          <p:cNvSpPr/>
          <p:nvPr/>
        </p:nvSpPr>
        <p:spPr>
          <a:xfrm>
            <a:off x="326550" y="4254975"/>
            <a:ext cx="272051" cy="272301"/>
          </a:xfrm>
          <a:custGeom>
            <a:rect b="b" l="l" r="r" t="t"/>
            <a:pathLst>
              <a:path extrusionOk="0" h="2086" w="2084">
                <a:moveTo>
                  <a:pt x="1314" y="1"/>
                </a:moveTo>
                <a:lnTo>
                  <a:pt x="1314" y="1"/>
                </a:lnTo>
                <a:cubicBezTo>
                  <a:pt x="1137" y="666"/>
                  <a:pt x="1027" y="902"/>
                  <a:pt x="673" y="902"/>
                </a:cubicBezTo>
                <a:cubicBezTo>
                  <a:pt x="510" y="902"/>
                  <a:pt x="296" y="853"/>
                  <a:pt x="1" y="773"/>
                </a:cubicBezTo>
                <a:lnTo>
                  <a:pt x="1" y="773"/>
                </a:lnTo>
                <a:cubicBezTo>
                  <a:pt x="942" y="1028"/>
                  <a:pt x="999" y="1115"/>
                  <a:pt x="770" y="2086"/>
                </a:cubicBezTo>
                <a:cubicBezTo>
                  <a:pt x="927" y="1420"/>
                  <a:pt x="1030" y="1184"/>
                  <a:pt x="1392" y="1184"/>
                </a:cubicBezTo>
                <a:cubicBezTo>
                  <a:pt x="1558" y="1184"/>
                  <a:pt x="1779" y="1233"/>
                  <a:pt x="2084" y="1314"/>
                </a:cubicBezTo>
                <a:cubicBezTo>
                  <a:pt x="1113" y="1058"/>
                  <a:pt x="1056" y="971"/>
                  <a:pt x="1314" y="1"/>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CUSTOM_5_1_2">
    <p:spTree>
      <p:nvGrpSpPr>
        <p:cNvPr id="207" name="Shape 207"/>
        <p:cNvGrpSpPr/>
        <p:nvPr/>
      </p:nvGrpSpPr>
      <p:grpSpPr>
        <a:xfrm>
          <a:off x="0" y="0"/>
          <a:ext cx="0" cy="0"/>
          <a:chOff x="0" y="0"/>
          <a:chExt cx="0" cy="0"/>
        </a:xfrm>
      </p:grpSpPr>
      <p:grpSp>
        <p:nvGrpSpPr>
          <p:cNvPr id="208" name="Google Shape;208;p54"/>
          <p:cNvGrpSpPr/>
          <p:nvPr/>
        </p:nvGrpSpPr>
        <p:grpSpPr>
          <a:xfrm>
            <a:off x="-31525" y="-228650"/>
            <a:ext cx="9175500" cy="6099300"/>
            <a:chOff x="-31525" y="-228650"/>
            <a:chExt cx="9175500" cy="6099300"/>
          </a:xfrm>
        </p:grpSpPr>
        <p:sp>
          <p:nvSpPr>
            <p:cNvPr id="209" name="Google Shape;209;p54"/>
            <p:cNvSpPr/>
            <p:nvPr/>
          </p:nvSpPr>
          <p:spPr>
            <a:xfrm>
              <a:off x="0" y="-228600"/>
              <a:ext cx="9143697" cy="6099216"/>
            </a:xfrm>
            <a:custGeom>
              <a:rect b="b" l="l" r="r" t="t"/>
              <a:pathLst>
                <a:path extrusionOk="0" h="190318" w="285317">
                  <a:moveTo>
                    <a:pt x="0" y="0"/>
                  </a:moveTo>
                  <a:lnTo>
                    <a:pt x="0" y="190317"/>
                  </a:lnTo>
                  <a:lnTo>
                    <a:pt x="285316" y="190317"/>
                  </a:lnTo>
                  <a:lnTo>
                    <a:pt x="285316" y="0"/>
                  </a:lnTo>
                  <a:close/>
                </a:path>
              </a:pathLst>
            </a:custGeom>
            <a:solidFill>
              <a:srgbClr val="0A202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10" name="Google Shape;210;p54"/>
            <p:cNvGrpSpPr/>
            <p:nvPr/>
          </p:nvGrpSpPr>
          <p:grpSpPr>
            <a:xfrm>
              <a:off x="-10" y="-228620"/>
              <a:ext cx="9143697" cy="6099216"/>
              <a:chOff x="238125" y="471975"/>
              <a:chExt cx="7132925" cy="4757950"/>
            </a:xfrm>
          </p:grpSpPr>
          <p:sp>
            <p:nvSpPr>
              <p:cNvPr id="211" name="Google Shape;211;p54"/>
              <p:cNvSpPr/>
              <p:nvPr/>
            </p:nvSpPr>
            <p:spPr>
              <a:xfrm>
                <a:off x="238125" y="471975"/>
                <a:ext cx="7132925" cy="1271425"/>
              </a:xfrm>
              <a:custGeom>
                <a:rect b="b" l="l" r="r" t="t"/>
                <a:pathLst>
                  <a:path extrusionOk="0" h="50857" w="285317">
                    <a:moveTo>
                      <a:pt x="0" y="0"/>
                    </a:moveTo>
                    <a:lnTo>
                      <a:pt x="0" y="32526"/>
                    </a:lnTo>
                    <a:cubicBezTo>
                      <a:pt x="17119" y="33097"/>
                      <a:pt x="33964" y="35379"/>
                      <a:pt x="50512" y="38529"/>
                    </a:cubicBezTo>
                    <a:cubicBezTo>
                      <a:pt x="70758" y="42227"/>
                      <a:pt x="90731" y="46518"/>
                      <a:pt x="110999" y="48504"/>
                    </a:cubicBezTo>
                    <a:cubicBezTo>
                      <a:pt x="124644" y="50149"/>
                      <a:pt x="138299" y="50856"/>
                      <a:pt x="151950" y="50856"/>
                    </a:cubicBezTo>
                    <a:cubicBezTo>
                      <a:pt x="159696" y="50856"/>
                      <a:pt x="167442" y="50629"/>
                      <a:pt x="175184" y="50216"/>
                    </a:cubicBezTo>
                    <a:cubicBezTo>
                      <a:pt x="212275" y="48504"/>
                      <a:pt x="249093" y="42227"/>
                      <a:pt x="285316" y="33393"/>
                    </a:cubicBezTo>
                    <a:lnTo>
                      <a:pt x="285316" y="3424"/>
                    </a:lnTo>
                    <a:cubicBezTo>
                      <a:pt x="279610" y="5432"/>
                      <a:pt x="273904" y="7144"/>
                      <a:pt x="268197" y="8856"/>
                    </a:cubicBezTo>
                    <a:cubicBezTo>
                      <a:pt x="249093" y="13992"/>
                      <a:pt x="229394" y="17690"/>
                      <a:pt x="209719" y="19972"/>
                    </a:cubicBezTo>
                    <a:cubicBezTo>
                      <a:pt x="197328" y="21430"/>
                      <a:pt x="184936" y="22310"/>
                      <a:pt x="172467" y="22310"/>
                    </a:cubicBezTo>
                    <a:cubicBezTo>
                      <a:pt x="165414" y="22310"/>
                      <a:pt x="158335" y="22029"/>
                      <a:pt x="151218" y="21410"/>
                    </a:cubicBezTo>
                    <a:cubicBezTo>
                      <a:pt x="122412" y="18557"/>
                      <a:pt x="94451" y="10842"/>
                      <a:pt x="67631" y="0"/>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2" name="Google Shape;212;p54"/>
              <p:cNvSpPr/>
              <p:nvPr/>
            </p:nvSpPr>
            <p:spPr>
              <a:xfrm>
                <a:off x="238125" y="3786525"/>
                <a:ext cx="7132925" cy="1443400"/>
              </a:xfrm>
              <a:custGeom>
                <a:rect b="b" l="l" r="r" t="t"/>
                <a:pathLst>
                  <a:path extrusionOk="0" h="57736" w="285317">
                    <a:moveTo>
                      <a:pt x="162030" y="0"/>
                    </a:moveTo>
                    <a:cubicBezTo>
                      <a:pt x="153770" y="0"/>
                      <a:pt x="145502" y="473"/>
                      <a:pt x="137249" y="1813"/>
                    </a:cubicBezTo>
                    <a:cubicBezTo>
                      <a:pt x="126977" y="3525"/>
                      <a:pt x="116980" y="6081"/>
                      <a:pt x="106708" y="8364"/>
                    </a:cubicBezTo>
                    <a:cubicBezTo>
                      <a:pt x="86166" y="13226"/>
                      <a:pt x="65349" y="16923"/>
                      <a:pt x="44235" y="17220"/>
                    </a:cubicBezTo>
                    <a:cubicBezTo>
                      <a:pt x="42786" y="17247"/>
                      <a:pt x="41336" y="17260"/>
                      <a:pt x="39887" y="17260"/>
                    </a:cubicBezTo>
                    <a:cubicBezTo>
                      <a:pt x="26503" y="17260"/>
                      <a:pt x="13140" y="16130"/>
                      <a:pt x="0" y="14070"/>
                    </a:cubicBezTo>
                    <a:lnTo>
                      <a:pt x="0" y="43173"/>
                    </a:lnTo>
                    <a:cubicBezTo>
                      <a:pt x="15133" y="40890"/>
                      <a:pt x="30244" y="38037"/>
                      <a:pt x="45080" y="35184"/>
                    </a:cubicBezTo>
                    <a:cubicBezTo>
                      <a:pt x="67631" y="31189"/>
                      <a:pt x="90160" y="27492"/>
                      <a:pt x="112985" y="26350"/>
                    </a:cubicBezTo>
                    <a:cubicBezTo>
                      <a:pt x="118569" y="25989"/>
                      <a:pt x="124189" y="25791"/>
                      <a:pt x="129817" y="25791"/>
                    </a:cubicBezTo>
                    <a:cubicBezTo>
                      <a:pt x="146622" y="25791"/>
                      <a:pt x="163506" y="27560"/>
                      <a:pt x="179749" y="32057"/>
                    </a:cubicBezTo>
                    <a:cubicBezTo>
                      <a:pt x="200292" y="37763"/>
                      <a:pt x="219420" y="47738"/>
                      <a:pt x="239392" y="55156"/>
                    </a:cubicBezTo>
                    <a:cubicBezTo>
                      <a:pt x="242245" y="56023"/>
                      <a:pt x="244801" y="56868"/>
                      <a:pt x="247655" y="57735"/>
                    </a:cubicBezTo>
                    <a:lnTo>
                      <a:pt x="283034" y="57735"/>
                    </a:lnTo>
                    <a:cubicBezTo>
                      <a:pt x="283901" y="57438"/>
                      <a:pt x="284472" y="57164"/>
                      <a:pt x="285316" y="56868"/>
                    </a:cubicBezTo>
                    <a:lnTo>
                      <a:pt x="285316" y="23771"/>
                    </a:lnTo>
                    <a:cubicBezTo>
                      <a:pt x="267056" y="19503"/>
                      <a:pt x="249093" y="14367"/>
                      <a:pt x="230832" y="9802"/>
                    </a:cubicBezTo>
                    <a:cubicBezTo>
                      <a:pt x="210563" y="4940"/>
                      <a:pt x="189747" y="946"/>
                      <a:pt x="168907" y="101"/>
                    </a:cubicBezTo>
                    <a:cubicBezTo>
                      <a:pt x="166616" y="37"/>
                      <a:pt x="164323" y="0"/>
                      <a:pt x="162030" y="0"/>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3" name="Google Shape;213;p54"/>
              <p:cNvSpPr/>
              <p:nvPr/>
            </p:nvSpPr>
            <p:spPr>
              <a:xfrm>
                <a:off x="238125" y="2457100"/>
                <a:ext cx="7132925" cy="1306725"/>
              </a:xfrm>
              <a:custGeom>
                <a:rect b="b" l="l" r="r" t="t"/>
                <a:pathLst>
                  <a:path extrusionOk="0" h="52269" w="285317">
                    <a:moveTo>
                      <a:pt x="192964" y="1"/>
                    </a:moveTo>
                    <a:cubicBezTo>
                      <a:pt x="189513" y="1"/>
                      <a:pt x="186058" y="73"/>
                      <a:pt x="182602" y="210"/>
                    </a:cubicBezTo>
                    <a:cubicBezTo>
                      <a:pt x="159777" y="1054"/>
                      <a:pt x="137249" y="4478"/>
                      <a:pt x="114994" y="8198"/>
                    </a:cubicBezTo>
                    <a:cubicBezTo>
                      <a:pt x="92739" y="11622"/>
                      <a:pt x="70758" y="15617"/>
                      <a:pt x="48504" y="16758"/>
                    </a:cubicBezTo>
                    <a:cubicBezTo>
                      <a:pt x="42364" y="16973"/>
                      <a:pt x="36264" y="17065"/>
                      <a:pt x="30172" y="17065"/>
                    </a:cubicBezTo>
                    <a:cubicBezTo>
                      <a:pt x="20138" y="17065"/>
                      <a:pt x="10126" y="16816"/>
                      <a:pt x="0" y="16461"/>
                    </a:cubicBezTo>
                    <a:lnTo>
                      <a:pt x="0" y="51840"/>
                    </a:lnTo>
                    <a:cubicBezTo>
                      <a:pt x="5855" y="52126"/>
                      <a:pt x="11704" y="52268"/>
                      <a:pt x="17553" y="52268"/>
                    </a:cubicBezTo>
                    <a:cubicBezTo>
                      <a:pt x="23402" y="52268"/>
                      <a:pt x="29251" y="52126"/>
                      <a:pt x="35105" y="51840"/>
                    </a:cubicBezTo>
                    <a:cubicBezTo>
                      <a:pt x="55922" y="50699"/>
                      <a:pt x="76465" y="47572"/>
                      <a:pt x="96734" y="43007"/>
                    </a:cubicBezTo>
                    <a:cubicBezTo>
                      <a:pt x="117550" y="38442"/>
                      <a:pt x="137522" y="31868"/>
                      <a:pt x="158065" y="27303"/>
                    </a:cubicBezTo>
                    <a:cubicBezTo>
                      <a:pt x="171879" y="24192"/>
                      <a:pt x="185681" y="22279"/>
                      <a:pt x="199575" y="22279"/>
                    </a:cubicBezTo>
                    <a:cubicBezTo>
                      <a:pt x="206067" y="22279"/>
                      <a:pt x="212580" y="22697"/>
                      <a:pt x="219123" y="23605"/>
                    </a:cubicBezTo>
                    <a:cubicBezTo>
                      <a:pt x="239392" y="26162"/>
                      <a:pt x="259067" y="32439"/>
                      <a:pt x="277898" y="39857"/>
                    </a:cubicBezTo>
                    <a:cubicBezTo>
                      <a:pt x="278195" y="39857"/>
                      <a:pt x="278469" y="40154"/>
                      <a:pt x="278469" y="40428"/>
                    </a:cubicBezTo>
                    <a:cubicBezTo>
                      <a:pt x="280751" y="40998"/>
                      <a:pt x="283034" y="41569"/>
                      <a:pt x="285316" y="42436"/>
                    </a:cubicBezTo>
                    <a:lnTo>
                      <a:pt x="285316" y="20752"/>
                    </a:lnTo>
                    <a:cubicBezTo>
                      <a:pt x="272762" y="16758"/>
                      <a:pt x="260208" y="11896"/>
                      <a:pt x="247655" y="7628"/>
                    </a:cubicBezTo>
                    <a:cubicBezTo>
                      <a:pt x="229860" y="2087"/>
                      <a:pt x="211466" y="1"/>
                      <a:pt x="192964" y="1"/>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14" name="Google Shape;214;p54"/>
            <p:cNvSpPr/>
            <p:nvPr/>
          </p:nvSpPr>
          <p:spPr>
            <a:xfrm>
              <a:off x="-31525" y="-228650"/>
              <a:ext cx="9175500" cy="6099300"/>
            </a:xfrm>
            <a:prstGeom prst="rect">
              <a:avLst/>
            </a:prstGeom>
            <a:solidFill>
              <a:srgbClr val="000000">
                <a:alpha val="5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15" name="Google Shape;215;p54"/>
            <p:cNvGrpSpPr/>
            <p:nvPr/>
          </p:nvGrpSpPr>
          <p:grpSpPr>
            <a:xfrm>
              <a:off x="201120" y="-173787"/>
              <a:ext cx="8824055" cy="6026084"/>
              <a:chOff x="395025" y="514750"/>
              <a:chExt cx="6883575" cy="4700900"/>
            </a:xfrm>
          </p:grpSpPr>
          <p:sp>
            <p:nvSpPr>
              <p:cNvPr id="216" name="Google Shape;216;p54"/>
              <p:cNvSpPr/>
              <p:nvPr/>
            </p:nvSpPr>
            <p:spPr>
              <a:xfrm>
                <a:off x="523425" y="864550"/>
                <a:ext cx="35975" cy="28575"/>
              </a:xfrm>
              <a:custGeom>
                <a:rect b="b" l="l" r="r" t="t"/>
                <a:pathLst>
                  <a:path extrusionOk="0" h="1143" w="1439">
                    <a:moveTo>
                      <a:pt x="571" y="1"/>
                    </a:moveTo>
                    <a:cubicBezTo>
                      <a:pt x="1" y="1"/>
                      <a:pt x="1" y="1142"/>
                      <a:pt x="571" y="1142"/>
                    </a:cubicBezTo>
                    <a:cubicBezTo>
                      <a:pt x="1439" y="1142"/>
                      <a:pt x="1439" y="1"/>
                      <a:pt x="571"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7" name="Google Shape;217;p54"/>
              <p:cNvSpPr/>
              <p:nvPr/>
            </p:nvSpPr>
            <p:spPr>
              <a:xfrm>
                <a:off x="1992800" y="1170975"/>
                <a:ext cx="42825" cy="28575"/>
              </a:xfrm>
              <a:custGeom>
                <a:rect b="b" l="l" r="r" t="t"/>
                <a:pathLst>
                  <a:path extrusionOk="0" h="1143" w="1713">
                    <a:moveTo>
                      <a:pt x="868" y="1"/>
                    </a:moveTo>
                    <a:cubicBezTo>
                      <a:pt x="1" y="1"/>
                      <a:pt x="1" y="1142"/>
                      <a:pt x="868" y="1142"/>
                    </a:cubicBezTo>
                    <a:cubicBezTo>
                      <a:pt x="1713" y="1142"/>
                      <a:pt x="1713" y="1"/>
                      <a:pt x="868"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8" name="Google Shape;218;p54"/>
              <p:cNvSpPr/>
              <p:nvPr/>
            </p:nvSpPr>
            <p:spPr>
              <a:xfrm>
                <a:off x="1187075" y="2854350"/>
                <a:ext cx="35400" cy="28550"/>
              </a:xfrm>
              <a:custGeom>
                <a:rect b="b" l="l" r="r" t="t"/>
                <a:pathLst>
                  <a:path extrusionOk="0" h="1142" w="1416">
                    <a:moveTo>
                      <a:pt x="845" y="0"/>
                    </a:moveTo>
                    <a:cubicBezTo>
                      <a:pt x="0" y="0"/>
                      <a:pt x="0" y="1142"/>
                      <a:pt x="845" y="1142"/>
                    </a:cubicBezTo>
                    <a:cubicBezTo>
                      <a:pt x="1416" y="1142"/>
                      <a:pt x="1416" y="0"/>
                      <a:pt x="845"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9" name="Google Shape;219;p54"/>
              <p:cNvSpPr/>
              <p:nvPr/>
            </p:nvSpPr>
            <p:spPr>
              <a:xfrm>
                <a:off x="2149725" y="3518000"/>
                <a:ext cx="35975" cy="28550"/>
              </a:xfrm>
              <a:custGeom>
                <a:rect b="b" l="l" r="r" t="t"/>
                <a:pathLst>
                  <a:path extrusionOk="0" h="1142" w="1439">
                    <a:moveTo>
                      <a:pt x="868" y="0"/>
                    </a:moveTo>
                    <a:cubicBezTo>
                      <a:pt x="1" y="0"/>
                      <a:pt x="1" y="1142"/>
                      <a:pt x="868" y="1142"/>
                    </a:cubicBezTo>
                    <a:cubicBezTo>
                      <a:pt x="1439" y="1142"/>
                      <a:pt x="1439" y="0"/>
                      <a:pt x="868"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0" name="Google Shape;220;p54"/>
              <p:cNvSpPr/>
              <p:nvPr/>
            </p:nvSpPr>
            <p:spPr>
              <a:xfrm>
                <a:off x="6337025" y="1598950"/>
                <a:ext cx="35425" cy="28575"/>
              </a:xfrm>
              <a:custGeom>
                <a:rect b="b" l="l" r="r" t="t"/>
                <a:pathLst>
                  <a:path extrusionOk="0" h="1143" w="1417">
                    <a:moveTo>
                      <a:pt x="845" y="1"/>
                    </a:moveTo>
                    <a:cubicBezTo>
                      <a:pt x="1" y="1"/>
                      <a:pt x="1" y="1142"/>
                      <a:pt x="845" y="1142"/>
                    </a:cubicBezTo>
                    <a:cubicBezTo>
                      <a:pt x="1416" y="1142"/>
                      <a:pt x="1416" y="1"/>
                      <a:pt x="845"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1" name="Google Shape;221;p54"/>
              <p:cNvSpPr/>
              <p:nvPr/>
            </p:nvSpPr>
            <p:spPr>
              <a:xfrm>
                <a:off x="6586400" y="2562175"/>
                <a:ext cx="35975" cy="28575"/>
              </a:xfrm>
              <a:custGeom>
                <a:rect b="b" l="l" r="r" t="t"/>
                <a:pathLst>
                  <a:path extrusionOk="0" h="1143" w="1439">
                    <a:moveTo>
                      <a:pt x="868" y="1"/>
                    </a:moveTo>
                    <a:cubicBezTo>
                      <a:pt x="1" y="1"/>
                      <a:pt x="1" y="1142"/>
                      <a:pt x="868" y="1142"/>
                    </a:cubicBezTo>
                    <a:cubicBezTo>
                      <a:pt x="1439" y="1142"/>
                      <a:pt x="1439" y="1"/>
                      <a:pt x="868"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2" name="Google Shape;222;p54"/>
              <p:cNvSpPr/>
              <p:nvPr/>
            </p:nvSpPr>
            <p:spPr>
              <a:xfrm>
                <a:off x="5002900" y="2191275"/>
                <a:ext cx="35975" cy="28550"/>
              </a:xfrm>
              <a:custGeom>
                <a:rect b="b" l="l" r="r" t="t"/>
                <a:pathLst>
                  <a:path extrusionOk="0" h="1142" w="1439">
                    <a:moveTo>
                      <a:pt x="571" y="1"/>
                    </a:moveTo>
                    <a:cubicBezTo>
                      <a:pt x="0" y="1"/>
                      <a:pt x="0" y="1142"/>
                      <a:pt x="571" y="1142"/>
                    </a:cubicBezTo>
                    <a:cubicBezTo>
                      <a:pt x="1438" y="1142"/>
                      <a:pt x="1438" y="1"/>
                      <a:pt x="571"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3" name="Google Shape;223;p54"/>
              <p:cNvSpPr/>
              <p:nvPr/>
            </p:nvSpPr>
            <p:spPr>
              <a:xfrm>
                <a:off x="3661900" y="1649175"/>
                <a:ext cx="35975" cy="28550"/>
              </a:xfrm>
              <a:custGeom>
                <a:rect b="b" l="l" r="r" t="t"/>
                <a:pathLst>
                  <a:path extrusionOk="0" h="1142" w="1439">
                    <a:moveTo>
                      <a:pt x="571" y="1"/>
                    </a:moveTo>
                    <a:cubicBezTo>
                      <a:pt x="1" y="1"/>
                      <a:pt x="1" y="1142"/>
                      <a:pt x="571" y="1142"/>
                    </a:cubicBezTo>
                    <a:cubicBezTo>
                      <a:pt x="1439" y="1142"/>
                      <a:pt x="1439" y="1"/>
                      <a:pt x="571"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4" name="Google Shape;224;p54"/>
              <p:cNvSpPr/>
              <p:nvPr/>
            </p:nvSpPr>
            <p:spPr>
              <a:xfrm>
                <a:off x="3619100" y="3410725"/>
                <a:ext cx="35975" cy="28550"/>
              </a:xfrm>
              <a:custGeom>
                <a:rect b="b" l="l" r="r" t="t"/>
                <a:pathLst>
                  <a:path extrusionOk="0" h="1142" w="1439">
                    <a:moveTo>
                      <a:pt x="572" y="0"/>
                    </a:moveTo>
                    <a:cubicBezTo>
                      <a:pt x="1" y="0"/>
                      <a:pt x="1" y="1141"/>
                      <a:pt x="572" y="1141"/>
                    </a:cubicBezTo>
                    <a:cubicBezTo>
                      <a:pt x="1439" y="1141"/>
                      <a:pt x="1439" y="0"/>
                      <a:pt x="572"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5" name="Google Shape;225;p54"/>
              <p:cNvSpPr/>
              <p:nvPr/>
            </p:nvSpPr>
            <p:spPr>
              <a:xfrm>
                <a:off x="744825" y="4794500"/>
                <a:ext cx="35425" cy="28550"/>
              </a:xfrm>
              <a:custGeom>
                <a:rect b="b" l="l" r="r" t="t"/>
                <a:pathLst>
                  <a:path extrusionOk="0" h="1142" w="1417">
                    <a:moveTo>
                      <a:pt x="572" y="0"/>
                    </a:moveTo>
                    <a:cubicBezTo>
                      <a:pt x="1" y="0"/>
                      <a:pt x="1" y="1142"/>
                      <a:pt x="572" y="1142"/>
                    </a:cubicBezTo>
                    <a:cubicBezTo>
                      <a:pt x="1416" y="1142"/>
                      <a:pt x="1416" y="0"/>
                      <a:pt x="572"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6" name="Google Shape;226;p54"/>
              <p:cNvSpPr/>
              <p:nvPr/>
            </p:nvSpPr>
            <p:spPr>
              <a:xfrm>
                <a:off x="3833100" y="4930300"/>
                <a:ext cx="35975" cy="28575"/>
              </a:xfrm>
              <a:custGeom>
                <a:rect b="b" l="l" r="r" t="t"/>
                <a:pathLst>
                  <a:path extrusionOk="0" h="1143" w="1439">
                    <a:moveTo>
                      <a:pt x="571" y="1"/>
                    </a:moveTo>
                    <a:cubicBezTo>
                      <a:pt x="0" y="1"/>
                      <a:pt x="0" y="1142"/>
                      <a:pt x="571" y="1142"/>
                    </a:cubicBezTo>
                    <a:cubicBezTo>
                      <a:pt x="1438" y="1142"/>
                      <a:pt x="1438" y="1"/>
                      <a:pt x="571"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7" name="Google Shape;227;p54"/>
              <p:cNvSpPr/>
              <p:nvPr/>
            </p:nvSpPr>
            <p:spPr>
              <a:xfrm>
                <a:off x="5430875" y="3396450"/>
                <a:ext cx="35975" cy="28550"/>
              </a:xfrm>
              <a:custGeom>
                <a:rect b="b" l="l" r="r" t="t"/>
                <a:pathLst>
                  <a:path extrusionOk="0" h="1142" w="1439">
                    <a:moveTo>
                      <a:pt x="868" y="0"/>
                    </a:moveTo>
                    <a:cubicBezTo>
                      <a:pt x="0" y="0"/>
                      <a:pt x="0" y="1142"/>
                      <a:pt x="868" y="1142"/>
                    </a:cubicBezTo>
                    <a:cubicBezTo>
                      <a:pt x="1438" y="1142"/>
                      <a:pt x="1438" y="0"/>
                      <a:pt x="868"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8" name="Google Shape;228;p54"/>
              <p:cNvSpPr/>
              <p:nvPr/>
            </p:nvSpPr>
            <p:spPr>
              <a:xfrm>
                <a:off x="6586400" y="5072975"/>
                <a:ext cx="35975" cy="28550"/>
              </a:xfrm>
              <a:custGeom>
                <a:rect b="b" l="l" r="r" t="t"/>
                <a:pathLst>
                  <a:path extrusionOk="0" h="1142" w="1439">
                    <a:moveTo>
                      <a:pt x="868" y="0"/>
                    </a:moveTo>
                    <a:cubicBezTo>
                      <a:pt x="1" y="0"/>
                      <a:pt x="1" y="1141"/>
                      <a:pt x="868" y="1141"/>
                    </a:cubicBezTo>
                    <a:cubicBezTo>
                      <a:pt x="1439" y="1141"/>
                      <a:pt x="1439" y="0"/>
                      <a:pt x="868"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9" name="Google Shape;229;p54"/>
              <p:cNvSpPr/>
              <p:nvPr/>
            </p:nvSpPr>
            <p:spPr>
              <a:xfrm>
                <a:off x="6843175" y="3367925"/>
                <a:ext cx="35975" cy="28550"/>
              </a:xfrm>
              <a:custGeom>
                <a:rect b="b" l="l" r="r" t="t"/>
                <a:pathLst>
                  <a:path extrusionOk="0" h="1142" w="1439">
                    <a:moveTo>
                      <a:pt x="572" y="0"/>
                    </a:moveTo>
                    <a:cubicBezTo>
                      <a:pt x="1" y="0"/>
                      <a:pt x="1" y="1141"/>
                      <a:pt x="572" y="1141"/>
                    </a:cubicBezTo>
                    <a:cubicBezTo>
                      <a:pt x="1439" y="1141"/>
                      <a:pt x="1439" y="0"/>
                      <a:pt x="572"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0" name="Google Shape;230;p54"/>
              <p:cNvSpPr/>
              <p:nvPr/>
            </p:nvSpPr>
            <p:spPr>
              <a:xfrm>
                <a:off x="4610875" y="3738825"/>
                <a:ext cx="35400" cy="28550"/>
              </a:xfrm>
              <a:custGeom>
                <a:rect b="b" l="l" r="r" t="t"/>
                <a:pathLst>
                  <a:path extrusionOk="0" h="1142" w="1416">
                    <a:moveTo>
                      <a:pt x="845" y="1"/>
                    </a:moveTo>
                    <a:cubicBezTo>
                      <a:pt x="0" y="1"/>
                      <a:pt x="0" y="1142"/>
                      <a:pt x="845" y="1142"/>
                    </a:cubicBezTo>
                    <a:cubicBezTo>
                      <a:pt x="1415" y="1142"/>
                      <a:pt x="1415" y="1"/>
                      <a:pt x="845"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1" name="Google Shape;231;p54"/>
              <p:cNvSpPr/>
              <p:nvPr/>
            </p:nvSpPr>
            <p:spPr>
              <a:xfrm>
                <a:off x="5324150" y="964425"/>
                <a:ext cx="35425" cy="28550"/>
              </a:xfrm>
              <a:custGeom>
                <a:rect b="b" l="l" r="r" t="t"/>
                <a:pathLst>
                  <a:path extrusionOk="0" h="1142" w="1417">
                    <a:moveTo>
                      <a:pt x="845" y="0"/>
                    </a:moveTo>
                    <a:cubicBezTo>
                      <a:pt x="1" y="0"/>
                      <a:pt x="1" y="1141"/>
                      <a:pt x="845" y="1141"/>
                    </a:cubicBezTo>
                    <a:cubicBezTo>
                      <a:pt x="1416" y="1141"/>
                      <a:pt x="1416" y="0"/>
                      <a:pt x="845"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2" name="Google Shape;232;p54"/>
              <p:cNvSpPr/>
              <p:nvPr/>
            </p:nvSpPr>
            <p:spPr>
              <a:xfrm>
                <a:off x="3148350" y="807500"/>
                <a:ext cx="42800" cy="28550"/>
              </a:xfrm>
              <a:custGeom>
                <a:rect b="b" l="l" r="r" t="t"/>
                <a:pathLst>
                  <a:path extrusionOk="0" h="1142" w="1712">
                    <a:moveTo>
                      <a:pt x="867" y="0"/>
                    </a:moveTo>
                    <a:cubicBezTo>
                      <a:pt x="0" y="0"/>
                      <a:pt x="0" y="1142"/>
                      <a:pt x="867" y="1142"/>
                    </a:cubicBezTo>
                    <a:cubicBezTo>
                      <a:pt x="1438" y="1142"/>
                      <a:pt x="1712" y="0"/>
                      <a:pt x="867"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3" name="Google Shape;233;p54"/>
              <p:cNvSpPr/>
              <p:nvPr/>
            </p:nvSpPr>
            <p:spPr>
              <a:xfrm>
                <a:off x="2534900" y="2355050"/>
                <a:ext cx="35975" cy="28550"/>
              </a:xfrm>
              <a:custGeom>
                <a:rect b="b" l="l" r="r" t="t"/>
                <a:pathLst>
                  <a:path extrusionOk="0" h="1142" w="1439">
                    <a:moveTo>
                      <a:pt x="868" y="0"/>
                    </a:moveTo>
                    <a:cubicBezTo>
                      <a:pt x="1" y="0"/>
                      <a:pt x="1" y="1142"/>
                      <a:pt x="868" y="1142"/>
                    </a:cubicBezTo>
                    <a:cubicBezTo>
                      <a:pt x="1439" y="1142"/>
                      <a:pt x="1439" y="0"/>
                      <a:pt x="868"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4" name="Google Shape;234;p54"/>
              <p:cNvSpPr/>
              <p:nvPr/>
            </p:nvSpPr>
            <p:spPr>
              <a:xfrm>
                <a:off x="466375" y="2191275"/>
                <a:ext cx="35975" cy="28550"/>
              </a:xfrm>
              <a:custGeom>
                <a:rect b="b" l="l" r="r" t="t"/>
                <a:pathLst>
                  <a:path extrusionOk="0" h="1142" w="1439">
                    <a:moveTo>
                      <a:pt x="867" y="1"/>
                    </a:moveTo>
                    <a:cubicBezTo>
                      <a:pt x="0" y="1"/>
                      <a:pt x="0" y="1142"/>
                      <a:pt x="867" y="1142"/>
                    </a:cubicBezTo>
                    <a:cubicBezTo>
                      <a:pt x="1438" y="1142"/>
                      <a:pt x="1438" y="1"/>
                      <a:pt x="867"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5" name="Google Shape;235;p54"/>
              <p:cNvSpPr/>
              <p:nvPr/>
            </p:nvSpPr>
            <p:spPr>
              <a:xfrm>
                <a:off x="616450" y="3931700"/>
                <a:ext cx="35400" cy="28550"/>
              </a:xfrm>
              <a:custGeom>
                <a:rect b="b" l="l" r="r" t="t"/>
                <a:pathLst>
                  <a:path extrusionOk="0" h="1142" w="1416">
                    <a:moveTo>
                      <a:pt x="571" y="1"/>
                    </a:moveTo>
                    <a:cubicBezTo>
                      <a:pt x="0" y="1"/>
                      <a:pt x="0" y="1142"/>
                      <a:pt x="571" y="1142"/>
                    </a:cubicBezTo>
                    <a:cubicBezTo>
                      <a:pt x="1415" y="1142"/>
                      <a:pt x="1415" y="1"/>
                      <a:pt x="571"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6" name="Google Shape;236;p54"/>
              <p:cNvSpPr/>
              <p:nvPr/>
            </p:nvSpPr>
            <p:spPr>
              <a:xfrm>
                <a:off x="2185675" y="4830450"/>
                <a:ext cx="35400" cy="28550"/>
              </a:xfrm>
              <a:custGeom>
                <a:rect b="b" l="l" r="r" t="t"/>
                <a:pathLst>
                  <a:path extrusionOk="0" h="1142" w="1416">
                    <a:moveTo>
                      <a:pt x="845" y="0"/>
                    </a:moveTo>
                    <a:cubicBezTo>
                      <a:pt x="1" y="0"/>
                      <a:pt x="1" y="1142"/>
                      <a:pt x="845" y="1142"/>
                    </a:cubicBezTo>
                    <a:cubicBezTo>
                      <a:pt x="1416" y="1142"/>
                      <a:pt x="1416" y="0"/>
                      <a:pt x="845"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7" name="Google Shape;237;p54"/>
              <p:cNvSpPr/>
              <p:nvPr/>
            </p:nvSpPr>
            <p:spPr>
              <a:xfrm>
                <a:off x="7028650" y="700225"/>
                <a:ext cx="35975" cy="28550"/>
              </a:xfrm>
              <a:custGeom>
                <a:rect b="b" l="l" r="r" t="t"/>
                <a:pathLst>
                  <a:path extrusionOk="0" h="1142" w="1439">
                    <a:moveTo>
                      <a:pt x="571" y="0"/>
                    </a:moveTo>
                    <a:cubicBezTo>
                      <a:pt x="0" y="0"/>
                      <a:pt x="0" y="1141"/>
                      <a:pt x="571" y="1141"/>
                    </a:cubicBezTo>
                    <a:cubicBezTo>
                      <a:pt x="1438" y="1141"/>
                      <a:pt x="1438" y="0"/>
                      <a:pt x="571"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8" name="Google Shape;238;p54"/>
              <p:cNvSpPr/>
              <p:nvPr/>
            </p:nvSpPr>
            <p:spPr>
              <a:xfrm>
                <a:off x="1308050" y="671675"/>
                <a:ext cx="71350" cy="57100"/>
              </a:xfrm>
              <a:custGeom>
                <a:rect b="b" l="l" r="r" t="t"/>
                <a:pathLst>
                  <a:path extrusionOk="0" h="2284" w="2854">
                    <a:moveTo>
                      <a:pt x="1438" y="1"/>
                    </a:moveTo>
                    <a:cubicBezTo>
                      <a:pt x="0" y="1"/>
                      <a:pt x="0" y="2283"/>
                      <a:pt x="1438" y="2283"/>
                    </a:cubicBezTo>
                    <a:cubicBezTo>
                      <a:pt x="2854" y="2283"/>
                      <a:pt x="2854" y="1"/>
                      <a:pt x="1438"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9" name="Google Shape;239;p54"/>
              <p:cNvSpPr/>
              <p:nvPr/>
            </p:nvSpPr>
            <p:spPr>
              <a:xfrm>
                <a:off x="502325" y="2761900"/>
                <a:ext cx="78200" cy="57100"/>
              </a:xfrm>
              <a:custGeom>
                <a:rect b="b" l="l" r="r" t="t"/>
                <a:pathLst>
                  <a:path extrusionOk="0" h="2284" w="3128">
                    <a:moveTo>
                      <a:pt x="1415" y="1"/>
                    </a:moveTo>
                    <a:cubicBezTo>
                      <a:pt x="0" y="1"/>
                      <a:pt x="0" y="2283"/>
                      <a:pt x="1415" y="2283"/>
                    </a:cubicBezTo>
                    <a:cubicBezTo>
                      <a:pt x="3127" y="2283"/>
                      <a:pt x="3127" y="1"/>
                      <a:pt x="1415"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0" name="Google Shape;240;p54"/>
              <p:cNvSpPr/>
              <p:nvPr/>
            </p:nvSpPr>
            <p:spPr>
              <a:xfrm>
                <a:off x="2663300" y="2911400"/>
                <a:ext cx="78775" cy="57100"/>
              </a:xfrm>
              <a:custGeom>
                <a:rect b="b" l="l" r="r" t="t"/>
                <a:pathLst>
                  <a:path extrusionOk="0" h="2284" w="3151">
                    <a:moveTo>
                      <a:pt x="1439" y="1"/>
                    </a:moveTo>
                    <a:cubicBezTo>
                      <a:pt x="1" y="1"/>
                      <a:pt x="1" y="2284"/>
                      <a:pt x="1439" y="2284"/>
                    </a:cubicBezTo>
                    <a:cubicBezTo>
                      <a:pt x="3150" y="2284"/>
                      <a:pt x="3150" y="1"/>
                      <a:pt x="1439"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1" name="Google Shape;241;p54"/>
              <p:cNvSpPr/>
              <p:nvPr/>
            </p:nvSpPr>
            <p:spPr>
              <a:xfrm>
                <a:off x="4853400" y="728750"/>
                <a:ext cx="71350" cy="57075"/>
              </a:xfrm>
              <a:custGeom>
                <a:rect b="b" l="l" r="r" t="t"/>
                <a:pathLst>
                  <a:path extrusionOk="0" h="2283" w="2854">
                    <a:moveTo>
                      <a:pt x="1415" y="0"/>
                    </a:moveTo>
                    <a:cubicBezTo>
                      <a:pt x="0" y="0"/>
                      <a:pt x="0" y="2283"/>
                      <a:pt x="1415" y="2283"/>
                    </a:cubicBezTo>
                    <a:cubicBezTo>
                      <a:pt x="2853" y="2283"/>
                      <a:pt x="2853" y="0"/>
                      <a:pt x="1415"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2" name="Google Shape;242;p54"/>
              <p:cNvSpPr/>
              <p:nvPr/>
            </p:nvSpPr>
            <p:spPr>
              <a:xfrm>
                <a:off x="7107400" y="1520775"/>
                <a:ext cx="71350" cy="57100"/>
              </a:xfrm>
              <a:custGeom>
                <a:rect b="b" l="l" r="r" t="t"/>
                <a:pathLst>
                  <a:path extrusionOk="0" h="2284" w="2854">
                    <a:moveTo>
                      <a:pt x="1415" y="1"/>
                    </a:moveTo>
                    <a:cubicBezTo>
                      <a:pt x="0" y="1"/>
                      <a:pt x="0" y="2283"/>
                      <a:pt x="1415" y="2283"/>
                    </a:cubicBezTo>
                    <a:cubicBezTo>
                      <a:pt x="2853" y="2283"/>
                      <a:pt x="2853" y="1"/>
                      <a:pt x="1415"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3" name="Google Shape;243;p54"/>
              <p:cNvSpPr/>
              <p:nvPr/>
            </p:nvSpPr>
            <p:spPr>
              <a:xfrm>
                <a:off x="6793550" y="4252400"/>
                <a:ext cx="78200" cy="57075"/>
              </a:xfrm>
              <a:custGeom>
                <a:rect b="b" l="l" r="r" t="t"/>
                <a:pathLst>
                  <a:path extrusionOk="0" h="2283" w="3128">
                    <a:moveTo>
                      <a:pt x="1415" y="0"/>
                    </a:moveTo>
                    <a:cubicBezTo>
                      <a:pt x="0" y="0"/>
                      <a:pt x="0" y="2283"/>
                      <a:pt x="1415" y="2283"/>
                    </a:cubicBezTo>
                    <a:cubicBezTo>
                      <a:pt x="3127" y="2283"/>
                      <a:pt x="3127" y="0"/>
                      <a:pt x="1415"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4" name="Google Shape;244;p54"/>
              <p:cNvSpPr/>
              <p:nvPr/>
            </p:nvSpPr>
            <p:spPr>
              <a:xfrm>
                <a:off x="4839125" y="3054075"/>
                <a:ext cx="71350" cy="57075"/>
              </a:xfrm>
              <a:custGeom>
                <a:rect b="b" l="l" r="r" t="t"/>
                <a:pathLst>
                  <a:path extrusionOk="0" h="2283" w="2854">
                    <a:moveTo>
                      <a:pt x="1416" y="0"/>
                    </a:moveTo>
                    <a:cubicBezTo>
                      <a:pt x="0" y="0"/>
                      <a:pt x="0" y="2283"/>
                      <a:pt x="1416" y="2283"/>
                    </a:cubicBezTo>
                    <a:cubicBezTo>
                      <a:pt x="2854" y="2283"/>
                      <a:pt x="2854" y="0"/>
                      <a:pt x="1416"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5" name="Google Shape;245;p54"/>
              <p:cNvSpPr/>
              <p:nvPr/>
            </p:nvSpPr>
            <p:spPr>
              <a:xfrm>
                <a:off x="2927500" y="4466375"/>
                <a:ext cx="71350" cy="57100"/>
              </a:xfrm>
              <a:custGeom>
                <a:rect b="b" l="l" r="r" t="t"/>
                <a:pathLst>
                  <a:path extrusionOk="0" h="2284" w="2854">
                    <a:moveTo>
                      <a:pt x="1416" y="1"/>
                    </a:moveTo>
                    <a:cubicBezTo>
                      <a:pt x="1" y="1"/>
                      <a:pt x="1" y="2283"/>
                      <a:pt x="1416" y="2283"/>
                    </a:cubicBezTo>
                    <a:cubicBezTo>
                      <a:pt x="2854" y="2283"/>
                      <a:pt x="2854" y="1"/>
                      <a:pt x="1416"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6" name="Google Shape;246;p54"/>
              <p:cNvSpPr/>
              <p:nvPr/>
            </p:nvSpPr>
            <p:spPr>
              <a:xfrm>
                <a:off x="1401050" y="4181075"/>
                <a:ext cx="78225" cy="57075"/>
              </a:xfrm>
              <a:custGeom>
                <a:rect b="b" l="l" r="r" t="t"/>
                <a:pathLst>
                  <a:path extrusionOk="0" h="2283" w="3129">
                    <a:moveTo>
                      <a:pt x="1713" y="0"/>
                    </a:moveTo>
                    <a:cubicBezTo>
                      <a:pt x="1" y="0"/>
                      <a:pt x="1" y="2283"/>
                      <a:pt x="1713" y="2283"/>
                    </a:cubicBezTo>
                    <a:cubicBezTo>
                      <a:pt x="3128" y="2283"/>
                      <a:pt x="3128" y="0"/>
                      <a:pt x="1713"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7" name="Google Shape;247;p54"/>
              <p:cNvSpPr/>
              <p:nvPr/>
            </p:nvSpPr>
            <p:spPr>
              <a:xfrm>
                <a:off x="1543725" y="1934500"/>
                <a:ext cx="78200" cy="57075"/>
              </a:xfrm>
              <a:custGeom>
                <a:rect b="b" l="l" r="r" t="t"/>
                <a:pathLst>
                  <a:path extrusionOk="0" h="2283" w="3128">
                    <a:moveTo>
                      <a:pt x="1415" y="0"/>
                    </a:moveTo>
                    <a:cubicBezTo>
                      <a:pt x="0" y="0"/>
                      <a:pt x="0" y="2283"/>
                      <a:pt x="1415" y="2283"/>
                    </a:cubicBezTo>
                    <a:cubicBezTo>
                      <a:pt x="3127" y="2283"/>
                      <a:pt x="3127" y="0"/>
                      <a:pt x="1415"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8" name="Google Shape;248;p54"/>
              <p:cNvSpPr/>
              <p:nvPr/>
            </p:nvSpPr>
            <p:spPr>
              <a:xfrm>
                <a:off x="3990025" y="2269450"/>
                <a:ext cx="71350" cy="57100"/>
              </a:xfrm>
              <a:custGeom>
                <a:rect b="b" l="l" r="r" t="t"/>
                <a:pathLst>
                  <a:path extrusionOk="0" h="2284" w="2854">
                    <a:moveTo>
                      <a:pt x="1438" y="1"/>
                    </a:moveTo>
                    <a:cubicBezTo>
                      <a:pt x="0" y="1"/>
                      <a:pt x="0" y="2283"/>
                      <a:pt x="1438" y="2283"/>
                    </a:cubicBezTo>
                    <a:cubicBezTo>
                      <a:pt x="2854" y="2283"/>
                      <a:pt x="2854" y="1"/>
                      <a:pt x="1438"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9" name="Google Shape;249;p54"/>
              <p:cNvSpPr/>
              <p:nvPr/>
            </p:nvSpPr>
            <p:spPr>
              <a:xfrm>
                <a:off x="395025" y="514750"/>
                <a:ext cx="21725" cy="14300"/>
              </a:xfrm>
              <a:custGeom>
                <a:rect b="b" l="l" r="r" t="t"/>
                <a:pathLst>
                  <a:path extrusionOk="0" h="572" w="869">
                    <a:moveTo>
                      <a:pt x="572" y="1"/>
                    </a:moveTo>
                    <a:cubicBezTo>
                      <a:pt x="1" y="1"/>
                      <a:pt x="1" y="572"/>
                      <a:pt x="572" y="572"/>
                    </a:cubicBezTo>
                    <a:cubicBezTo>
                      <a:pt x="868" y="572"/>
                      <a:pt x="868" y="1"/>
                      <a:pt x="572"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0" name="Google Shape;250;p54"/>
              <p:cNvSpPr/>
              <p:nvPr/>
            </p:nvSpPr>
            <p:spPr>
              <a:xfrm>
                <a:off x="1094050" y="1399250"/>
                <a:ext cx="14300" cy="14275"/>
              </a:xfrm>
              <a:custGeom>
                <a:rect b="b" l="l" r="r" t="t"/>
                <a:pathLst>
                  <a:path extrusionOk="0" h="571" w="572">
                    <a:moveTo>
                      <a:pt x="298" y="0"/>
                    </a:moveTo>
                    <a:cubicBezTo>
                      <a:pt x="1" y="0"/>
                      <a:pt x="1" y="571"/>
                      <a:pt x="298" y="571"/>
                    </a:cubicBezTo>
                    <a:cubicBezTo>
                      <a:pt x="572" y="571"/>
                      <a:pt x="572" y="0"/>
                      <a:pt x="298"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1" name="Google Shape;251;p54"/>
              <p:cNvSpPr/>
              <p:nvPr/>
            </p:nvSpPr>
            <p:spPr>
              <a:xfrm>
                <a:off x="630700" y="1527625"/>
                <a:ext cx="21150" cy="14300"/>
              </a:xfrm>
              <a:custGeom>
                <a:rect b="b" l="l" r="r" t="t"/>
                <a:pathLst>
                  <a:path extrusionOk="0" h="572" w="846">
                    <a:moveTo>
                      <a:pt x="275" y="1"/>
                    </a:moveTo>
                    <a:cubicBezTo>
                      <a:pt x="1" y="1"/>
                      <a:pt x="1" y="571"/>
                      <a:pt x="275" y="571"/>
                    </a:cubicBezTo>
                    <a:cubicBezTo>
                      <a:pt x="845" y="571"/>
                      <a:pt x="845" y="1"/>
                      <a:pt x="275"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2" name="Google Shape;252;p54"/>
              <p:cNvSpPr/>
              <p:nvPr/>
            </p:nvSpPr>
            <p:spPr>
              <a:xfrm>
                <a:off x="987350" y="1256575"/>
                <a:ext cx="14300" cy="14300"/>
              </a:xfrm>
              <a:custGeom>
                <a:rect b="b" l="l" r="r" t="t"/>
                <a:pathLst>
                  <a:path extrusionOk="0" h="572" w="572">
                    <a:moveTo>
                      <a:pt x="275" y="1"/>
                    </a:moveTo>
                    <a:cubicBezTo>
                      <a:pt x="1" y="1"/>
                      <a:pt x="1" y="571"/>
                      <a:pt x="275" y="571"/>
                    </a:cubicBezTo>
                    <a:cubicBezTo>
                      <a:pt x="571" y="571"/>
                      <a:pt x="571" y="1"/>
                      <a:pt x="275"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3" name="Google Shape;253;p54"/>
              <p:cNvSpPr/>
              <p:nvPr/>
            </p:nvSpPr>
            <p:spPr>
              <a:xfrm>
                <a:off x="1778825" y="671675"/>
                <a:ext cx="21700" cy="14300"/>
              </a:xfrm>
              <a:custGeom>
                <a:rect b="b" l="l" r="r" t="t"/>
                <a:pathLst>
                  <a:path extrusionOk="0" h="572" w="868">
                    <a:moveTo>
                      <a:pt x="297" y="1"/>
                    </a:moveTo>
                    <a:cubicBezTo>
                      <a:pt x="0" y="1"/>
                      <a:pt x="0" y="571"/>
                      <a:pt x="297" y="571"/>
                    </a:cubicBezTo>
                    <a:cubicBezTo>
                      <a:pt x="868" y="571"/>
                      <a:pt x="868" y="1"/>
                      <a:pt x="297"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4" name="Google Shape;254;p54"/>
              <p:cNvSpPr/>
              <p:nvPr/>
            </p:nvSpPr>
            <p:spPr>
              <a:xfrm>
                <a:off x="1429600" y="1541900"/>
                <a:ext cx="21125" cy="14275"/>
              </a:xfrm>
              <a:custGeom>
                <a:rect b="b" l="l" r="r" t="t"/>
                <a:pathLst>
                  <a:path extrusionOk="0" h="571" w="845">
                    <a:moveTo>
                      <a:pt x="571" y="0"/>
                    </a:moveTo>
                    <a:cubicBezTo>
                      <a:pt x="0" y="0"/>
                      <a:pt x="0" y="571"/>
                      <a:pt x="571" y="571"/>
                    </a:cubicBezTo>
                    <a:cubicBezTo>
                      <a:pt x="845" y="571"/>
                      <a:pt x="845" y="0"/>
                      <a:pt x="571"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5" name="Google Shape;255;p54"/>
              <p:cNvSpPr/>
              <p:nvPr/>
            </p:nvSpPr>
            <p:spPr>
              <a:xfrm>
                <a:off x="1550575" y="1606375"/>
                <a:ext cx="21700" cy="14300"/>
              </a:xfrm>
              <a:custGeom>
                <a:rect b="b" l="l" r="r" t="t"/>
                <a:pathLst>
                  <a:path extrusionOk="0" h="572" w="868">
                    <a:moveTo>
                      <a:pt x="297" y="1"/>
                    </a:moveTo>
                    <a:cubicBezTo>
                      <a:pt x="0" y="1"/>
                      <a:pt x="0" y="571"/>
                      <a:pt x="297" y="571"/>
                    </a:cubicBezTo>
                    <a:cubicBezTo>
                      <a:pt x="868" y="571"/>
                      <a:pt x="868" y="1"/>
                      <a:pt x="297"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6" name="Google Shape;256;p54"/>
              <p:cNvSpPr/>
              <p:nvPr/>
            </p:nvSpPr>
            <p:spPr>
              <a:xfrm>
                <a:off x="2642200" y="1349600"/>
                <a:ext cx="21125" cy="14275"/>
              </a:xfrm>
              <a:custGeom>
                <a:rect b="b" l="l" r="r" t="t"/>
                <a:pathLst>
                  <a:path extrusionOk="0" h="571" w="845">
                    <a:moveTo>
                      <a:pt x="274" y="0"/>
                    </a:moveTo>
                    <a:cubicBezTo>
                      <a:pt x="0" y="0"/>
                      <a:pt x="0" y="571"/>
                      <a:pt x="274" y="571"/>
                    </a:cubicBezTo>
                    <a:cubicBezTo>
                      <a:pt x="845" y="571"/>
                      <a:pt x="845" y="0"/>
                      <a:pt x="274"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7" name="Google Shape;257;p54"/>
              <p:cNvSpPr/>
              <p:nvPr/>
            </p:nvSpPr>
            <p:spPr>
              <a:xfrm>
                <a:off x="2856175" y="778950"/>
                <a:ext cx="21150" cy="14300"/>
              </a:xfrm>
              <a:custGeom>
                <a:rect b="b" l="l" r="r" t="t"/>
                <a:pathLst>
                  <a:path extrusionOk="0" h="572" w="846">
                    <a:moveTo>
                      <a:pt x="274" y="1"/>
                    </a:moveTo>
                    <a:cubicBezTo>
                      <a:pt x="1" y="1"/>
                      <a:pt x="1" y="572"/>
                      <a:pt x="274" y="572"/>
                    </a:cubicBezTo>
                    <a:cubicBezTo>
                      <a:pt x="845" y="572"/>
                      <a:pt x="845" y="1"/>
                      <a:pt x="274"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8" name="Google Shape;258;p54"/>
              <p:cNvSpPr/>
              <p:nvPr/>
            </p:nvSpPr>
            <p:spPr>
              <a:xfrm>
                <a:off x="3070150" y="1056850"/>
                <a:ext cx="14300" cy="14300"/>
              </a:xfrm>
              <a:custGeom>
                <a:rect b="b" l="l" r="r" t="t"/>
                <a:pathLst>
                  <a:path extrusionOk="0" h="572" w="572">
                    <a:moveTo>
                      <a:pt x="275" y="1"/>
                    </a:moveTo>
                    <a:cubicBezTo>
                      <a:pt x="1" y="1"/>
                      <a:pt x="1" y="572"/>
                      <a:pt x="275" y="572"/>
                    </a:cubicBezTo>
                    <a:cubicBezTo>
                      <a:pt x="572" y="572"/>
                      <a:pt x="572" y="1"/>
                      <a:pt x="275"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9" name="Google Shape;259;p54"/>
              <p:cNvSpPr/>
              <p:nvPr/>
            </p:nvSpPr>
            <p:spPr>
              <a:xfrm>
                <a:off x="3533525" y="778950"/>
                <a:ext cx="21700" cy="14300"/>
              </a:xfrm>
              <a:custGeom>
                <a:rect b="b" l="l" r="r" t="t"/>
                <a:pathLst>
                  <a:path extrusionOk="0" h="572" w="868">
                    <a:moveTo>
                      <a:pt x="571" y="1"/>
                    </a:moveTo>
                    <a:cubicBezTo>
                      <a:pt x="0" y="1"/>
                      <a:pt x="0" y="572"/>
                      <a:pt x="571" y="572"/>
                    </a:cubicBezTo>
                    <a:cubicBezTo>
                      <a:pt x="868" y="572"/>
                      <a:pt x="868" y="1"/>
                      <a:pt x="571"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0" name="Google Shape;260;p54"/>
              <p:cNvSpPr/>
              <p:nvPr/>
            </p:nvSpPr>
            <p:spPr>
              <a:xfrm>
                <a:off x="3284150" y="622050"/>
                <a:ext cx="14300" cy="14275"/>
              </a:xfrm>
              <a:custGeom>
                <a:rect b="b" l="l" r="r" t="t"/>
                <a:pathLst>
                  <a:path extrusionOk="0" h="571" w="572">
                    <a:moveTo>
                      <a:pt x="274" y="0"/>
                    </a:moveTo>
                    <a:cubicBezTo>
                      <a:pt x="0" y="0"/>
                      <a:pt x="0" y="571"/>
                      <a:pt x="274" y="571"/>
                    </a:cubicBezTo>
                    <a:cubicBezTo>
                      <a:pt x="571" y="571"/>
                      <a:pt x="571" y="0"/>
                      <a:pt x="274"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1" name="Google Shape;261;p54"/>
              <p:cNvSpPr/>
              <p:nvPr/>
            </p:nvSpPr>
            <p:spPr>
              <a:xfrm>
                <a:off x="3312675" y="850300"/>
                <a:ext cx="21150" cy="14275"/>
              </a:xfrm>
              <a:custGeom>
                <a:rect b="b" l="l" r="r" t="t"/>
                <a:pathLst>
                  <a:path extrusionOk="0" h="571" w="846">
                    <a:moveTo>
                      <a:pt x="571" y="0"/>
                    </a:moveTo>
                    <a:cubicBezTo>
                      <a:pt x="1" y="0"/>
                      <a:pt x="1" y="571"/>
                      <a:pt x="571" y="571"/>
                    </a:cubicBezTo>
                    <a:cubicBezTo>
                      <a:pt x="845" y="571"/>
                      <a:pt x="845" y="0"/>
                      <a:pt x="571"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2" name="Google Shape;262;p54"/>
              <p:cNvSpPr/>
              <p:nvPr/>
            </p:nvSpPr>
            <p:spPr>
              <a:xfrm>
                <a:off x="4332400" y="2340775"/>
                <a:ext cx="21700" cy="14300"/>
              </a:xfrm>
              <a:custGeom>
                <a:rect b="b" l="l" r="r" t="t"/>
                <a:pathLst>
                  <a:path extrusionOk="0" h="572" w="868">
                    <a:moveTo>
                      <a:pt x="571" y="1"/>
                    </a:moveTo>
                    <a:cubicBezTo>
                      <a:pt x="1" y="1"/>
                      <a:pt x="1" y="571"/>
                      <a:pt x="571" y="571"/>
                    </a:cubicBezTo>
                    <a:cubicBezTo>
                      <a:pt x="868" y="571"/>
                      <a:pt x="868" y="1"/>
                      <a:pt x="571"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3" name="Google Shape;263;p54"/>
              <p:cNvSpPr/>
              <p:nvPr/>
            </p:nvSpPr>
            <p:spPr>
              <a:xfrm>
                <a:off x="3726400" y="2633525"/>
                <a:ext cx="21125" cy="14275"/>
              </a:xfrm>
              <a:custGeom>
                <a:rect b="b" l="l" r="r" t="t"/>
                <a:pathLst>
                  <a:path extrusionOk="0" h="571" w="845">
                    <a:moveTo>
                      <a:pt x="274" y="0"/>
                    </a:moveTo>
                    <a:cubicBezTo>
                      <a:pt x="0" y="0"/>
                      <a:pt x="0" y="571"/>
                      <a:pt x="274" y="571"/>
                    </a:cubicBezTo>
                    <a:cubicBezTo>
                      <a:pt x="845" y="571"/>
                      <a:pt x="845" y="0"/>
                      <a:pt x="274"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4" name="Google Shape;264;p54"/>
              <p:cNvSpPr/>
              <p:nvPr/>
            </p:nvSpPr>
            <p:spPr>
              <a:xfrm>
                <a:off x="4061350" y="2026925"/>
                <a:ext cx="14300" cy="14300"/>
              </a:xfrm>
              <a:custGeom>
                <a:rect b="b" l="l" r="r" t="t"/>
                <a:pathLst>
                  <a:path extrusionOk="0" h="572" w="572">
                    <a:moveTo>
                      <a:pt x="297" y="1"/>
                    </a:moveTo>
                    <a:cubicBezTo>
                      <a:pt x="1" y="1"/>
                      <a:pt x="1" y="571"/>
                      <a:pt x="297" y="571"/>
                    </a:cubicBezTo>
                    <a:cubicBezTo>
                      <a:pt x="571" y="571"/>
                      <a:pt x="571" y="1"/>
                      <a:pt x="297"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5" name="Google Shape;265;p54"/>
              <p:cNvSpPr/>
              <p:nvPr/>
            </p:nvSpPr>
            <p:spPr>
              <a:xfrm>
                <a:off x="2820225" y="1613225"/>
                <a:ext cx="21700" cy="14300"/>
              </a:xfrm>
              <a:custGeom>
                <a:rect b="b" l="l" r="r" t="t"/>
                <a:pathLst>
                  <a:path extrusionOk="0" h="572" w="868">
                    <a:moveTo>
                      <a:pt x="297" y="1"/>
                    </a:moveTo>
                    <a:cubicBezTo>
                      <a:pt x="1" y="1"/>
                      <a:pt x="1" y="571"/>
                      <a:pt x="297" y="571"/>
                    </a:cubicBezTo>
                    <a:cubicBezTo>
                      <a:pt x="868" y="571"/>
                      <a:pt x="868" y="1"/>
                      <a:pt x="297"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6" name="Google Shape;266;p54"/>
              <p:cNvSpPr/>
              <p:nvPr/>
            </p:nvSpPr>
            <p:spPr>
              <a:xfrm>
                <a:off x="3583725" y="1841475"/>
                <a:ext cx="21150" cy="14300"/>
              </a:xfrm>
              <a:custGeom>
                <a:rect b="b" l="l" r="r" t="t"/>
                <a:pathLst>
                  <a:path extrusionOk="0" h="572" w="846">
                    <a:moveTo>
                      <a:pt x="571" y="1"/>
                    </a:moveTo>
                    <a:cubicBezTo>
                      <a:pt x="1" y="1"/>
                      <a:pt x="1" y="571"/>
                      <a:pt x="571" y="571"/>
                    </a:cubicBezTo>
                    <a:cubicBezTo>
                      <a:pt x="845" y="571"/>
                      <a:pt x="845" y="1"/>
                      <a:pt x="571"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7" name="Google Shape;267;p54"/>
              <p:cNvSpPr/>
              <p:nvPr/>
            </p:nvSpPr>
            <p:spPr>
              <a:xfrm>
                <a:off x="3604850" y="1998400"/>
                <a:ext cx="21700" cy="14300"/>
              </a:xfrm>
              <a:custGeom>
                <a:rect b="b" l="l" r="r" t="t"/>
                <a:pathLst>
                  <a:path extrusionOk="0" h="572" w="868">
                    <a:moveTo>
                      <a:pt x="297" y="1"/>
                    </a:moveTo>
                    <a:cubicBezTo>
                      <a:pt x="0" y="1"/>
                      <a:pt x="0" y="571"/>
                      <a:pt x="297" y="571"/>
                    </a:cubicBezTo>
                    <a:cubicBezTo>
                      <a:pt x="868" y="571"/>
                      <a:pt x="868" y="1"/>
                      <a:pt x="297"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8" name="Google Shape;268;p54"/>
              <p:cNvSpPr/>
              <p:nvPr/>
            </p:nvSpPr>
            <p:spPr>
              <a:xfrm>
                <a:off x="3883325" y="1798675"/>
                <a:ext cx="21125" cy="14300"/>
              </a:xfrm>
              <a:custGeom>
                <a:rect b="b" l="l" r="r" t="t"/>
                <a:pathLst>
                  <a:path extrusionOk="0" h="572" w="845">
                    <a:moveTo>
                      <a:pt x="274" y="1"/>
                    </a:moveTo>
                    <a:cubicBezTo>
                      <a:pt x="0" y="1"/>
                      <a:pt x="0" y="571"/>
                      <a:pt x="274" y="571"/>
                    </a:cubicBezTo>
                    <a:cubicBezTo>
                      <a:pt x="845" y="571"/>
                      <a:pt x="845" y="1"/>
                      <a:pt x="274"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9" name="Google Shape;269;p54"/>
              <p:cNvSpPr/>
              <p:nvPr/>
            </p:nvSpPr>
            <p:spPr>
              <a:xfrm>
                <a:off x="4261075" y="1827200"/>
                <a:ext cx="14300" cy="14300"/>
              </a:xfrm>
              <a:custGeom>
                <a:rect b="b" l="l" r="r" t="t"/>
                <a:pathLst>
                  <a:path extrusionOk="0" h="572" w="572">
                    <a:moveTo>
                      <a:pt x="297" y="1"/>
                    </a:moveTo>
                    <a:cubicBezTo>
                      <a:pt x="0" y="1"/>
                      <a:pt x="0" y="572"/>
                      <a:pt x="297" y="572"/>
                    </a:cubicBezTo>
                    <a:cubicBezTo>
                      <a:pt x="571" y="572"/>
                      <a:pt x="571" y="1"/>
                      <a:pt x="297"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0" name="Google Shape;270;p54"/>
              <p:cNvSpPr/>
              <p:nvPr/>
            </p:nvSpPr>
            <p:spPr>
              <a:xfrm>
                <a:off x="4396875" y="793225"/>
                <a:ext cx="21150" cy="14300"/>
              </a:xfrm>
              <a:custGeom>
                <a:rect b="b" l="l" r="r" t="t"/>
                <a:pathLst>
                  <a:path extrusionOk="0" h="572" w="846">
                    <a:moveTo>
                      <a:pt x="571" y="1"/>
                    </a:moveTo>
                    <a:cubicBezTo>
                      <a:pt x="1" y="1"/>
                      <a:pt x="1" y="571"/>
                      <a:pt x="571" y="571"/>
                    </a:cubicBezTo>
                    <a:cubicBezTo>
                      <a:pt x="845" y="571"/>
                      <a:pt x="845" y="1"/>
                      <a:pt x="571"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1" name="Google Shape;271;p54"/>
              <p:cNvSpPr/>
              <p:nvPr/>
            </p:nvSpPr>
            <p:spPr>
              <a:xfrm>
                <a:off x="5102750" y="664825"/>
                <a:ext cx="14300" cy="14300"/>
              </a:xfrm>
              <a:custGeom>
                <a:rect b="b" l="l" r="r" t="t"/>
                <a:pathLst>
                  <a:path extrusionOk="0" h="572" w="572">
                    <a:moveTo>
                      <a:pt x="297" y="1"/>
                    </a:moveTo>
                    <a:cubicBezTo>
                      <a:pt x="1" y="1"/>
                      <a:pt x="1" y="572"/>
                      <a:pt x="297" y="572"/>
                    </a:cubicBezTo>
                    <a:cubicBezTo>
                      <a:pt x="571" y="572"/>
                      <a:pt x="571" y="1"/>
                      <a:pt x="297"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2" name="Google Shape;272;p54"/>
              <p:cNvSpPr/>
              <p:nvPr/>
            </p:nvSpPr>
            <p:spPr>
              <a:xfrm>
                <a:off x="4874500" y="1135600"/>
                <a:ext cx="21700" cy="14300"/>
              </a:xfrm>
              <a:custGeom>
                <a:rect b="b" l="l" r="r" t="t"/>
                <a:pathLst>
                  <a:path extrusionOk="0" h="572" w="868">
                    <a:moveTo>
                      <a:pt x="297" y="1"/>
                    </a:moveTo>
                    <a:cubicBezTo>
                      <a:pt x="1" y="1"/>
                      <a:pt x="1" y="571"/>
                      <a:pt x="297" y="571"/>
                    </a:cubicBezTo>
                    <a:cubicBezTo>
                      <a:pt x="868" y="571"/>
                      <a:pt x="868" y="1"/>
                      <a:pt x="297"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3" name="Google Shape;273;p54"/>
              <p:cNvSpPr/>
              <p:nvPr/>
            </p:nvSpPr>
            <p:spPr>
              <a:xfrm>
                <a:off x="5395500" y="1741625"/>
                <a:ext cx="21125" cy="14275"/>
              </a:xfrm>
              <a:custGeom>
                <a:rect b="b" l="l" r="r" t="t"/>
                <a:pathLst>
                  <a:path extrusionOk="0" h="571" w="845">
                    <a:moveTo>
                      <a:pt x="571" y="0"/>
                    </a:moveTo>
                    <a:cubicBezTo>
                      <a:pt x="0" y="0"/>
                      <a:pt x="0" y="571"/>
                      <a:pt x="571" y="571"/>
                    </a:cubicBezTo>
                    <a:cubicBezTo>
                      <a:pt x="845" y="571"/>
                      <a:pt x="845" y="0"/>
                      <a:pt x="571"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4" name="Google Shape;274;p54"/>
              <p:cNvSpPr/>
              <p:nvPr/>
            </p:nvSpPr>
            <p:spPr>
              <a:xfrm>
                <a:off x="5701925" y="1249725"/>
                <a:ext cx="21700" cy="14300"/>
              </a:xfrm>
              <a:custGeom>
                <a:rect b="b" l="l" r="r" t="t"/>
                <a:pathLst>
                  <a:path extrusionOk="0" h="572" w="868">
                    <a:moveTo>
                      <a:pt x="297" y="1"/>
                    </a:moveTo>
                    <a:cubicBezTo>
                      <a:pt x="0" y="1"/>
                      <a:pt x="0" y="571"/>
                      <a:pt x="297" y="571"/>
                    </a:cubicBezTo>
                    <a:cubicBezTo>
                      <a:pt x="868" y="571"/>
                      <a:pt x="868" y="1"/>
                      <a:pt x="297"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5" name="Google Shape;275;p54"/>
              <p:cNvSpPr/>
              <p:nvPr/>
            </p:nvSpPr>
            <p:spPr>
              <a:xfrm>
                <a:off x="5238575" y="1099650"/>
                <a:ext cx="14275" cy="14300"/>
              </a:xfrm>
              <a:custGeom>
                <a:rect b="b" l="l" r="r" t="t"/>
                <a:pathLst>
                  <a:path extrusionOk="0" h="572" w="571">
                    <a:moveTo>
                      <a:pt x="274" y="1"/>
                    </a:moveTo>
                    <a:cubicBezTo>
                      <a:pt x="0" y="1"/>
                      <a:pt x="0" y="571"/>
                      <a:pt x="274" y="571"/>
                    </a:cubicBezTo>
                    <a:cubicBezTo>
                      <a:pt x="571" y="571"/>
                      <a:pt x="571" y="1"/>
                      <a:pt x="274"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6" name="Google Shape;276;p54"/>
              <p:cNvSpPr/>
              <p:nvPr/>
            </p:nvSpPr>
            <p:spPr>
              <a:xfrm>
                <a:off x="5138700" y="871400"/>
                <a:ext cx="14300" cy="14300"/>
              </a:xfrm>
              <a:custGeom>
                <a:rect b="b" l="l" r="r" t="t"/>
                <a:pathLst>
                  <a:path extrusionOk="0" h="572" w="572">
                    <a:moveTo>
                      <a:pt x="275" y="1"/>
                    </a:moveTo>
                    <a:cubicBezTo>
                      <a:pt x="1" y="1"/>
                      <a:pt x="1" y="571"/>
                      <a:pt x="275" y="571"/>
                    </a:cubicBezTo>
                    <a:cubicBezTo>
                      <a:pt x="571" y="571"/>
                      <a:pt x="571" y="1"/>
                      <a:pt x="275"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7" name="Google Shape;277;p54"/>
              <p:cNvSpPr/>
              <p:nvPr/>
            </p:nvSpPr>
            <p:spPr>
              <a:xfrm>
                <a:off x="6522500" y="614625"/>
                <a:ext cx="21125" cy="14275"/>
              </a:xfrm>
              <a:custGeom>
                <a:rect b="b" l="l" r="r" t="t"/>
                <a:pathLst>
                  <a:path extrusionOk="0" h="571" w="845">
                    <a:moveTo>
                      <a:pt x="571" y="0"/>
                    </a:moveTo>
                    <a:cubicBezTo>
                      <a:pt x="0" y="0"/>
                      <a:pt x="0" y="571"/>
                      <a:pt x="571" y="571"/>
                    </a:cubicBezTo>
                    <a:cubicBezTo>
                      <a:pt x="845" y="571"/>
                      <a:pt x="845" y="0"/>
                      <a:pt x="571"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8" name="Google Shape;278;p54"/>
              <p:cNvSpPr/>
              <p:nvPr/>
            </p:nvSpPr>
            <p:spPr>
              <a:xfrm>
                <a:off x="6714800" y="1256575"/>
                <a:ext cx="21700" cy="14300"/>
              </a:xfrm>
              <a:custGeom>
                <a:rect b="b" l="l" r="r" t="t"/>
                <a:pathLst>
                  <a:path extrusionOk="0" h="572" w="868">
                    <a:moveTo>
                      <a:pt x="297" y="1"/>
                    </a:moveTo>
                    <a:cubicBezTo>
                      <a:pt x="0" y="1"/>
                      <a:pt x="0" y="571"/>
                      <a:pt x="297" y="571"/>
                    </a:cubicBezTo>
                    <a:cubicBezTo>
                      <a:pt x="868" y="571"/>
                      <a:pt x="868" y="1"/>
                      <a:pt x="297"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9" name="Google Shape;279;p54"/>
              <p:cNvSpPr/>
              <p:nvPr/>
            </p:nvSpPr>
            <p:spPr>
              <a:xfrm>
                <a:off x="6329625" y="1349600"/>
                <a:ext cx="14275" cy="14275"/>
              </a:xfrm>
              <a:custGeom>
                <a:rect b="b" l="l" r="r" t="t"/>
                <a:pathLst>
                  <a:path extrusionOk="0" h="571" w="571">
                    <a:moveTo>
                      <a:pt x="297" y="0"/>
                    </a:moveTo>
                    <a:cubicBezTo>
                      <a:pt x="0" y="0"/>
                      <a:pt x="0" y="571"/>
                      <a:pt x="297" y="571"/>
                    </a:cubicBezTo>
                    <a:cubicBezTo>
                      <a:pt x="571" y="571"/>
                      <a:pt x="571" y="0"/>
                      <a:pt x="297"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0" name="Google Shape;280;p54"/>
              <p:cNvSpPr/>
              <p:nvPr/>
            </p:nvSpPr>
            <p:spPr>
              <a:xfrm>
                <a:off x="6793550" y="1698825"/>
                <a:ext cx="21125" cy="14275"/>
              </a:xfrm>
              <a:custGeom>
                <a:rect b="b" l="l" r="r" t="t"/>
                <a:pathLst>
                  <a:path extrusionOk="0" h="571" w="845">
                    <a:moveTo>
                      <a:pt x="274" y="0"/>
                    </a:moveTo>
                    <a:cubicBezTo>
                      <a:pt x="0" y="0"/>
                      <a:pt x="0" y="571"/>
                      <a:pt x="274" y="571"/>
                    </a:cubicBezTo>
                    <a:cubicBezTo>
                      <a:pt x="845" y="571"/>
                      <a:pt x="845" y="0"/>
                      <a:pt x="274"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1" name="Google Shape;281;p54"/>
              <p:cNvSpPr/>
              <p:nvPr/>
            </p:nvSpPr>
            <p:spPr>
              <a:xfrm>
                <a:off x="7214100" y="950150"/>
                <a:ext cx="14275" cy="14300"/>
              </a:xfrm>
              <a:custGeom>
                <a:rect b="b" l="l" r="r" t="t"/>
                <a:pathLst>
                  <a:path extrusionOk="0" h="572" w="571">
                    <a:moveTo>
                      <a:pt x="297" y="1"/>
                    </a:moveTo>
                    <a:cubicBezTo>
                      <a:pt x="0" y="1"/>
                      <a:pt x="0" y="571"/>
                      <a:pt x="297" y="571"/>
                    </a:cubicBezTo>
                    <a:cubicBezTo>
                      <a:pt x="571" y="571"/>
                      <a:pt x="571" y="1"/>
                      <a:pt x="297"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2" name="Google Shape;282;p54"/>
              <p:cNvSpPr/>
              <p:nvPr/>
            </p:nvSpPr>
            <p:spPr>
              <a:xfrm>
                <a:off x="6864875" y="921625"/>
                <a:ext cx="21125" cy="14275"/>
              </a:xfrm>
              <a:custGeom>
                <a:rect b="b" l="l" r="r" t="t"/>
                <a:pathLst>
                  <a:path extrusionOk="0" h="571" w="845">
                    <a:moveTo>
                      <a:pt x="274" y="0"/>
                    </a:moveTo>
                    <a:cubicBezTo>
                      <a:pt x="0" y="0"/>
                      <a:pt x="0" y="571"/>
                      <a:pt x="274" y="571"/>
                    </a:cubicBezTo>
                    <a:cubicBezTo>
                      <a:pt x="845" y="571"/>
                      <a:pt x="845" y="0"/>
                      <a:pt x="274"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3" name="Google Shape;283;p54"/>
              <p:cNvSpPr/>
              <p:nvPr/>
            </p:nvSpPr>
            <p:spPr>
              <a:xfrm>
                <a:off x="7264325" y="557550"/>
                <a:ext cx="14275" cy="14300"/>
              </a:xfrm>
              <a:custGeom>
                <a:rect b="b" l="l" r="r" t="t"/>
                <a:pathLst>
                  <a:path extrusionOk="0" h="572" w="571">
                    <a:moveTo>
                      <a:pt x="274" y="1"/>
                    </a:moveTo>
                    <a:cubicBezTo>
                      <a:pt x="0" y="1"/>
                      <a:pt x="0" y="571"/>
                      <a:pt x="274" y="571"/>
                    </a:cubicBezTo>
                    <a:cubicBezTo>
                      <a:pt x="571" y="571"/>
                      <a:pt x="571" y="1"/>
                      <a:pt x="274"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4" name="Google Shape;284;p54"/>
              <p:cNvSpPr/>
              <p:nvPr/>
            </p:nvSpPr>
            <p:spPr>
              <a:xfrm>
                <a:off x="7093125" y="821750"/>
                <a:ext cx="14300" cy="14300"/>
              </a:xfrm>
              <a:custGeom>
                <a:rect b="b" l="l" r="r" t="t"/>
                <a:pathLst>
                  <a:path extrusionOk="0" h="572" w="572">
                    <a:moveTo>
                      <a:pt x="274" y="1"/>
                    </a:moveTo>
                    <a:cubicBezTo>
                      <a:pt x="0" y="1"/>
                      <a:pt x="0" y="572"/>
                      <a:pt x="274" y="572"/>
                    </a:cubicBezTo>
                    <a:cubicBezTo>
                      <a:pt x="571" y="572"/>
                      <a:pt x="571" y="1"/>
                      <a:pt x="274"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5" name="Google Shape;285;p54"/>
              <p:cNvSpPr/>
              <p:nvPr/>
            </p:nvSpPr>
            <p:spPr>
              <a:xfrm>
                <a:off x="6828925" y="657425"/>
                <a:ext cx="21700" cy="14275"/>
              </a:xfrm>
              <a:custGeom>
                <a:rect b="b" l="l" r="r" t="t"/>
                <a:pathLst>
                  <a:path extrusionOk="0" h="571" w="868">
                    <a:moveTo>
                      <a:pt x="297" y="0"/>
                    </a:moveTo>
                    <a:cubicBezTo>
                      <a:pt x="0" y="0"/>
                      <a:pt x="0" y="571"/>
                      <a:pt x="297" y="571"/>
                    </a:cubicBezTo>
                    <a:cubicBezTo>
                      <a:pt x="868" y="571"/>
                      <a:pt x="868" y="0"/>
                      <a:pt x="297"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6" name="Google Shape;286;p54"/>
              <p:cNvSpPr/>
              <p:nvPr/>
            </p:nvSpPr>
            <p:spPr>
              <a:xfrm>
                <a:off x="7078850" y="2469175"/>
                <a:ext cx="14300" cy="14300"/>
              </a:xfrm>
              <a:custGeom>
                <a:rect b="b" l="l" r="r" t="t"/>
                <a:pathLst>
                  <a:path extrusionOk="0" h="572" w="572">
                    <a:moveTo>
                      <a:pt x="275" y="0"/>
                    </a:moveTo>
                    <a:cubicBezTo>
                      <a:pt x="1" y="0"/>
                      <a:pt x="1" y="571"/>
                      <a:pt x="275" y="571"/>
                    </a:cubicBezTo>
                    <a:cubicBezTo>
                      <a:pt x="571" y="571"/>
                      <a:pt x="571" y="0"/>
                      <a:pt x="275"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7" name="Google Shape;287;p54"/>
              <p:cNvSpPr/>
              <p:nvPr/>
            </p:nvSpPr>
            <p:spPr>
              <a:xfrm>
                <a:off x="6465425" y="2141050"/>
                <a:ext cx="21150" cy="14300"/>
              </a:xfrm>
              <a:custGeom>
                <a:rect b="b" l="l" r="r" t="t"/>
                <a:pathLst>
                  <a:path extrusionOk="0" h="572" w="846">
                    <a:moveTo>
                      <a:pt x="571" y="1"/>
                    </a:moveTo>
                    <a:cubicBezTo>
                      <a:pt x="1" y="1"/>
                      <a:pt x="1" y="572"/>
                      <a:pt x="571" y="572"/>
                    </a:cubicBezTo>
                    <a:cubicBezTo>
                      <a:pt x="845" y="572"/>
                      <a:pt x="845" y="1"/>
                      <a:pt x="571"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8" name="Google Shape;288;p54"/>
              <p:cNvSpPr/>
              <p:nvPr/>
            </p:nvSpPr>
            <p:spPr>
              <a:xfrm>
                <a:off x="6515075" y="2804700"/>
                <a:ext cx="21700" cy="14300"/>
              </a:xfrm>
              <a:custGeom>
                <a:rect b="b" l="l" r="r" t="t"/>
                <a:pathLst>
                  <a:path extrusionOk="0" h="572" w="868">
                    <a:moveTo>
                      <a:pt x="571" y="1"/>
                    </a:moveTo>
                    <a:cubicBezTo>
                      <a:pt x="0" y="1"/>
                      <a:pt x="0" y="571"/>
                      <a:pt x="571" y="571"/>
                    </a:cubicBezTo>
                    <a:cubicBezTo>
                      <a:pt x="868" y="571"/>
                      <a:pt x="868" y="1"/>
                      <a:pt x="571"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9" name="Google Shape;289;p54"/>
              <p:cNvSpPr/>
              <p:nvPr/>
            </p:nvSpPr>
            <p:spPr>
              <a:xfrm>
                <a:off x="6700525" y="2733375"/>
                <a:ext cx="21700" cy="14300"/>
              </a:xfrm>
              <a:custGeom>
                <a:rect b="b" l="l" r="r" t="t"/>
                <a:pathLst>
                  <a:path extrusionOk="0" h="572" w="868">
                    <a:moveTo>
                      <a:pt x="297" y="1"/>
                    </a:moveTo>
                    <a:cubicBezTo>
                      <a:pt x="1" y="1"/>
                      <a:pt x="1" y="571"/>
                      <a:pt x="297" y="571"/>
                    </a:cubicBezTo>
                    <a:cubicBezTo>
                      <a:pt x="868" y="571"/>
                      <a:pt x="868" y="1"/>
                      <a:pt x="297"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0" name="Google Shape;290;p54"/>
              <p:cNvSpPr/>
              <p:nvPr/>
            </p:nvSpPr>
            <p:spPr>
              <a:xfrm>
                <a:off x="6985850" y="3153925"/>
                <a:ext cx="14275" cy="14300"/>
              </a:xfrm>
              <a:custGeom>
                <a:rect b="b" l="l" r="r" t="t"/>
                <a:pathLst>
                  <a:path extrusionOk="0" h="572" w="571">
                    <a:moveTo>
                      <a:pt x="297" y="1"/>
                    </a:moveTo>
                    <a:cubicBezTo>
                      <a:pt x="0" y="1"/>
                      <a:pt x="0" y="571"/>
                      <a:pt x="297" y="571"/>
                    </a:cubicBezTo>
                    <a:cubicBezTo>
                      <a:pt x="571" y="571"/>
                      <a:pt x="571" y="1"/>
                      <a:pt x="297"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1" name="Google Shape;291;p54"/>
              <p:cNvSpPr/>
              <p:nvPr/>
            </p:nvSpPr>
            <p:spPr>
              <a:xfrm>
                <a:off x="7142775" y="3560800"/>
                <a:ext cx="14275" cy="14275"/>
              </a:xfrm>
              <a:custGeom>
                <a:rect b="b" l="l" r="r" t="t"/>
                <a:pathLst>
                  <a:path extrusionOk="0" h="571" w="571">
                    <a:moveTo>
                      <a:pt x="297" y="0"/>
                    </a:moveTo>
                    <a:cubicBezTo>
                      <a:pt x="0" y="0"/>
                      <a:pt x="0" y="571"/>
                      <a:pt x="297" y="571"/>
                    </a:cubicBezTo>
                    <a:cubicBezTo>
                      <a:pt x="571" y="571"/>
                      <a:pt x="571" y="0"/>
                      <a:pt x="297"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2" name="Google Shape;292;p54"/>
              <p:cNvSpPr/>
              <p:nvPr/>
            </p:nvSpPr>
            <p:spPr>
              <a:xfrm>
                <a:off x="6572125" y="3346800"/>
                <a:ext cx="21725" cy="14300"/>
              </a:xfrm>
              <a:custGeom>
                <a:rect b="b" l="l" r="r" t="t"/>
                <a:pathLst>
                  <a:path extrusionOk="0" h="572" w="869">
                    <a:moveTo>
                      <a:pt x="572" y="1"/>
                    </a:moveTo>
                    <a:cubicBezTo>
                      <a:pt x="1" y="1"/>
                      <a:pt x="1" y="571"/>
                      <a:pt x="572" y="571"/>
                    </a:cubicBezTo>
                    <a:cubicBezTo>
                      <a:pt x="868" y="571"/>
                      <a:pt x="868" y="1"/>
                      <a:pt x="572"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3" name="Google Shape;293;p54"/>
              <p:cNvSpPr/>
              <p:nvPr/>
            </p:nvSpPr>
            <p:spPr>
              <a:xfrm>
                <a:off x="4974375" y="4024150"/>
                <a:ext cx="14275" cy="14275"/>
              </a:xfrm>
              <a:custGeom>
                <a:rect b="b" l="l" r="r" t="t"/>
                <a:pathLst>
                  <a:path extrusionOk="0" h="571" w="571">
                    <a:moveTo>
                      <a:pt x="297" y="0"/>
                    </a:moveTo>
                    <a:cubicBezTo>
                      <a:pt x="0" y="0"/>
                      <a:pt x="0" y="571"/>
                      <a:pt x="297" y="571"/>
                    </a:cubicBezTo>
                    <a:cubicBezTo>
                      <a:pt x="571" y="571"/>
                      <a:pt x="571" y="0"/>
                      <a:pt x="297"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4" name="Google Shape;294;p54"/>
              <p:cNvSpPr/>
              <p:nvPr/>
            </p:nvSpPr>
            <p:spPr>
              <a:xfrm>
                <a:off x="4246800" y="3589325"/>
                <a:ext cx="14300" cy="14300"/>
              </a:xfrm>
              <a:custGeom>
                <a:rect b="b" l="l" r="r" t="t"/>
                <a:pathLst>
                  <a:path extrusionOk="0" h="572" w="572">
                    <a:moveTo>
                      <a:pt x="298" y="0"/>
                    </a:moveTo>
                    <a:cubicBezTo>
                      <a:pt x="1" y="0"/>
                      <a:pt x="1" y="571"/>
                      <a:pt x="298" y="571"/>
                    </a:cubicBezTo>
                    <a:cubicBezTo>
                      <a:pt x="571" y="571"/>
                      <a:pt x="571" y="0"/>
                      <a:pt x="298"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5" name="Google Shape;295;p54"/>
              <p:cNvSpPr/>
              <p:nvPr/>
            </p:nvSpPr>
            <p:spPr>
              <a:xfrm>
                <a:off x="4539550" y="3389600"/>
                <a:ext cx="21125" cy="14300"/>
              </a:xfrm>
              <a:custGeom>
                <a:rect b="b" l="l" r="r" t="t"/>
                <a:pathLst>
                  <a:path extrusionOk="0" h="572" w="845">
                    <a:moveTo>
                      <a:pt x="571" y="1"/>
                    </a:moveTo>
                    <a:cubicBezTo>
                      <a:pt x="0" y="1"/>
                      <a:pt x="0" y="571"/>
                      <a:pt x="571" y="571"/>
                    </a:cubicBezTo>
                    <a:cubicBezTo>
                      <a:pt x="845" y="571"/>
                      <a:pt x="845" y="1"/>
                      <a:pt x="571"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6" name="Google Shape;296;p54"/>
              <p:cNvSpPr/>
              <p:nvPr/>
            </p:nvSpPr>
            <p:spPr>
              <a:xfrm>
                <a:off x="4411150" y="3632125"/>
                <a:ext cx="28550" cy="14275"/>
              </a:xfrm>
              <a:custGeom>
                <a:rect b="b" l="l" r="r" t="t"/>
                <a:pathLst>
                  <a:path extrusionOk="0" h="571" w="1142">
                    <a:moveTo>
                      <a:pt x="571" y="0"/>
                    </a:moveTo>
                    <a:cubicBezTo>
                      <a:pt x="0" y="0"/>
                      <a:pt x="0" y="571"/>
                      <a:pt x="571" y="571"/>
                    </a:cubicBezTo>
                    <a:lnTo>
                      <a:pt x="845" y="571"/>
                    </a:lnTo>
                    <a:cubicBezTo>
                      <a:pt x="1142" y="571"/>
                      <a:pt x="1142" y="0"/>
                      <a:pt x="845"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7" name="Google Shape;297;p54"/>
              <p:cNvSpPr/>
              <p:nvPr/>
            </p:nvSpPr>
            <p:spPr>
              <a:xfrm>
                <a:off x="4924725" y="3646375"/>
                <a:ext cx="14275" cy="14300"/>
              </a:xfrm>
              <a:custGeom>
                <a:rect b="b" l="l" r="r" t="t"/>
                <a:pathLst>
                  <a:path extrusionOk="0" h="572" w="571">
                    <a:moveTo>
                      <a:pt x="274" y="1"/>
                    </a:moveTo>
                    <a:cubicBezTo>
                      <a:pt x="0" y="1"/>
                      <a:pt x="0" y="572"/>
                      <a:pt x="274" y="572"/>
                    </a:cubicBezTo>
                    <a:cubicBezTo>
                      <a:pt x="571" y="572"/>
                      <a:pt x="571" y="1"/>
                      <a:pt x="274"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8" name="Google Shape;298;p54"/>
              <p:cNvSpPr/>
              <p:nvPr/>
            </p:nvSpPr>
            <p:spPr>
              <a:xfrm>
                <a:off x="4532125" y="4095475"/>
                <a:ext cx="21700" cy="14300"/>
              </a:xfrm>
              <a:custGeom>
                <a:rect b="b" l="l" r="r" t="t"/>
                <a:pathLst>
                  <a:path extrusionOk="0" h="572" w="868">
                    <a:moveTo>
                      <a:pt x="571" y="0"/>
                    </a:moveTo>
                    <a:cubicBezTo>
                      <a:pt x="0" y="0"/>
                      <a:pt x="0" y="571"/>
                      <a:pt x="571" y="571"/>
                    </a:cubicBezTo>
                    <a:cubicBezTo>
                      <a:pt x="868" y="571"/>
                      <a:pt x="868" y="0"/>
                      <a:pt x="571"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9" name="Google Shape;299;p54"/>
              <p:cNvSpPr/>
              <p:nvPr/>
            </p:nvSpPr>
            <p:spPr>
              <a:xfrm>
                <a:off x="5416600" y="2676300"/>
                <a:ext cx="21725" cy="14300"/>
              </a:xfrm>
              <a:custGeom>
                <a:rect b="b" l="l" r="r" t="t"/>
                <a:pathLst>
                  <a:path extrusionOk="0" h="572" w="869">
                    <a:moveTo>
                      <a:pt x="571" y="1"/>
                    </a:moveTo>
                    <a:cubicBezTo>
                      <a:pt x="1" y="1"/>
                      <a:pt x="1" y="572"/>
                      <a:pt x="571" y="572"/>
                    </a:cubicBezTo>
                    <a:cubicBezTo>
                      <a:pt x="868" y="572"/>
                      <a:pt x="868" y="1"/>
                      <a:pt x="571"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0" name="Google Shape;300;p54"/>
              <p:cNvSpPr/>
              <p:nvPr/>
            </p:nvSpPr>
            <p:spPr>
              <a:xfrm>
                <a:off x="5067375" y="3096875"/>
                <a:ext cx="14300" cy="14275"/>
              </a:xfrm>
              <a:custGeom>
                <a:rect b="b" l="l" r="r" t="t"/>
                <a:pathLst>
                  <a:path extrusionOk="0" h="571" w="572">
                    <a:moveTo>
                      <a:pt x="274" y="0"/>
                    </a:moveTo>
                    <a:cubicBezTo>
                      <a:pt x="1" y="0"/>
                      <a:pt x="1" y="571"/>
                      <a:pt x="274" y="571"/>
                    </a:cubicBezTo>
                    <a:cubicBezTo>
                      <a:pt x="571" y="571"/>
                      <a:pt x="571" y="0"/>
                      <a:pt x="274"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1" name="Google Shape;301;p54"/>
              <p:cNvSpPr/>
              <p:nvPr/>
            </p:nvSpPr>
            <p:spPr>
              <a:xfrm>
                <a:off x="5110175" y="3318275"/>
                <a:ext cx="14300" cy="14300"/>
              </a:xfrm>
              <a:custGeom>
                <a:rect b="b" l="l" r="r" t="t"/>
                <a:pathLst>
                  <a:path extrusionOk="0" h="572" w="572">
                    <a:moveTo>
                      <a:pt x="274" y="0"/>
                    </a:moveTo>
                    <a:cubicBezTo>
                      <a:pt x="0" y="0"/>
                      <a:pt x="0" y="571"/>
                      <a:pt x="274" y="571"/>
                    </a:cubicBezTo>
                    <a:cubicBezTo>
                      <a:pt x="571" y="571"/>
                      <a:pt x="571" y="0"/>
                      <a:pt x="274"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2" name="Google Shape;302;p54"/>
              <p:cNvSpPr/>
              <p:nvPr/>
            </p:nvSpPr>
            <p:spPr>
              <a:xfrm>
                <a:off x="4839125" y="3196725"/>
                <a:ext cx="21125" cy="14300"/>
              </a:xfrm>
              <a:custGeom>
                <a:rect b="b" l="l" r="r" t="t"/>
                <a:pathLst>
                  <a:path extrusionOk="0" h="572" w="845">
                    <a:moveTo>
                      <a:pt x="274" y="1"/>
                    </a:moveTo>
                    <a:cubicBezTo>
                      <a:pt x="0" y="1"/>
                      <a:pt x="0" y="571"/>
                      <a:pt x="274" y="571"/>
                    </a:cubicBezTo>
                    <a:cubicBezTo>
                      <a:pt x="845" y="571"/>
                      <a:pt x="845" y="1"/>
                      <a:pt x="274"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3" name="Google Shape;303;p54"/>
              <p:cNvSpPr/>
              <p:nvPr/>
            </p:nvSpPr>
            <p:spPr>
              <a:xfrm>
                <a:off x="2784850" y="4238125"/>
                <a:ext cx="21125" cy="14300"/>
              </a:xfrm>
              <a:custGeom>
                <a:rect b="b" l="l" r="r" t="t"/>
                <a:pathLst>
                  <a:path extrusionOk="0" h="572" w="845">
                    <a:moveTo>
                      <a:pt x="274" y="1"/>
                    </a:moveTo>
                    <a:cubicBezTo>
                      <a:pt x="0" y="1"/>
                      <a:pt x="0" y="571"/>
                      <a:pt x="274" y="571"/>
                    </a:cubicBezTo>
                    <a:cubicBezTo>
                      <a:pt x="845" y="571"/>
                      <a:pt x="845" y="1"/>
                      <a:pt x="274"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4" name="Google Shape;304;p54"/>
              <p:cNvSpPr/>
              <p:nvPr/>
            </p:nvSpPr>
            <p:spPr>
              <a:xfrm>
                <a:off x="2756325" y="4587925"/>
                <a:ext cx="21125" cy="14300"/>
              </a:xfrm>
              <a:custGeom>
                <a:rect b="b" l="l" r="r" t="t"/>
                <a:pathLst>
                  <a:path extrusionOk="0" h="572" w="845">
                    <a:moveTo>
                      <a:pt x="274" y="1"/>
                    </a:moveTo>
                    <a:cubicBezTo>
                      <a:pt x="0" y="1"/>
                      <a:pt x="0" y="571"/>
                      <a:pt x="274" y="571"/>
                    </a:cubicBezTo>
                    <a:cubicBezTo>
                      <a:pt x="845" y="571"/>
                      <a:pt x="845" y="1"/>
                      <a:pt x="274"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5" name="Google Shape;305;p54"/>
              <p:cNvSpPr/>
              <p:nvPr/>
            </p:nvSpPr>
            <p:spPr>
              <a:xfrm>
                <a:off x="3170025" y="4773375"/>
                <a:ext cx="14300" cy="14300"/>
              </a:xfrm>
              <a:custGeom>
                <a:rect b="b" l="l" r="r" t="t"/>
                <a:pathLst>
                  <a:path extrusionOk="0" h="572" w="572">
                    <a:moveTo>
                      <a:pt x="274" y="1"/>
                    </a:moveTo>
                    <a:cubicBezTo>
                      <a:pt x="0" y="1"/>
                      <a:pt x="0" y="571"/>
                      <a:pt x="274" y="571"/>
                    </a:cubicBezTo>
                    <a:cubicBezTo>
                      <a:pt x="571" y="571"/>
                      <a:pt x="571" y="1"/>
                      <a:pt x="274"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6" name="Google Shape;306;p54"/>
              <p:cNvSpPr/>
              <p:nvPr/>
            </p:nvSpPr>
            <p:spPr>
              <a:xfrm>
                <a:off x="3633375" y="4445275"/>
                <a:ext cx="21700" cy="14275"/>
              </a:xfrm>
              <a:custGeom>
                <a:rect b="b" l="l" r="r" t="t"/>
                <a:pathLst>
                  <a:path extrusionOk="0" h="571" w="868">
                    <a:moveTo>
                      <a:pt x="297" y="0"/>
                    </a:moveTo>
                    <a:cubicBezTo>
                      <a:pt x="1" y="0"/>
                      <a:pt x="1" y="571"/>
                      <a:pt x="297" y="571"/>
                    </a:cubicBezTo>
                    <a:cubicBezTo>
                      <a:pt x="868" y="571"/>
                      <a:pt x="868" y="0"/>
                      <a:pt x="297"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7" name="Google Shape;307;p54"/>
              <p:cNvSpPr/>
              <p:nvPr/>
            </p:nvSpPr>
            <p:spPr>
              <a:xfrm>
                <a:off x="1878675" y="4723175"/>
                <a:ext cx="14300" cy="14275"/>
              </a:xfrm>
              <a:custGeom>
                <a:rect b="b" l="l" r="r" t="t"/>
                <a:pathLst>
                  <a:path extrusionOk="0" h="571" w="572">
                    <a:moveTo>
                      <a:pt x="297" y="0"/>
                    </a:moveTo>
                    <a:cubicBezTo>
                      <a:pt x="1" y="0"/>
                      <a:pt x="1" y="571"/>
                      <a:pt x="297" y="571"/>
                    </a:cubicBezTo>
                    <a:cubicBezTo>
                      <a:pt x="571" y="571"/>
                      <a:pt x="571" y="0"/>
                      <a:pt x="297"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8" name="Google Shape;308;p54"/>
              <p:cNvSpPr/>
              <p:nvPr/>
            </p:nvSpPr>
            <p:spPr>
              <a:xfrm>
                <a:off x="1957425" y="5015900"/>
                <a:ext cx="14300" cy="14300"/>
              </a:xfrm>
              <a:custGeom>
                <a:rect b="b" l="l" r="r" t="t"/>
                <a:pathLst>
                  <a:path extrusionOk="0" h="572" w="572">
                    <a:moveTo>
                      <a:pt x="275" y="1"/>
                    </a:moveTo>
                    <a:cubicBezTo>
                      <a:pt x="1" y="1"/>
                      <a:pt x="1" y="571"/>
                      <a:pt x="275" y="571"/>
                    </a:cubicBezTo>
                    <a:cubicBezTo>
                      <a:pt x="571" y="571"/>
                      <a:pt x="571" y="1"/>
                      <a:pt x="275"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9" name="Google Shape;309;p54"/>
              <p:cNvSpPr/>
              <p:nvPr/>
            </p:nvSpPr>
            <p:spPr>
              <a:xfrm>
                <a:off x="1051275" y="4188475"/>
                <a:ext cx="14275" cy="14300"/>
              </a:xfrm>
              <a:custGeom>
                <a:rect b="b" l="l" r="r" t="t"/>
                <a:pathLst>
                  <a:path extrusionOk="0" h="572" w="571">
                    <a:moveTo>
                      <a:pt x="297" y="1"/>
                    </a:moveTo>
                    <a:cubicBezTo>
                      <a:pt x="0" y="1"/>
                      <a:pt x="0" y="572"/>
                      <a:pt x="297" y="572"/>
                    </a:cubicBezTo>
                    <a:cubicBezTo>
                      <a:pt x="571" y="572"/>
                      <a:pt x="571" y="1"/>
                      <a:pt x="297"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0" name="Google Shape;310;p54"/>
              <p:cNvSpPr/>
              <p:nvPr/>
            </p:nvSpPr>
            <p:spPr>
              <a:xfrm>
                <a:off x="1379375" y="3831850"/>
                <a:ext cx="21700" cy="14275"/>
              </a:xfrm>
              <a:custGeom>
                <a:rect b="b" l="l" r="r" t="t"/>
                <a:pathLst>
                  <a:path extrusionOk="0" h="571" w="868">
                    <a:moveTo>
                      <a:pt x="571" y="0"/>
                    </a:moveTo>
                    <a:cubicBezTo>
                      <a:pt x="1" y="0"/>
                      <a:pt x="1" y="571"/>
                      <a:pt x="571" y="571"/>
                    </a:cubicBezTo>
                    <a:cubicBezTo>
                      <a:pt x="868" y="571"/>
                      <a:pt x="868" y="0"/>
                      <a:pt x="571"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1" name="Google Shape;311;p54"/>
              <p:cNvSpPr/>
              <p:nvPr/>
            </p:nvSpPr>
            <p:spPr>
              <a:xfrm>
                <a:off x="1379375" y="4009875"/>
                <a:ext cx="21700" cy="14300"/>
              </a:xfrm>
              <a:custGeom>
                <a:rect b="b" l="l" r="r" t="t"/>
                <a:pathLst>
                  <a:path extrusionOk="0" h="572" w="868">
                    <a:moveTo>
                      <a:pt x="571" y="1"/>
                    </a:moveTo>
                    <a:cubicBezTo>
                      <a:pt x="1" y="1"/>
                      <a:pt x="1" y="571"/>
                      <a:pt x="571" y="571"/>
                    </a:cubicBezTo>
                    <a:cubicBezTo>
                      <a:pt x="868" y="571"/>
                      <a:pt x="868" y="1"/>
                      <a:pt x="571"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2" name="Google Shape;312;p54"/>
              <p:cNvSpPr/>
              <p:nvPr/>
            </p:nvSpPr>
            <p:spPr>
              <a:xfrm>
                <a:off x="1543725" y="4102900"/>
                <a:ext cx="21125" cy="14275"/>
              </a:xfrm>
              <a:custGeom>
                <a:rect b="b" l="l" r="r" t="t"/>
                <a:pathLst>
                  <a:path extrusionOk="0" h="571" w="845">
                    <a:moveTo>
                      <a:pt x="274" y="0"/>
                    </a:moveTo>
                    <a:cubicBezTo>
                      <a:pt x="0" y="0"/>
                      <a:pt x="0" y="571"/>
                      <a:pt x="274" y="571"/>
                    </a:cubicBezTo>
                    <a:cubicBezTo>
                      <a:pt x="845" y="571"/>
                      <a:pt x="845" y="0"/>
                      <a:pt x="274"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3" name="Google Shape;313;p54"/>
              <p:cNvSpPr/>
              <p:nvPr/>
            </p:nvSpPr>
            <p:spPr>
              <a:xfrm>
                <a:off x="1493500" y="4466375"/>
                <a:ext cx="21725" cy="14300"/>
              </a:xfrm>
              <a:custGeom>
                <a:rect b="b" l="l" r="r" t="t"/>
                <a:pathLst>
                  <a:path extrusionOk="0" h="572" w="869">
                    <a:moveTo>
                      <a:pt x="571" y="1"/>
                    </a:moveTo>
                    <a:cubicBezTo>
                      <a:pt x="1" y="1"/>
                      <a:pt x="1" y="571"/>
                      <a:pt x="571" y="571"/>
                    </a:cubicBezTo>
                    <a:cubicBezTo>
                      <a:pt x="868" y="571"/>
                      <a:pt x="868" y="1"/>
                      <a:pt x="571"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4" name="Google Shape;314;p54"/>
              <p:cNvSpPr/>
              <p:nvPr/>
            </p:nvSpPr>
            <p:spPr>
              <a:xfrm>
                <a:off x="502325" y="5122600"/>
                <a:ext cx="21125" cy="14300"/>
              </a:xfrm>
              <a:custGeom>
                <a:rect b="b" l="l" r="r" t="t"/>
                <a:pathLst>
                  <a:path extrusionOk="0" h="572" w="845">
                    <a:moveTo>
                      <a:pt x="571" y="1"/>
                    </a:moveTo>
                    <a:cubicBezTo>
                      <a:pt x="0" y="1"/>
                      <a:pt x="0" y="572"/>
                      <a:pt x="571" y="572"/>
                    </a:cubicBezTo>
                    <a:cubicBezTo>
                      <a:pt x="845" y="572"/>
                      <a:pt x="845" y="1"/>
                      <a:pt x="571"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5" name="Google Shape;315;p54"/>
              <p:cNvSpPr/>
              <p:nvPr/>
            </p:nvSpPr>
            <p:spPr>
              <a:xfrm>
                <a:off x="452100" y="4509175"/>
                <a:ext cx="21700" cy="14300"/>
              </a:xfrm>
              <a:custGeom>
                <a:rect b="b" l="l" r="r" t="t"/>
                <a:pathLst>
                  <a:path extrusionOk="0" h="572" w="868">
                    <a:moveTo>
                      <a:pt x="571" y="1"/>
                    </a:moveTo>
                    <a:cubicBezTo>
                      <a:pt x="0" y="1"/>
                      <a:pt x="0" y="571"/>
                      <a:pt x="571" y="571"/>
                    </a:cubicBezTo>
                    <a:cubicBezTo>
                      <a:pt x="868" y="571"/>
                      <a:pt x="868" y="1"/>
                      <a:pt x="571"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6" name="Google Shape;316;p54"/>
              <p:cNvSpPr/>
              <p:nvPr/>
            </p:nvSpPr>
            <p:spPr>
              <a:xfrm>
                <a:off x="751675" y="4559400"/>
                <a:ext cx="21725" cy="14275"/>
              </a:xfrm>
              <a:custGeom>
                <a:rect b="b" l="l" r="r" t="t"/>
                <a:pathLst>
                  <a:path extrusionOk="0" h="571" w="869">
                    <a:moveTo>
                      <a:pt x="298" y="0"/>
                    </a:moveTo>
                    <a:cubicBezTo>
                      <a:pt x="1" y="0"/>
                      <a:pt x="1" y="571"/>
                      <a:pt x="298" y="571"/>
                    </a:cubicBezTo>
                    <a:cubicBezTo>
                      <a:pt x="868" y="571"/>
                      <a:pt x="868" y="0"/>
                      <a:pt x="298"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7" name="Google Shape;317;p54"/>
              <p:cNvSpPr/>
              <p:nvPr/>
            </p:nvSpPr>
            <p:spPr>
              <a:xfrm>
                <a:off x="673500" y="4716325"/>
                <a:ext cx="21150" cy="14275"/>
              </a:xfrm>
              <a:custGeom>
                <a:rect b="b" l="l" r="r" t="t"/>
                <a:pathLst>
                  <a:path extrusionOk="0" h="571" w="846">
                    <a:moveTo>
                      <a:pt x="275" y="0"/>
                    </a:moveTo>
                    <a:cubicBezTo>
                      <a:pt x="1" y="0"/>
                      <a:pt x="1" y="571"/>
                      <a:pt x="275" y="571"/>
                    </a:cubicBezTo>
                    <a:cubicBezTo>
                      <a:pt x="845" y="571"/>
                      <a:pt x="845" y="0"/>
                      <a:pt x="275"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8" name="Google Shape;318;p54"/>
              <p:cNvSpPr/>
              <p:nvPr/>
            </p:nvSpPr>
            <p:spPr>
              <a:xfrm>
                <a:off x="587900" y="3147075"/>
                <a:ext cx="21150" cy="14300"/>
              </a:xfrm>
              <a:custGeom>
                <a:rect b="b" l="l" r="r" t="t"/>
                <a:pathLst>
                  <a:path extrusionOk="0" h="572" w="846">
                    <a:moveTo>
                      <a:pt x="275" y="1"/>
                    </a:moveTo>
                    <a:cubicBezTo>
                      <a:pt x="1" y="1"/>
                      <a:pt x="1" y="571"/>
                      <a:pt x="275" y="571"/>
                    </a:cubicBezTo>
                    <a:cubicBezTo>
                      <a:pt x="845" y="571"/>
                      <a:pt x="845" y="1"/>
                      <a:pt x="275"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9" name="Google Shape;319;p54"/>
              <p:cNvSpPr/>
              <p:nvPr/>
            </p:nvSpPr>
            <p:spPr>
              <a:xfrm>
                <a:off x="858950" y="2711700"/>
                <a:ext cx="14300" cy="14275"/>
              </a:xfrm>
              <a:custGeom>
                <a:rect b="b" l="l" r="r" t="t"/>
                <a:pathLst>
                  <a:path extrusionOk="0" h="571" w="572">
                    <a:moveTo>
                      <a:pt x="275" y="0"/>
                    </a:moveTo>
                    <a:cubicBezTo>
                      <a:pt x="1" y="0"/>
                      <a:pt x="1" y="571"/>
                      <a:pt x="275" y="571"/>
                    </a:cubicBezTo>
                    <a:cubicBezTo>
                      <a:pt x="572" y="571"/>
                      <a:pt x="572" y="0"/>
                      <a:pt x="275"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0" name="Google Shape;320;p54"/>
              <p:cNvSpPr/>
              <p:nvPr/>
            </p:nvSpPr>
            <p:spPr>
              <a:xfrm>
                <a:off x="602175" y="2362475"/>
                <a:ext cx="21150" cy="14275"/>
              </a:xfrm>
              <a:custGeom>
                <a:rect b="b" l="l" r="r" t="t"/>
                <a:pathLst>
                  <a:path extrusionOk="0" h="571" w="846">
                    <a:moveTo>
                      <a:pt x="274" y="0"/>
                    </a:moveTo>
                    <a:cubicBezTo>
                      <a:pt x="1" y="0"/>
                      <a:pt x="1" y="571"/>
                      <a:pt x="274" y="571"/>
                    </a:cubicBezTo>
                    <a:cubicBezTo>
                      <a:pt x="845" y="571"/>
                      <a:pt x="845" y="0"/>
                      <a:pt x="274"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1" name="Google Shape;321;p54"/>
              <p:cNvSpPr/>
              <p:nvPr/>
            </p:nvSpPr>
            <p:spPr>
              <a:xfrm>
                <a:off x="551950" y="2619250"/>
                <a:ext cx="21725" cy="14300"/>
              </a:xfrm>
              <a:custGeom>
                <a:rect b="b" l="l" r="r" t="t"/>
                <a:pathLst>
                  <a:path extrusionOk="0" h="572" w="869">
                    <a:moveTo>
                      <a:pt x="298" y="0"/>
                    </a:moveTo>
                    <a:cubicBezTo>
                      <a:pt x="1" y="0"/>
                      <a:pt x="1" y="571"/>
                      <a:pt x="298" y="571"/>
                    </a:cubicBezTo>
                    <a:cubicBezTo>
                      <a:pt x="868" y="571"/>
                      <a:pt x="868" y="0"/>
                      <a:pt x="298"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2" name="Google Shape;322;p54"/>
              <p:cNvSpPr/>
              <p:nvPr/>
            </p:nvSpPr>
            <p:spPr>
              <a:xfrm>
                <a:off x="445250" y="1791825"/>
                <a:ext cx="21150" cy="14300"/>
              </a:xfrm>
              <a:custGeom>
                <a:rect b="b" l="l" r="r" t="t"/>
                <a:pathLst>
                  <a:path extrusionOk="0" h="572" w="846">
                    <a:moveTo>
                      <a:pt x="571" y="1"/>
                    </a:moveTo>
                    <a:cubicBezTo>
                      <a:pt x="1" y="1"/>
                      <a:pt x="1" y="571"/>
                      <a:pt x="571" y="571"/>
                    </a:cubicBezTo>
                    <a:cubicBezTo>
                      <a:pt x="845" y="571"/>
                      <a:pt x="845" y="1"/>
                      <a:pt x="571"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3" name="Google Shape;323;p54"/>
              <p:cNvSpPr/>
              <p:nvPr/>
            </p:nvSpPr>
            <p:spPr>
              <a:xfrm>
                <a:off x="423575" y="1228050"/>
                <a:ext cx="21700" cy="14300"/>
              </a:xfrm>
              <a:custGeom>
                <a:rect b="b" l="l" r="r" t="t"/>
                <a:pathLst>
                  <a:path extrusionOk="0" h="572" w="868">
                    <a:moveTo>
                      <a:pt x="571" y="0"/>
                    </a:moveTo>
                    <a:cubicBezTo>
                      <a:pt x="0" y="0"/>
                      <a:pt x="0" y="571"/>
                      <a:pt x="571" y="571"/>
                    </a:cubicBezTo>
                    <a:cubicBezTo>
                      <a:pt x="868" y="571"/>
                      <a:pt x="868" y="0"/>
                      <a:pt x="571"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4" name="Google Shape;324;p54"/>
              <p:cNvSpPr/>
              <p:nvPr/>
            </p:nvSpPr>
            <p:spPr>
              <a:xfrm>
                <a:off x="958825" y="978675"/>
                <a:ext cx="14275" cy="14300"/>
              </a:xfrm>
              <a:custGeom>
                <a:rect b="b" l="l" r="r" t="t"/>
                <a:pathLst>
                  <a:path extrusionOk="0" h="572" w="571">
                    <a:moveTo>
                      <a:pt x="274" y="1"/>
                    </a:moveTo>
                    <a:cubicBezTo>
                      <a:pt x="0" y="1"/>
                      <a:pt x="0" y="571"/>
                      <a:pt x="274" y="571"/>
                    </a:cubicBezTo>
                    <a:cubicBezTo>
                      <a:pt x="571" y="571"/>
                      <a:pt x="571" y="1"/>
                      <a:pt x="274"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5" name="Google Shape;325;p54"/>
              <p:cNvSpPr/>
              <p:nvPr/>
            </p:nvSpPr>
            <p:spPr>
              <a:xfrm>
                <a:off x="837275" y="1820375"/>
                <a:ext cx="14300" cy="14275"/>
              </a:xfrm>
              <a:custGeom>
                <a:rect b="b" l="l" r="r" t="t"/>
                <a:pathLst>
                  <a:path extrusionOk="0" h="571" w="572">
                    <a:moveTo>
                      <a:pt x="297" y="0"/>
                    </a:moveTo>
                    <a:cubicBezTo>
                      <a:pt x="1" y="0"/>
                      <a:pt x="1" y="571"/>
                      <a:pt x="297" y="571"/>
                    </a:cubicBezTo>
                    <a:cubicBezTo>
                      <a:pt x="571" y="571"/>
                      <a:pt x="571" y="0"/>
                      <a:pt x="297"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6" name="Google Shape;326;p54"/>
              <p:cNvSpPr/>
              <p:nvPr/>
            </p:nvSpPr>
            <p:spPr>
              <a:xfrm>
                <a:off x="1308050" y="2255175"/>
                <a:ext cx="21700" cy="14300"/>
              </a:xfrm>
              <a:custGeom>
                <a:rect b="b" l="l" r="r" t="t"/>
                <a:pathLst>
                  <a:path extrusionOk="0" h="572" w="868">
                    <a:moveTo>
                      <a:pt x="571" y="1"/>
                    </a:moveTo>
                    <a:cubicBezTo>
                      <a:pt x="0" y="1"/>
                      <a:pt x="0" y="572"/>
                      <a:pt x="571" y="572"/>
                    </a:cubicBezTo>
                    <a:cubicBezTo>
                      <a:pt x="868" y="572"/>
                      <a:pt x="868" y="1"/>
                      <a:pt x="571"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7" name="Google Shape;327;p54"/>
              <p:cNvSpPr/>
              <p:nvPr/>
            </p:nvSpPr>
            <p:spPr>
              <a:xfrm>
                <a:off x="5381225" y="4309450"/>
                <a:ext cx="21150" cy="14300"/>
              </a:xfrm>
              <a:custGeom>
                <a:rect b="b" l="l" r="r" t="t"/>
                <a:pathLst>
                  <a:path extrusionOk="0" h="572" w="846">
                    <a:moveTo>
                      <a:pt x="571" y="1"/>
                    </a:moveTo>
                    <a:cubicBezTo>
                      <a:pt x="0" y="1"/>
                      <a:pt x="0" y="572"/>
                      <a:pt x="571" y="572"/>
                    </a:cubicBezTo>
                    <a:cubicBezTo>
                      <a:pt x="845" y="572"/>
                      <a:pt x="845" y="1"/>
                      <a:pt x="571"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8" name="Google Shape;328;p54"/>
              <p:cNvSpPr/>
              <p:nvPr/>
            </p:nvSpPr>
            <p:spPr>
              <a:xfrm>
                <a:off x="5302475" y="4794500"/>
                <a:ext cx="14300" cy="14275"/>
              </a:xfrm>
              <a:custGeom>
                <a:rect b="b" l="l" r="r" t="t"/>
                <a:pathLst>
                  <a:path extrusionOk="0" h="571" w="572">
                    <a:moveTo>
                      <a:pt x="297" y="0"/>
                    </a:moveTo>
                    <a:cubicBezTo>
                      <a:pt x="1" y="0"/>
                      <a:pt x="1" y="571"/>
                      <a:pt x="297" y="571"/>
                    </a:cubicBezTo>
                    <a:cubicBezTo>
                      <a:pt x="571" y="571"/>
                      <a:pt x="571" y="0"/>
                      <a:pt x="297"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9" name="Google Shape;329;p54"/>
              <p:cNvSpPr/>
              <p:nvPr/>
            </p:nvSpPr>
            <p:spPr>
              <a:xfrm>
                <a:off x="6094525" y="3910025"/>
                <a:ext cx="14275" cy="14275"/>
              </a:xfrm>
              <a:custGeom>
                <a:rect b="b" l="l" r="r" t="t"/>
                <a:pathLst>
                  <a:path extrusionOk="0" h="571" w="571">
                    <a:moveTo>
                      <a:pt x="274" y="0"/>
                    </a:moveTo>
                    <a:cubicBezTo>
                      <a:pt x="0" y="0"/>
                      <a:pt x="0" y="571"/>
                      <a:pt x="274" y="571"/>
                    </a:cubicBezTo>
                    <a:cubicBezTo>
                      <a:pt x="571" y="571"/>
                      <a:pt x="571" y="0"/>
                      <a:pt x="274"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0" name="Google Shape;330;p54"/>
              <p:cNvSpPr/>
              <p:nvPr/>
            </p:nvSpPr>
            <p:spPr>
              <a:xfrm>
                <a:off x="2905825" y="3881475"/>
                <a:ext cx="14275" cy="14300"/>
              </a:xfrm>
              <a:custGeom>
                <a:rect b="b" l="l" r="r" t="t"/>
                <a:pathLst>
                  <a:path extrusionOk="0" h="572" w="571">
                    <a:moveTo>
                      <a:pt x="297" y="1"/>
                    </a:moveTo>
                    <a:cubicBezTo>
                      <a:pt x="0" y="1"/>
                      <a:pt x="0" y="572"/>
                      <a:pt x="297" y="572"/>
                    </a:cubicBezTo>
                    <a:cubicBezTo>
                      <a:pt x="571" y="572"/>
                      <a:pt x="571" y="1"/>
                      <a:pt x="297"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1" name="Google Shape;331;p54"/>
              <p:cNvSpPr/>
              <p:nvPr/>
            </p:nvSpPr>
            <p:spPr>
              <a:xfrm>
                <a:off x="2399675" y="3032950"/>
                <a:ext cx="21125" cy="14300"/>
              </a:xfrm>
              <a:custGeom>
                <a:rect b="b" l="l" r="r" t="t"/>
                <a:pathLst>
                  <a:path extrusionOk="0" h="572" w="845">
                    <a:moveTo>
                      <a:pt x="571" y="1"/>
                    </a:moveTo>
                    <a:cubicBezTo>
                      <a:pt x="0" y="1"/>
                      <a:pt x="0" y="571"/>
                      <a:pt x="571" y="571"/>
                    </a:cubicBezTo>
                    <a:cubicBezTo>
                      <a:pt x="845" y="571"/>
                      <a:pt x="845" y="1"/>
                      <a:pt x="571"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2" name="Google Shape;332;p54"/>
              <p:cNvSpPr/>
              <p:nvPr/>
            </p:nvSpPr>
            <p:spPr>
              <a:xfrm>
                <a:off x="2663300" y="2797275"/>
                <a:ext cx="21700" cy="14300"/>
              </a:xfrm>
              <a:custGeom>
                <a:rect b="b" l="l" r="r" t="t"/>
                <a:pathLst>
                  <a:path extrusionOk="0" h="572" w="868">
                    <a:moveTo>
                      <a:pt x="297" y="1"/>
                    </a:moveTo>
                    <a:cubicBezTo>
                      <a:pt x="1" y="1"/>
                      <a:pt x="1" y="572"/>
                      <a:pt x="297" y="572"/>
                    </a:cubicBezTo>
                    <a:cubicBezTo>
                      <a:pt x="868" y="572"/>
                      <a:pt x="868" y="1"/>
                      <a:pt x="297"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3" name="Google Shape;333;p54"/>
              <p:cNvSpPr/>
              <p:nvPr/>
            </p:nvSpPr>
            <p:spPr>
              <a:xfrm>
                <a:off x="2905825" y="2861775"/>
                <a:ext cx="14275" cy="14275"/>
              </a:xfrm>
              <a:custGeom>
                <a:rect b="b" l="l" r="r" t="t"/>
                <a:pathLst>
                  <a:path extrusionOk="0" h="571" w="571">
                    <a:moveTo>
                      <a:pt x="297" y="0"/>
                    </a:moveTo>
                    <a:cubicBezTo>
                      <a:pt x="0" y="0"/>
                      <a:pt x="0" y="571"/>
                      <a:pt x="297" y="571"/>
                    </a:cubicBezTo>
                    <a:cubicBezTo>
                      <a:pt x="571" y="571"/>
                      <a:pt x="571" y="0"/>
                      <a:pt x="297"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4" name="Google Shape;334;p54"/>
              <p:cNvSpPr/>
              <p:nvPr/>
            </p:nvSpPr>
            <p:spPr>
              <a:xfrm>
                <a:off x="2691825" y="3175625"/>
                <a:ext cx="21725" cy="14275"/>
              </a:xfrm>
              <a:custGeom>
                <a:rect b="b" l="l" r="r" t="t"/>
                <a:pathLst>
                  <a:path extrusionOk="0" h="571" w="869">
                    <a:moveTo>
                      <a:pt x="298" y="0"/>
                    </a:moveTo>
                    <a:cubicBezTo>
                      <a:pt x="1" y="0"/>
                      <a:pt x="1" y="571"/>
                      <a:pt x="298" y="571"/>
                    </a:cubicBezTo>
                    <a:cubicBezTo>
                      <a:pt x="868" y="571"/>
                      <a:pt x="868" y="0"/>
                      <a:pt x="298"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5" name="Google Shape;335;p54"/>
              <p:cNvSpPr/>
              <p:nvPr/>
            </p:nvSpPr>
            <p:spPr>
              <a:xfrm>
                <a:off x="2121200" y="3795900"/>
                <a:ext cx="14300" cy="14275"/>
              </a:xfrm>
              <a:custGeom>
                <a:rect b="b" l="l" r="r" t="t"/>
                <a:pathLst>
                  <a:path extrusionOk="0" h="571" w="572">
                    <a:moveTo>
                      <a:pt x="297" y="0"/>
                    </a:moveTo>
                    <a:cubicBezTo>
                      <a:pt x="1" y="0"/>
                      <a:pt x="1" y="571"/>
                      <a:pt x="297" y="571"/>
                    </a:cubicBezTo>
                    <a:cubicBezTo>
                      <a:pt x="571" y="571"/>
                      <a:pt x="571" y="0"/>
                      <a:pt x="297"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6" name="Google Shape;336;p54"/>
              <p:cNvSpPr/>
              <p:nvPr/>
            </p:nvSpPr>
            <p:spPr>
              <a:xfrm>
                <a:off x="2192525" y="3325125"/>
                <a:ext cx="14300" cy="14275"/>
              </a:xfrm>
              <a:custGeom>
                <a:rect b="b" l="l" r="r" t="t"/>
                <a:pathLst>
                  <a:path extrusionOk="0" h="571" w="572">
                    <a:moveTo>
                      <a:pt x="297" y="0"/>
                    </a:moveTo>
                    <a:cubicBezTo>
                      <a:pt x="1" y="0"/>
                      <a:pt x="1" y="571"/>
                      <a:pt x="297" y="571"/>
                    </a:cubicBezTo>
                    <a:cubicBezTo>
                      <a:pt x="571" y="571"/>
                      <a:pt x="571" y="0"/>
                      <a:pt x="297"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7" name="Google Shape;337;p54"/>
              <p:cNvSpPr/>
              <p:nvPr/>
            </p:nvSpPr>
            <p:spPr>
              <a:xfrm>
                <a:off x="2413925" y="2055475"/>
                <a:ext cx="21150" cy="14275"/>
              </a:xfrm>
              <a:custGeom>
                <a:rect b="b" l="l" r="r" t="t"/>
                <a:pathLst>
                  <a:path extrusionOk="0" h="571" w="846">
                    <a:moveTo>
                      <a:pt x="572" y="0"/>
                    </a:moveTo>
                    <a:cubicBezTo>
                      <a:pt x="1" y="0"/>
                      <a:pt x="1" y="571"/>
                      <a:pt x="572" y="571"/>
                    </a:cubicBezTo>
                    <a:cubicBezTo>
                      <a:pt x="845" y="571"/>
                      <a:pt x="845" y="0"/>
                      <a:pt x="572"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8" name="Google Shape;338;p54"/>
              <p:cNvSpPr/>
              <p:nvPr/>
            </p:nvSpPr>
            <p:spPr>
              <a:xfrm>
                <a:off x="2670725" y="2276875"/>
                <a:ext cx="21125" cy="14275"/>
              </a:xfrm>
              <a:custGeom>
                <a:rect b="b" l="l" r="r" t="t"/>
                <a:pathLst>
                  <a:path extrusionOk="0" h="571" w="845">
                    <a:moveTo>
                      <a:pt x="274" y="0"/>
                    </a:moveTo>
                    <a:cubicBezTo>
                      <a:pt x="0" y="0"/>
                      <a:pt x="0" y="571"/>
                      <a:pt x="274" y="571"/>
                    </a:cubicBezTo>
                    <a:cubicBezTo>
                      <a:pt x="845" y="571"/>
                      <a:pt x="845" y="0"/>
                      <a:pt x="274"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9" name="Google Shape;339;p54"/>
              <p:cNvSpPr/>
              <p:nvPr/>
            </p:nvSpPr>
            <p:spPr>
              <a:xfrm>
                <a:off x="2485275" y="2633525"/>
                <a:ext cx="21125" cy="14275"/>
              </a:xfrm>
              <a:custGeom>
                <a:rect b="b" l="l" r="r" t="t"/>
                <a:pathLst>
                  <a:path extrusionOk="0" h="571" w="845">
                    <a:moveTo>
                      <a:pt x="571" y="0"/>
                    </a:moveTo>
                    <a:cubicBezTo>
                      <a:pt x="0" y="0"/>
                      <a:pt x="0" y="571"/>
                      <a:pt x="571" y="571"/>
                    </a:cubicBezTo>
                    <a:cubicBezTo>
                      <a:pt x="845" y="571"/>
                      <a:pt x="845" y="0"/>
                      <a:pt x="571"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0" name="Google Shape;340;p54"/>
              <p:cNvSpPr/>
              <p:nvPr/>
            </p:nvSpPr>
            <p:spPr>
              <a:xfrm>
                <a:off x="2477850" y="721900"/>
                <a:ext cx="21700" cy="14300"/>
              </a:xfrm>
              <a:custGeom>
                <a:rect b="b" l="l" r="r" t="t"/>
                <a:pathLst>
                  <a:path extrusionOk="0" h="572" w="868">
                    <a:moveTo>
                      <a:pt x="571" y="0"/>
                    </a:moveTo>
                    <a:cubicBezTo>
                      <a:pt x="0" y="0"/>
                      <a:pt x="0" y="571"/>
                      <a:pt x="571" y="571"/>
                    </a:cubicBezTo>
                    <a:cubicBezTo>
                      <a:pt x="868" y="571"/>
                      <a:pt x="868" y="0"/>
                      <a:pt x="571"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1" name="Google Shape;341;p54"/>
              <p:cNvSpPr/>
              <p:nvPr/>
            </p:nvSpPr>
            <p:spPr>
              <a:xfrm>
                <a:off x="2071550" y="2155325"/>
                <a:ext cx="14300" cy="14300"/>
              </a:xfrm>
              <a:custGeom>
                <a:rect b="b" l="l" r="r" t="t"/>
                <a:pathLst>
                  <a:path extrusionOk="0" h="572" w="572">
                    <a:moveTo>
                      <a:pt x="275" y="1"/>
                    </a:moveTo>
                    <a:cubicBezTo>
                      <a:pt x="1" y="1"/>
                      <a:pt x="1" y="571"/>
                      <a:pt x="275" y="571"/>
                    </a:cubicBezTo>
                    <a:cubicBezTo>
                      <a:pt x="571" y="571"/>
                      <a:pt x="571" y="1"/>
                      <a:pt x="275"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2" name="Google Shape;342;p54"/>
              <p:cNvSpPr/>
              <p:nvPr/>
            </p:nvSpPr>
            <p:spPr>
              <a:xfrm>
                <a:off x="1664700" y="3061500"/>
                <a:ext cx="21700" cy="14275"/>
              </a:xfrm>
              <a:custGeom>
                <a:rect b="b" l="l" r="r" t="t"/>
                <a:pathLst>
                  <a:path extrusionOk="0" h="571" w="868">
                    <a:moveTo>
                      <a:pt x="297" y="0"/>
                    </a:moveTo>
                    <a:cubicBezTo>
                      <a:pt x="0" y="0"/>
                      <a:pt x="0" y="571"/>
                      <a:pt x="297" y="571"/>
                    </a:cubicBezTo>
                    <a:cubicBezTo>
                      <a:pt x="868" y="571"/>
                      <a:pt x="868" y="0"/>
                      <a:pt x="297"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3" name="Google Shape;343;p54"/>
              <p:cNvSpPr/>
              <p:nvPr/>
            </p:nvSpPr>
            <p:spPr>
              <a:xfrm>
                <a:off x="573650" y="3539100"/>
                <a:ext cx="21125" cy="14300"/>
              </a:xfrm>
              <a:custGeom>
                <a:rect b="b" l="l" r="r" t="t"/>
                <a:pathLst>
                  <a:path extrusionOk="0" h="572" w="845">
                    <a:moveTo>
                      <a:pt x="274" y="1"/>
                    </a:moveTo>
                    <a:cubicBezTo>
                      <a:pt x="0" y="1"/>
                      <a:pt x="0" y="571"/>
                      <a:pt x="274" y="571"/>
                    </a:cubicBezTo>
                    <a:cubicBezTo>
                      <a:pt x="845" y="571"/>
                      <a:pt x="845" y="1"/>
                      <a:pt x="274"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4" name="Google Shape;344;p54"/>
              <p:cNvSpPr/>
              <p:nvPr/>
            </p:nvSpPr>
            <p:spPr>
              <a:xfrm>
                <a:off x="2392250" y="4274075"/>
                <a:ext cx="21700" cy="14300"/>
              </a:xfrm>
              <a:custGeom>
                <a:rect b="b" l="l" r="r" t="t"/>
                <a:pathLst>
                  <a:path extrusionOk="0" h="572" w="868">
                    <a:moveTo>
                      <a:pt x="571" y="1"/>
                    </a:moveTo>
                    <a:cubicBezTo>
                      <a:pt x="1" y="1"/>
                      <a:pt x="1" y="571"/>
                      <a:pt x="571" y="571"/>
                    </a:cubicBezTo>
                    <a:cubicBezTo>
                      <a:pt x="868" y="571"/>
                      <a:pt x="868" y="1"/>
                      <a:pt x="571"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5" name="Google Shape;345;p54"/>
              <p:cNvSpPr/>
              <p:nvPr/>
            </p:nvSpPr>
            <p:spPr>
              <a:xfrm>
                <a:off x="3818825" y="4102900"/>
                <a:ext cx="21725" cy="14275"/>
              </a:xfrm>
              <a:custGeom>
                <a:rect b="b" l="l" r="r" t="t"/>
                <a:pathLst>
                  <a:path extrusionOk="0" h="571" w="869">
                    <a:moveTo>
                      <a:pt x="298" y="0"/>
                    </a:moveTo>
                    <a:cubicBezTo>
                      <a:pt x="1" y="0"/>
                      <a:pt x="1" y="571"/>
                      <a:pt x="298" y="571"/>
                    </a:cubicBezTo>
                    <a:cubicBezTo>
                      <a:pt x="868" y="571"/>
                      <a:pt x="868" y="0"/>
                      <a:pt x="298"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6" name="Google Shape;346;p54"/>
              <p:cNvSpPr/>
              <p:nvPr/>
            </p:nvSpPr>
            <p:spPr>
              <a:xfrm>
                <a:off x="4617725" y="5151150"/>
                <a:ext cx="21700" cy="14275"/>
              </a:xfrm>
              <a:custGeom>
                <a:rect b="b" l="l" r="r" t="t"/>
                <a:pathLst>
                  <a:path extrusionOk="0" h="571" w="868">
                    <a:moveTo>
                      <a:pt x="571" y="0"/>
                    </a:moveTo>
                    <a:cubicBezTo>
                      <a:pt x="0" y="0"/>
                      <a:pt x="0" y="571"/>
                      <a:pt x="571" y="571"/>
                    </a:cubicBezTo>
                    <a:cubicBezTo>
                      <a:pt x="868" y="571"/>
                      <a:pt x="868" y="0"/>
                      <a:pt x="571"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7" name="Google Shape;347;p54"/>
              <p:cNvSpPr/>
              <p:nvPr/>
            </p:nvSpPr>
            <p:spPr>
              <a:xfrm>
                <a:off x="6094525" y="4437850"/>
                <a:ext cx="14275" cy="14300"/>
              </a:xfrm>
              <a:custGeom>
                <a:rect b="b" l="l" r="r" t="t"/>
                <a:pathLst>
                  <a:path extrusionOk="0" h="572" w="571">
                    <a:moveTo>
                      <a:pt x="274" y="1"/>
                    </a:moveTo>
                    <a:cubicBezTo>
                      <a:pt x="0" y="1"/>
                      <a:pt x="0" y="571"/>
                      <a:pt x="274" y="571"/>
                    </a:cubicBezTo>
                    <a:cubicBezTo>
                      <a:pt x="571" y="571"/>
                      <a:pt x="571" y="1"/>
                      <a:pt x="274"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8" name="Google Shape;348;p54"/>
              <p:cNvSpPr/>
              <p:nvPr/>
            </p:nvSpPr>
            <p:spPr>
              <a:xfrm>
                <a:off x="6900250" y="4423575"/>
                <a:ext cx="21700" cy="14300"/>
              </a:xfrm>
              <a:custGeom>
                <a:rect b="b" l="l" r="r" t="t"/>
                <a:pathLst>
                  <a:path extrusionOk="0" h="572" w="868">
                    <a:moveTo>
                      <a:pt x="297" y="1"/>
                    </a:moveTo>
                    <a:cubicBezTo>
                      <a:pt x="0" y="1"/>
                      <a:pt x="0" y="572"/>
                      <a:pt x="297" y="572"/>
                    </a:cubicBezTo>
                    <a:cubicBezTo>
                      <a:pt x="868" y="572"/>
                      <a:pt x="868" y="1"/>
                      <a:pt x="297"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9" name="Google Shape;349;p54"/>
              <p:cNvSpPr/>
              <p:nvPr/>
            </p:nvSpPr>
            <p:spPr>
              <a:xfrm>
                <a:off x="6950475" y="4109750"/>
                <a:ext cx="21125" cy="14275"/>
              </a:xfrm>
              <a:custGeom>
                <a:rect b="b" l="l" r="r" t="t"/>
                <a:pathLst>
                  <a:path extrusionOk="0" h="571" w="845">
                    <a:moveTo>
                      <a:pt x="274" y="0"/>
                    </a:moveTo>
                    <a:cubicBezTo>
                      <a:pt x="0" y="0"/>
                      <a:pt x="0" y="571"/>
                      <a:pt x="274" y="571"/>
                    </a:cubicBezTo>
                    <a:cubicBezTo>
                      <a:pt x="845" y="571"/>
                      <a:pt x="845" y="0"/>
                      <a:pt x="274"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0" name="Google Shape;350;p54"/>
              <p:cNvSpPr/>
              <p:nvPr/>
            </p:nvSpPr>
            <p:spPr>
              <a:xfrm>
                <a:off x="6557875" y="3967075"/>
                <a:ext cx="21700" cy="14300"/>
              </a:xfrm>
              <a:custGeom>
                <a:rect b="b" l="l" r="r" t="t"/>
                <a:pathLst>
                  <a:path extrusionOk="0" h="572" w="868">
                    <a:moveTo>
                      <a:pt x="571" y="1"/>
                    </a:moveTo>
                    <a:cubicBezTo>
                      <a:pt x="0" y="1"/>
                      <a:pt x="0" y="571"/>
                      <a:pt x="571" y="571"/>
                    </a:cubicBezTo>
                    <a:cubicBezTo>
                      <a:pt x="868" y="571"/>
                      <a:pt x="868" y="1"/>
                      <a:pt x="571"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1" name="Google Shape;351;p54"/>
              <p:cNvSpPr/>
              <p:nvPr/>
            </p:nvSpPr>
            <p:spPr>
              <a:xfrm>
                <a:off x="6515075" y="4388200"/>
                <a:ext cx="21700" cy="14300"/>
              </a:xfrm>
              <a:custGeom>
                <a:rect b="b" l="l" r="r" t="t"/>
                <a:pathLst>
                  <a:path extrusionOk="0" h="572" w="868">
                    <a:moveTo>
                      <a:pt x="571" y="1"/>
                    </a:moveTo>
                    <a:cubicBezTo>
                      <a:pt x="0" y="1"/>
                      <a:pt x="0" y="571"/>
                      <a:pt x="571" y="571"/>
                    </a:cubicBezTo>
                    <a:cubicBezTo>
                      <a:pt x="868" y="571"/>
                      <a:pt x="868" y="1"/>
                      <a:pt x="571"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2" name="Google Shape;352;p54"/>
              <p:cNvSpPr/>
              <p:nvPr/>
            </p:nvSpPr>
            <p:spPr>
              <a:xfrm>
                <a:off x="6707950" y="4131425"/>
                <a:ext cx="21125" cy="14300"/>
              </a:xfrm>
              <a:custGeom>
                <a:rect b="b" l="l" r="r" t="t"/>
                <a:pathLst>
                  <a:path extrusionOk="0" h="572" w="845">
                    <a:moveTo>
                      <a:pt x="274" y="0"/>
                    </a:moveTo>
                    <a:cubicBezTo>
                      <a:pt x="0" y="0"/>
                      <a:pt x="0" y="571"/>
                      <a:pt x="274" y="571"/>
                    </a:cubicBezTo>
                    <a:cubicBezTo>
                      <a:pt x="845" y="571"/>
                      <a:pt x="845" y="0"/>
                      <a:pt x="274"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3" name="Google Shape;353;p54"/>
              <p:cNvSpPr/>
              <p:nvPr/>
            </p:nvSpPr>
            <p:spPr>
              <a:xfrm>
                <a:off x="6800400" y="4045825"/>
                <a:ext cx="21700" cy="14300"/>
              </a:xfrm>
              <a:custGeom>
                <a:rect b="b" l="l" r="r" t="t"/>
                <a:pathLst>
                  <a:path extrusionOk="0" h="572" w="868">
                    <a:moveTo>
                      <a:pt x="297" y="1"/>
                    </a:moveTo>
                    <a:cubicBezTo>
                      <a:pt x="0" y="1"/>
                      <a:pt x="0" y="571"/>
                      <a:pt x="297" y="571"/>
                    </a:cubicBezTo>
                    <a:cubicBezTo>
                      <a:pt x="867" y="571"/>
                      <a:pt x="867" y="1"/>
                      <a:pt x="297"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4" name="Google Shape;354;p54"/>
              <p:cNvSpPr/>
              <p:nvPr/>
            </p:nvSpPr>
            <p:spPr>
              <a:xfrm>
                <a:off x="6822075" y="4409325"/>
                <a:ext cx="21125" cy="14275"/>
              </a:xfrm>
              <a:custGeom>
                <a:rect b="b" l="l" r="r" t="t"/>
                <a:pathLst>
                  <a:path extrusionOk="0" h="571" w="845">
                    <a:moveTo>
                      <a:pt x="274" y="0"/>
                    </a:moveTo>
                    <a:cubicBezTo>
                      <a:pt x="0" y="0"/>
                      <a:pt x="0" y="571"/>
                      <a:pt x="274" y="571"/>
                    </a:cubicBezTo>
                    <a:cubicBezTo>
                      <a:pt x="845" y="571"/>
                      <a:pt x="845" y="0"/>
                      <a:pt x="274"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5" name="Google Shape;355;p54"/>
              <p:cNvSpPr/>
              <p:nvPr/>
            </p:nvSpPr>
            <p:spPr>
              <a:xfrm>
                <a:off x="6921925" y="5201350"/>
                <a:ext cx="21150" cy="14300"/>
              </a:xfrm>
              <a:custGeom>
                <a:rect b="b" l="l" r="r" t="t"/>
                <a:pathLst>
                  <a:path extrusionOk="0" h="572" w="846">
                    <a:moveTo>
                      <a:pt x="275" y="1"/>
                    </a:moveTo>
                    <a:cubicBezTo>
                      <a:pt x="1" y="1"/>
                      <a:pt x="1" y="571"/>
                      <a:pt x="275" y="571"/>
                    </a:cubicBezTo>
                    <a:cubicBezTo>
                      <a:pt x="845" y="571"/>
                      <a:pt x="845" y="1"/>
                      <a:pt x="275"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6" name="Google Shape;356;p54"/>
              <p:cNvSpPr/>
              <p:nvPr/>
            </p:nvSpPr>
            <p:spPr>
              <a:xfrm>
                <a:off x="7150175" y="4060100"/>
                <a:ext cx="14300" cy="14275"/>
              </a:xfrm>
              <a:custGeom>
                <a:rect b="b" l="l" r="r" t="t"/>
                <a:pathLst>
                  <a:path extrusionOk="0" h="571" w="572">
                    <a:moveTo>
                      <a:pt x="275" y="0"/>
                    </a:moveTo>
                    <a:cubicBezTo>
                      <a:pt x="1" y="0"/>
                      <a:pt x="1" y="571"/>
                      <a:pt x="275" y="571"/>
                    </a:cubicBezTo>
                    <a:cubicBezTo>
                      <a:pt x="572" y="571"/>
                      <a:pt x="572" y="0"/>
                      <a:pt x="275"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7" name="Google Shape;357;p54"/>
              <p:cNvSpPr/>
              <p:nvPr/>
            </p:nvSpPr>
            <p:spPr>
              <a:xfrm>
                <a:off x="5794925" y="2990150"/>
                <a:ext cx="21150" cy="14300"/>
              </a:xfrm>
              <a:custGeom>
                <a:rect b="b" l="l" r="r" t="t"/>
                <a:pathLst>
                  <a:path extrusionOk="0" h="572" w="846">
                    <a:moveTo>
                      <a:pt x="275" y="1"/>
                    </a:moveTo>
                    <a:cubicBezTo>
                      <a:pt x="1" y="1"/>
                      <a:pt x="1" y="572"/>
                      <a:pt x="275" y="572"/>
                    </a:cubicBezTo>
                    <a:cubicBezTo>
                      <a:pt x="845" y="572"/>
                      <a:pt x="845" y="1"/>
                      <a:pt x="275"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8" name="Google Shape;358;p54"/>
              <p:cNvSpPr/>
              <p:nvPr/>
            </p:nvSpPr>
            <p:spPr>
              <a:xfrm>
                <a:off x="5944450" y="2169600"/>
                <a:ext cx="21700" cy="14275"/>
              </a:xfrm>
              <a:custGeom>
                <a:rect b="b" l="l" r="r" t="t"/>
                <a:pathLst>
                  <a:path extrusionOk="0" h="571" w="868">
                    <a:moveTo>
                      <a:pt x="297" y="0"/>
                    </a:moveTo>
                    <a:cubicBezTo>
                      <a:pt x="0" y="0"/>
                      <a:pt x="0" y="571"/>
                      <a:pt x="297" y="571"/>
                    </a:cubicBezTo>
                    <a:cubicBezTo>
                      <a:pt x="571" y="571"/>
                      <a:pt x="867" y="0"/>
                      <a:pt x="297"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9" name="Google Shape;359;p54"/>
              <p:cNvSpPr/>
              <p:nvPr/>
            </p:nvSpPr>
            <p:spPr>
              <a:xfrm>
                <a:off x="4917300" y="907350"/>
                <a:ext cx="21700" cy="14300"/>
              </a:xfrm>
              <a:custGeom>
                <a:rect b="b" l="l" r="r" t="t"/>
                <a:pathLst>
                  <a:path extrusionOk="0" h="572" w="868">
                    <a:moveTo>
                      <a:pt x="297" y="1"/>
                    </a:moveTo>
                    <a:cubicBezTo>
                      <a:pt x="1" y="1"/>
                      <a:pt x="1" y="571"/>
                      <a:pt x="297" y="571"/>
                    </a:cubicBezTo>
                    <a:cubicBezTo>
                      <a:pt x="571" y="571"/>
                      <a:pt x="868" y="1"/>
                      <a:pt x="297"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0" name="Google Shape;360;p54"/>
              <p:cNvSpPr/>
              <p:nvPr/>
            </p:nvSpPr>
            <p:spPr>
              <a:xfrm>
                <a:off x="3783450" y="2177000"/>
                <a:ext cx="21150" cy="14300"/>
              </a:xfrm>
              <a:custGeom>
                <a:rect b="b" l="l" r="r" t="t"/>
                <a:pathLst>
                  <a:path extrusionOk="0" h="572" w="846">
                    <a:moveTo>
                      <a:pt x="275" y="1"/>
                    </a:moveTo>
                    <a:cubicBezTo>
                      <a:pt x="1" y="1"/>
                      <a:pt x="1" y="572"/>
                      <a:pt x="275" y="572"/>
                    </a:cubicBezTo>
                    <a:cubicBezTo>
                      <a:pt x="845" y="572"/>
                      <a:pt x="845" y="1"/>
                      <a:pt x="275"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1" name="Google Shape;361;p54"/>
              <p:cNvSpPr/>
              <p:nvPr/>
            </p:nvSpPr>
            <p:spPr>
              <a:xfrm>
                <a:off x="3890150" y="2476600"/>
                <a:ext cx="21725" cy="14275"/>
              </a:xfrm>
              <a:custGeom>
                <a:rect b="b" l="l" r="r" t="t"/>
                <a:pathLst>
                  <a:path extrusionOk="0" h="571" w="869">
                    <a:moveTo>
                      <a:pt x="298" y="0"/>
                    </a:moveTo>
                    <a:cubicBezTo>
                      <a:pt x="1" y="0"/>
                      <a:pt x="1" y="571"/>
                      <a:pt x="298" y="571"/>
                    </a:cubicBezTo>
                    <a:cubicBezTo>
                      <a:pt x="572" y="571"/>
                      <a:pt x="868" y="0"/>
                      <a:pt x="298"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2" name="Google Shape;362;p54"/>
              <p:cNvSpPr/>
              <p:nvPr/>
            </p:nvSpPr>
            <p:spPr>
              <a:xfrm>
                <a:off x="4867650" y="3353650"/>
                <a:ext cx="21150" cy="14300"/>
              </a:xfrm>
              <a:custGeom>
                <a:rect b="b" l="l" r="r" t="t"/>
                <a:pathLst>
                  <a:path extrusionOk="0" h="572" w="846">
                    <a:moveTo>
                      <a:pt x="275" y="1"/>
                    </a:moveTo>
                    <a:cubicBezTo>
                      <a:pt x="1" y="1"/>
                      <a:pt x="1" y="571"/>
                      <a:pt x="275" y="571"/>
                    </a:cubicBezTo>
                    <a:cubicBezTo>
                      <a:pt x="845" y="571"/>
                      <a:pt x="845" y="1"/>
                      <a:pt x="275"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3" name="Google Shape;363;p54"/>
              <p:cNvSpPr/>
              <p:nvPr/>
            </p:nvSpPr>
            <p:spPr>
              <a:xfrm>
                <a:off x="4731850" y="3567650"/>
                <a:ext cx="21700" cy="14275"/>
              </a:xfrm>
              <a:custGeom>
                <a:rect b="b" l="l" r="r" t="t"/>
                <a:pathLst>
                  <a:path extrusionOk="0" h="571" w="868">
                    <a:moveTo>
                      <a:pt x="297" y="0"/>
                    </a:moveTo>
                    <a:cubicBezTo>
                      <a:pt x="0" y="0"/>
                      <a:pt x="0" y="571"/>
                      <a:pt x="297" y="571"/>
                    </a:cubicBezTo>
                    <a:cubicBezTo>
                      <a:pt x="868" y="571"/>
                      <a:pt x="868" y="0"/>
                      <a:pt x="297"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4" name="Google Shape;364;p54"/>
              <p:cNvSpPr/>
              <p:nvPr/>
            </p:nvSpPr>
            <p:spPr>
              <a:xfrm>
                <a:off x="6979000" y="1050000"/>
                <a:ext cx="14275" cy="14300"/>
              </a:xfrm>
              <a:custGeom>
                <a:rect b="b" l="l" r="r" t="t"/>
                <a:pathLst>
                  <a:path extrusionOk="0" h="572" w="571">
                    <a:moveTo>
                      <a:pt x="274" y="1"/>
                    </a:moveTo>
                    <a:cubicBezTo>
                      <a:pt x="0" y="1"/>
                      <a:pt x="0" y="572"/>
                      <a:pt x="274" y="572"/>
                    </a:cubicBezTo>
                    <a:cubicBezTo>
                      <a:pt x="571" y="572"/>
                      <a:pt x="571" y="1"/>
                      <a:pt x="274"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5" name="Google Shape;365;p54"/>
              <p:cNvSpPr/>
              <p:nvPr/>
            </p:nvSpPr>
            <p:spPr>
              <a:xfrm>
                <a:off x="5331000" y="728750"/>
                <a:ext cx="14300" cy="14275"/>
              </a:xfrm>
              <a:custGeom>
                <a:rect b="b" l="l" r="r" t="t"/>
                <a:pathLst>
                  <a:path extrusionOk="0" h="571" w="572">
                    <a:moveTo>
                      <a:pt x="298" y="0"/>
                    </a:moveTo>
                    <a:cubicBezTo>
                      <a:pt x="1" y="0"/>
                      <a:pt x="1" y="571"/>
                      <a:pt x="298" y="571"/>
                    </a:cubicBezTo>
                    <a:cubicBezTo>
                      <a:pt x="571" y="571"/>
                      <a:pt x="571" y="0"/>
                      <a:pt x="298"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6" name="Google Shape;366;p54"/>
              <p:cNvSpPr/>
              <p:nvPr/>
            </p:nvSpPr>
            <p:spPr>
              <a:xfrm>
                <a:off x="3883325" y="671675"/>
                <a:ext cx="21125" cy="14300"/>
              </a:xfrm>
              <a:custGeom>
                <a:rect b="b" l="l" r="r" t="t"/>
                <a:pathLst>
                  <a:path extrusionOk="0" h="572" w="845">
                    <a:moveTo>
                      <a:pt x="274" y="1"/>
                    </a:moveTo>
                    <a:cubicBezTo>
                      <a:pt x="0" y="1"/>
                      <a:pt x="0" y="571"/>
                      <a:pt x="274" y="571"/>
                    </a:cubicBezTo>
                    <a:cubicBezTo>
                      <a:pt x="845" y="571"/>
                      <a:pt x="845" y="1"/>
                      <a:pt x="274"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7" name="Google Shape;367;p54"/>
              <p:cNvSpPr/>
              <p:nvPr/>
            </p:nvSpPr>
            <p:spPr>
              <a:xfrm>
                <a:off x="3947225" y="957000"/>
                <a:ext cx="14300" cy="14300"/>
              </a:xfrm>
              <a:custGeom>
                <a:rect b="b" l="l" r="r" t="t"/>
                <a:pathLst>
                  <a:path extrusionOk="0" h="572" w="572">
                    <a:moveTo>
                      <a:pt x="297" y="0"/>
                    </a:moveTo>
                    <a:cubicBezTo>
                      <a:pt x="0" y="0"/>
                      <a:pt x="0" y="571"/>
                      <a:pt x="297" y="571"/>
                    </a:cubicBezTo>
                    <a:cubicBezTo>
                      <a:pt x="571" y="571"/>
                      <a:pt x="571" y="0"/>
                      <a:pt x="297"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8" name="Google Shape;368;p54"/>
              <p:cNvSpPr/>
              <p:nvPr/>
            </p:nvSpPr>
            <p:spPr>
              <a:xfrm>
                <a:off x="3191125" y="1763300"/>
                <a:ext cx="14300" cy="14300"/>
              </a:xfrm>
              <a:custGeom>
                <a:rect b="b" l="l" r="r" t="t"/>
                <a:pathLst>
                  <a:path extrusionOk="0" h="572" w="572">
                    <a:moveTo>
                      <a:pt x="298" y="1"/>
                    </a:moveTo>
                    <a:cubicBezTo>
                      <a:pt x="1" y="1"/>
                      <a:pt x="1" y="571"/>
                      <a:pt x="298" y="571"/>
                    </a:cubicBezTo>
                    <a:cubicBezTo>
                      <a:pt x="572" y="571"/>
                      <a:pt x="572" y="1"/>
                      <a:pt x="298"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9" name="Google Shape;369;p54"/>
              <p:cNvSpPr/>
              <p:nvPr/>
            </p:nvSpPr>
            <p:spPr>
              <a:xfrm>
                <a:off x="3369750" y="2505125"/>
                <a:ext cx="21125" cy="14300"/>
              </a:xfrm>
              <a:custGeom>
                <a:rect b="b" l="l" r="r" t="t"/>
                <a:pathLst>
                  <a:path extrusionOk="0" h="572" w="845">
                    <a:moveTo>
                      <a:pt x="571" y="0"/>
                    </a:moveTo>
                    <a:cubicBezTo>
                      <a:pt x="0" y="0"/>
                      <a:pt x="0" y="571"/>
                      <a:pt x="571" y="571"/>
                    </a:cubicBezTo>
                    <a:cubicBezTo>
                      <a:pt x="845" y="571"/>
                      <a:pt x="845" y="0"/>
                      <a:pt x="571"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0" name="Google Shape;370;p54"/>
              <p:cNvSpPr/>
              <p:nvPr/>
            </p:nvSpPr>
            <p:spPr>
              <a:xfrm>
                <a:off x="3198550" y="3567650"/>
                <a:ext cx="14300" cy="14275"/>
              </a:xfrm>
              <a:custGeom>
                <a:rect b="b" l="l" r="r" t="t"/>
                <a:pathLst>
                  <a:path extrusionOk="0" h="571" w="572">
                    <a:moveTo>
                      <a:pt x="275" y="0"/>
                    </a:moveTo>
                    <a:cubicBezTo>
                      <a:pt x="1" y="0"/>
                      <a:pt x="1" y="571"/>
                      <a:pt x="275" y="571"/>
                    </a:cubicBezTo>
                    <a:cubicBezTo>
                      <a:pt x="571" y="571"/>
                      <a:pt x="571" y="0"/>
                      <a:pt x="275"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1" name="Google Shape;371;p54"/>
              <p:cNvSpPr/>
              <p:nvPr/>
            </p:nvSpPr>
            <p:spPr>
              <a:xfrm>
                <a:off x="4796325" y="1763300"/>
                <a:ext cx="21150" cy="14300"/>
              </a:xfrm>
              <a:custGeom>
                <a:rect b="b" l="l" r="r" t="t"/>
                <a:pathLst>
                  <a:path extrusionOk="0" h="572" w="846">
                    <a:moveTo>
                      <a:pt x="274" y="1"/>
                    </a:moveTo>
                    <a:cubicBezTo>
                      <a:pt x="1" y="1"/>
                      <a:pt x="1" y="571"/>
                      <a:pt x="274" y="571"/>
                    </a:cubicBezTo>
                    <a:cubicBezTo>
                      <a:pt x="845" y="571"/>
                      <a:pt x="845" y="1"/>
                      <a:pt x="274"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2" name="Google Shape;372;p54"/>
              <p:cNvSpPr/>
              <p:nvPr/>
            </p:nvSpPr>
            <p:spPr>
              <a:xfrm>
                <a:off x="2442475" y="3232675"/>
                <a:ext cx="21125" cy="14300"/>
              </a:xfrm>
              <a:custGeom>
                <a:rect b="b" l="l" r="r" t="t"/>
                <a:pathLst>
                  <a:path extrusionOk="0" h="572" w="845">
                    <a:moveTo>
                      <a:pt x="571" y="1"/>
                    </a:moveTo>
                    <a:cubicBezTo>
                      <a:pt x="0" y="1"/>
                      <a:pt x="0" y="571"/>
                      <a:pt x="571" y="571"/>
                    </a:cubicBezTo>
                    <a:cubicBezTo>
                      <a:pt x="845" y="571"/>
                      <a:pt x="845" y="1"/>
                      <a:pt x="571"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3" name="Google Shape;373;p54"/>
              <p:cNvSpPr/>
              <p:nvPr/>
            </p:nvSpPr>
            <p:spPr>
              <a:xfrm>
                <a:off x="2585125" y="3054075"/>
                <a:ext cx="21150" cy="14275"/>
              </a:xfrm>
              <a:custGeom>
                <a:rect b="b" l="l" r="r" t="t"/>
                <a:pathLst>
                  <a:path extrusionOk="0" h="571" w="846">
                    <a:moveTo>
                      <a:pt x="274" y="0"/>
                    </a:moveTo>
                    <a:cubicBezTo>
                      <a:pt x="0" y="0"/>
                      <a:pt x="0" y="571"/>
                      <a:pt x="274" y="571"/>
                    </a:cubicBezTo>
                    <a:cubicBezTo>
                      <a:pt x="845" y="571"/>
                      <a:pt x="845" y="0"/>
                      <a:pt x="274"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4" name="Google Shape;374;p54"/>
              <p:cNvSpPr/>
              <p:nvPr/>
            </p:nvSpPr>
            <p:spPr>
              <a:xfrm>
                <a:off x="2898975" y="2483450"/>
                <a:ext cx="14300" cy="14275"/>
              </a:xfrm>
              <a:custGeom>
                <a:rect b="b" l="l" r="r" t="t"/>
                <a:pathLst>
                  <a:path extrusionOk="0" h="571" w="572">
                    <a:moveTo>
                      <a:pt x="274" y="0"/>
                    </a:moveTo>
                    <a:cubicBezTo>
                      <a:pt x="0" y="0"/>
                      <a:pt x="0" y="571"/>
                      <a:pt x="274" y="571"/>
                    </a:cubicBezTo>
                    <a:cubicBezTo>
                      <a:pt x="571" y="571"/>
                      <a:pt x="571" y="0"/>
                      <a:pt x="274"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5" name="Google Shape;375;p54"/>
              <p:cNvSpPr/>
              <p:nvPr/>
            </p:nvSpPr>
            <p:spPr>
              <a:xfrm>
                <a:off x="1336575" y="1749025"/>
                <a:ext cx="21725" cy="14300"/>
              </a:xfrm>
              <a:custGeom>
                <a:rect b="b" l="l" r="r" t="t"/>
                <a:pathLst>
                  <a:path extrusionOk="0" h="572" w="869">
                    <a:moveTo>
                      <a:pt x="571" y="1"/>
                    </a:moveTo>
                    <a:cubicBezTo>
                      <a:pt x="1" y="1"/>
                      <a:pt x="1" y="572"/>
                      <a:pt x="571" y="572"/>
                    </a:cubicBezTo>
                    <a:cubicBezTo>
                      <a:pt x="868" y="572"/>
                      <a:pt x="868" y="1"/>
                      <a:pt x="571"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6" name="Google Shape;376;p54"/>
              <p:cNvSpPr/>
              <p:nvPr/>
            </p:nvSpPr>
            <p:spPr>
              <a:xfrm>
                <a:off x="1393650" y="2005825"/>
                <a:ext cx="21700" cy="14275"/>
              </a:xfrm>
              <a:custGeom>
                <a:rect b="b" l="l" r="r" t="t"/>
                <a:pathLst>
                  <a:path extrusionOk="0" h="571" w="868">
                    <a:moveTo>
                      <a:pt x="571" y="0"/>
                    </a:moveTo>
                    <a:cubicBezTo>
                      <a:pt x="0" y="0"/>
                      <a:pt x="0" y="571"/>
                      <a:pt x="571" y="571"/>
                    </a:cubicBezTo>
                    <a:cubicBezTo>
                      <a:pt x="868" y="571"/>
                      <a:pt x="868" y="0"/>
                      <a:pt x="571"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7" name="Google Shape;377;p54"/>
              <p:cNvSpPr/>
              <p:nvPr/>
            </p:nvSpPr>
            <p:spPr>
              <a:xfrm>
                <a:off x="1557975" y="2276875"/>
                <a:ext cx="21150" cy="14275"/>
              </a:xfrm>
              <a:custGeom>
                <a:rect b="b" l="l" r="r" t="t"/>
                <a:pathLst>
                  <a:path extrusionOk="0" h="571" w="846">
                    <a:moveTo>
                      <a:pt x="275" y="0"/>
                    </a:moveTo>
                    <a:cubicBezTo>
                      <a:pt x="1" y="0"/>
                      <a:pt x="1" y="571"/>
                      <a:pt x="275" y="571"/>
                    </a:cubicBezTo>
                    <a:cubicBezTo>
                      <a:pt x="845" y="571"/>
                      <a:pt x="845" y="0"/>
                      <a:pt x="275"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8" name="Google Shape;378;p54"/>
              <p:cNvSpPr/>
              <p:nvPr/>
            </p:nvSpPr>
            <p:spPr>
              <a:xfrm>
                <a:off x="1786250" y="1848900"/>
                <a:ext cx="21125" cy="14275"/>
              </a:xfrm>
              <a:custGeom>
                <a:rect b="b" l="l" r="r" t="t"/>
                <a:pathLst>
                  <a:path extrusionOk="0" h="571" w="845">
                    <a:moveTo>
                      <a:pt x="274" y="0"/>
                    </a:moveTo>
                    <a:cubicBezTo>
                      <a:pt x="0" y="0"/>
                      <a:pt x="0" y="571"/>
                      <a:pt x="274" y="571"/>
                    </a:cubicBezTo>
                    <a:cubicBezTo>
                      <a:pt x="845" y="571"/>
                      <a:pt x="845" y="0"/>
                      <a:pt x="274"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9" name="Google Shape;379;p54"/>
              <p:cNvSpPr/>
              <p:nvPr/>
            </p:nvSpPr>
            <p:spPr>
              <a:xfrm>
                <a:off x="1401050" y="1798675"/>
                <a:ext cx="21150" cy="14300"/>
              </a:xfrm>
              <a:custGeom>
                <a:rect b="b" l="l" r="r" t="t"/>
                <a:pathLst>
                  <a:path extrusionOk="0" h="572" w="846">
                    <a:moveTo>
                      <a:pt x="572" y="1"/>
                    </a:moveTo>
                    <a:cubicBezTo>
                      <a:pt x="1" y="1"/>
                      <a:pt x="1" y="571"/>
                      <a:pt x="572" y="571"/>
                    </a:cubicBezTo>
                    <a:cubicBezTo>
                      <a:pt x="846" y="571"/>
                      <a:pt x="846" y="1"/>
                      <a:pt x="572"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0" name="Google Shape;380;p54"/>
              <p:cNvSpPr/>
              <p:nvPr/>
            </p:nvSpPr>
            <p:spPr>
              <a:xfrm>
                <a:off x="1743450" y="2205550"/>
                <a:ext cx="21125" cy="14275"/>
              </a:xfrm>
              <a:custGeom>
                <a:rect b="b" l="l" r="r" t="t"/>
                <a:pathLst>
                  <a:path extrusionOk="0" h="571" w="845">
                    <a:moveTo>
                      <a:pt x="274" y="0"/>
                    </a:moveTo>
                    <a:cubicBezTo>
                      <a:pt x="0" y="0"/>
                      <a:pt x="0" y="571"/>
                      <a:pt x="274" y="571"/>
                    </a:cubicBezTo>
                    <a:cubicBezTo>
                      <a:pt x="845" y="571"/>
                      <a:pt x="845" y="0"/>
                      <a:pt x="274"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1" name="Google Shape;381;p54"/>
              <p:cNvSpPr/>
              <p:nvPr/>
            </p:nvSpPr>
            <p:spPr>
              <a:xfrm>
                <a:off x="1458125" y="771550"/>
                <a:ext cx="21150" cy="14275"/>
              </a:xfrm>
              <a:custGeom>
                <a:rect b="b" l="l" r="r" t="t"/>
                <a:pathLst>
                  <a:path extrusionOk="0" h="571" w="846">
                    <a:moveTo>
                      <a:pt x="571" y="0"/>
                    </a:moveTo>
                    <a:cubicBezTo>
                      <a:pt x="1" y="0"/>
                      <a:pt x="1" y="571"/>
                      <a:pt x="571" y="571"/>
                    </a:cubicBezTo>
                    <a:cubicBezTo>
                      <a:pt x="845" y="571"/>
                      <a:pt x="845" y="0"/>
                      <a:pt x="571"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2" name="Google Shape;382;p54"/>
              <p:cNvSpPr/>
              <p:nvPr/>
            </p:nvSpPr>
            <p:spPr>
              <a:xfrm>
                <a:off x="965675" y="728750"/>
                <a:ext cx="14275" cy="14275"/>
              </a:xfrm>
              <a:custGeom>
                <a:rect b="b" l="l" r="r" t="t"/>
                <a:pathLst>
                  <a:path extrusionOk="0" h="571" w="571">
                    <a:moveTo>
                      <a:pt x="297" y="0"/>
                    </a:moveTo>
                    <a:cubicBezTo>
                      <a:pt x="0" y="0"/>
                      <a:pt x="0" y="571"/>
                      <a:pt x="297" y="571"/>
                    </a:cubicBezTo>
                    <a:cubicBezTo>
                      <a:pt x="571" y="571"/>
                      <a:pt x="571" y="0"/>
                      <a:pt x="297"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3" name="Google Shape;383;p54"/>
              <p:cNvSpPr/>
              <p:nvPr/>
            </p:nvSpPr>
            <p:spPr>
              <a:xfrm>
                <a:off x="1336575" y="4637575"/>
                <a:ext cx="21725" cy="14300"/>
              </a:xfrm>
              <a:custGeom>
                <a:rect b="b" l="l" r="r" t="t"/>
                <a:pathLst>
                  <a:path extrusionOk="0" h="572" w="869">
                    <a:moveTo>
                      <a:pt x="571" y="0"/>
                    </a:moveTo>
                    <a:cubicBezTo>
                      <a:pt x="1" y="0"/>
                      <a:pt x="1" y="571"/>
                      <a:pt x="571" y="571"/>
                    </a:cubicBezTo>
                    <a:cubicBezTo>
                      <a:pt x="868" y="571"/>
                      <a:pt x="868" y="0"/>
                      <a:pt x="571"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4" name="Google Shape;384;p54"/>
              <p:cNvSpPr/>
              <p:nvPr/>
            </p:nvSpPr>
            <p:spPr>
              <a:xfrm>
                <a:off x="1707500" y="4238125"/>
                <a:ext cx="21700" cy="14300"/>
              </a:xfrm>
              <a:custGeom>
                <a:rect b="b" l="l" r="r" t="t"/>
                <a:pathLst>
                  <a:path extrusionOk="0" h="572" w="868">
                    <a:moveTo>
                      <a:pt x="297" y="1"/>
                    </a:moveTo>
                    <a:cubicBezTo>
                      <a:pt x="0" y="1"/>
                      <a:pt x="0" y="571"/>
                      <a:pt x="297" y="571"/>
                    </a:cubicBezTo>
                    <a:cubicBezTo>
                      <a:pt x="868" y="571"/>
                      <a:pt x="868" y="1"/>
                      <a:pt x="297"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5" name="Google Shape;385;p54"/>
              <p:cNvSpPr/>
              <p:nvPr/>
            </p:nvSpPr>
            <p:spPr>
              <a:xfrm>
                <a:off x="1322325" y="4338000"/>
                <a:ext cx="21700" cy="14275"/>
              </a:xfrm>
              <a:custGeom>
                <a:rect b="b" l="l" r="r" t="t"/>
                <a:pathLst>
                  <a:path extrusionOk="0" h="571" w="868">
                    <a:moveTo>
                      <a:pt x="571" y="0"/>
                    </a:moveTo>
                    <a:cubicBezTo>
                      <a:pt x="0" y="0"/>
                      <a:pt x="0" y="571"/>
                      <a:pt x="571" y="571"/>
                    </a:cubicBezTo>
                    <a:cubicBezTo>
                      <a:pt x="867" y="571"/>
                      <a:pt x="867" y="0"/>
                      <a:pt x="571"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6" name="Google Shape;386;p54"/>
              <p:cNvSpPr/>
              <p:nvPr/>
            </p:nvSpPr>
            <p:spPr>
              <a:xfrm>
                <a:off x="2998825" y="4823025"/>
                <a:ext cx="14300" cy="14300"/>
              </a:xfrm>
              <a:custGeom>
                <a:rect b="b" l="l" r="r" t="t"/>
                <a:pathLst>
                  <a:path extrusionOk="0" h="572" w="572">
                    <a:moveTo>
                      <a:pt x="275" y="1"/>
                    </a:moveTo>
                    <a:cubicBezTo>
                      <a:pt x="1" y="1"/>
                      <a:pt x="1" y="571"/>
                      <a:pt x="275" y="571"/>
                    </a:cubicBezTo>
                    <a:cubicBezTo>
                      <a:pt x="571" y="571"/>
                      <a:pt x="571" y="1"/>
                      <a:pt x="275"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7" name="Google Shape;387;p54"/>
              <p:cNvSpPr/>
              <p:nvPr/>
            </p:nvSpPr>
            <p:spPr>
              <a:xfrm>
                <a:off x="3184300" y="4402475"/>
                <a:ext cx="14275" cy="14300"/>
              </a:xfrm>
              <a:custGeom>
                <a:rect b="b" l="l" r="r" t="t"/>
                <a:pathLst>
                  <a:path extrusionOk="0" h="572" w="571">
                    <a:moveTo>
                      <a:pt x="274" y="0"/>
                    </a:moveTo>
                    <a:cubicBezTo>
                      <a:pt x="0" y="0"/>
                      <a:pt x="0" y="571"/>
                      <a:pt x="274" y="571"/>
                    </a:cubicBezTo>
                    <a:cubicBezTo>
                      <a:pt x="571" y="571"/>
                      <a:pt x="571" y="0"/>
                      <a:pt x="274"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8" name="Google Shape;388;p54"/>
              <p:cNvSpPr/>
              <p:nvPr/>
            </p:nvSpPr>
            <p:spPr>
              <a:xfrm>
                <a:off x="3077000" y="4666100"/>
                <a:ext cx="14300" cy="14300"/>
              </a:xfrm>
              <a:custGeom>
                <a:rect b="b" l="l" r="r" t="t"/>
                <a:pathLst>
                  <a:path extrusionOk="0" h="572" w="572">
                    <a:moveTo>
                      <a:pt x="298" y="1"/>
                    </a:moveTo>
                    <a:cubicBezTo>
                      <a:pt x="1" y="1"/>
                      <a:pt x="1" y="571"/>
                      <a:pt x="298" y="571"/>
                    </a:cubicBezTo>
                    <a:cubicBezTo>
                      <a:pt x="572" y="571"/>
                      <a:pt x="572" y="1"/>
                      <a:pt x="298"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9" name="Google Shape;389;p54"/>
              <p:cNvSpPr/>
              <p:nvPr/>
            </p:nvSpPr>
            <p:spPr>
              <a:xfrm>
                <a:off x="2748900" y="4402475"/>
                <a:ext cx="21700" cy="14300"/>
              </a:xfrm>
              <a:custGeom>
                <a:rect b="b" l="l" r="r" t="t"/>
                <a:pathLst>
                  <a:path extrusionOk="0" h="572" w="868">
                    <a:moveTo>
                      <a:pt x="297" y="0"/>
                    </a:moveTo>
                    <a:cubicBezTo>
                      <a:pt x="0" y="0"/>
                      <a:pt x="0" y="571"/>
                      <a:pt x="297" y="571"/>
                    </a:cubicBezTo>
                    <a:cubicBezTo>
                      <a:pt x="868" y="571"/>
                      <a:pt x="868" y="0"/>
                      <a:pt x="297"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0" name="Google Shape;390;p54"/>
              <p:cNvSpPr/>
              <p:nvPr/>
            </p:nvSpPr>
            <p:spPr>
              <a:xfrm>
                <a:off x="3013100" y="4302600"/>
                <a:ext cx="14300" cy="14300"/>
              </a:xfrm>
              <a:custGeom>
                <a:rect b="b" l="l" r="r" t="t"/>
                <a:pathLst>
                  <a:path extrusionOk="0" h="572" w="572">
                    <a:moveTo>
                      <a:pt x="274" y="1"/>
                    </a:moveTo>
                    <a:cubicBezTo>
                      <a:pt x="0" y="1"/>
                      <a:pt x="0" y="572"/>
                      <a:pt x="274" y="572"/>
                    </a:cubicBezTo>
                    <a:cubicBezTo>
                      <a:pt x="571" y="572"/>
                      <a:pt x="571" y="1"/>
                      <a:pt x="274"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1" name="Google Shape;391;p54"/>
              <p:cNvSpPr/>
              <p:nvPr/>
            </p:nvSpPr>
            <p:spPr>
              <a:xfrm>
                <a:off x="6265700" y="4894350"/>
                <a:ext cx="14300" cy="14300"/>
              </a:xfrm>
              <a:custGeom>
                <a:rect b="b" l="l" r="r" t="t"/>
                <a:pathLst>
                  <a:path extrusionOk="0" h="572" w="572">
                    <a:moveTo>
                      <a:pt x="275" y="1"/>
                    </a:moveTo>
                    <a:cubicBezTo>
                      <a:pt x="1" y="1"/>
                      <a:pt x="1" y="571"/>
                      <a:pt x="275" y="571"/>
                    </a:cubicBezTo>
                    <a:cubicBezTo>
                      <a:pt x="571" y="571"/>
                      <a:pt x="571" y="1"/>
                      <a:pt x="275"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2" name="Google Shape;392;p54"/>
              <p:cNvSpPr/>
              <p:nvPr/>
            </p:nvSpPr>
            <p:spPr>
              <a:xfrm>
                <a:off x="5994650" y="5130025"/>
                <a:ext cx="14300" cy="14300"/>
              </a:xfrm>
              <a:custGeom>
                <a:rect b="b" l="l" r="r" t="t"/>
                <a:pathLst>
                  <a:path extrusionOk="0" h="572" w="572">
                    <a:moveTo>
                      <a:pt x="275" y="1"/>
                    </a:moveTo>
                    <a:cubicBezTo>
                      <a:pt x="1" y="1"/>
                      <a:pt x="1" y="571"/>
                      <a:pt x="275" y="571"/>
                    </a:cubicBezTo>
                    <a:cubicBezTo>
                      <a:pt x="571" y="571"/>
                      <a:pt x="571" y="1"/>
                      <a:pt x="275"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3" name="Google Shape;393;p54"/>
              <p:cNvSpPr/>
              <p:nvPr/>
            </p:nvSpPr>
            <p:spPr>
              <a:xfrm>
                <a:off x="4011700" y="3018700"/>
                <a:ext cx="14300" cy="14275"/>
              </a:xfrm>
              <a:custGeom>
                <a:rect b="b" l="l" r="r" t="t"/>
                <a:pathLst>
                  <a:path extrusionOk="0" h="571" w="572">
                    <a:moveTo>
                      <a:pt x="275" y="0"/>
                    </a:moveTo>
                    <a:cubicBezTo>
                      <a:pt x="1" y="0"/>
                      <a:pt x="1" y="571"/>
                      <a:pt x="275" y="571"/>
                    </a:cubicBezTo>
                    <a:cubicBezTo>
                      <a:pt x="571" y="571"/>
                      <a:pt x="571" y="0"/>
                      <a:pt x="275"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4" name="Google Shape;394;p54"/>
              <p:cNvSpPr/>
              <p:nvPr/>
            </p:nvSpPr>
            <p:spPr>
              <a:xfrm>
                <a:off x="4018550" y="4423575"/>
                <a:ext cx="14300" cy="14300"/>
              </a:xfrm>
              <a:custGeom>
                <a:rect b="b" l="l" r="r" t="t"/>
                <a:pathLst>
                  <a:path extrusionOk="0" h="572" w="572">
                    <a:moveTo>
                      <a:pt x="297" y="1"/>
                    </a:moveTo>
                    <a:cubicBezTo>
                      <a:pt x="1" y="1"/>
                      <a:pt x="1" y="572"/>
                      <a:pt x="297" y="572"/>
                    </a:cubicBezTo>
                    <a:cubicBezTo>
                      <a:pt x="571" y="572"/>
                      <a:pt x="571" y="1"/>
                      <a:pt x="297"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5" name="Google Shape;395;p54"/>
              <p:cNvSpPr/>
              <p:nvPr/>
            </p:nvSpPr>
            <p:spPr>
              <a:xfrm>
                <a:off x="6008925" y="3218400"/>
                <a:ext cx="14275" cy="14300"/>
              </a:xfrm>
              <a:custGeom>
                <a:rect b="b" l="l" r="r" t="t"/>
                <a:pathLst>
                  <a:path extrusionOk="0" h="572" w="571">
                    <a:moveTo>
                      <a:pt x="274" y="1"/>
                    </a:moveTo>
                    <a:cubicBezTo>
                      <a:pt x="0" y="1"/>
                      <a:pt x="0" y="572"/>
                      <a:pt x="274" y="572"/>
                    </a:cubicBezTo>
                    <a:cubicBezTo>
                      <a:pt x="571" y="572"/>
                      <a:pt x="571" y="1"/>
                      <a:pt x="274"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grpSp>
        <p:nvGrpSpPr>
          <p:cNvPr id="396" name="Google Shape;396;p54"/>
          <p:cNvGrpSpPr/>
          <p:nvPr/>
        </p:nvGrpSpPr>
        <p:grpSpPr>
          <a:xfrm>
            <a:off x="274813" y="285764"/>
            <a:ext cx="8605925" cy="4712003"/>
            <a:chOff x="274813" y="285764"/>
            <a:chExt cx="8605925" cy="4712003"/>
          </a:xfrm>
        </p:grpSpPr>
        <p:sp>
          <p:nvSpPr>
            <p:cNvPr id="397" name="Google Shape;397;p54"/>
            <p:cNvSpPr/>
            <p:nvPr/>
          </p:nvSpPr>
          <p:spPr>
            <a:xfrm>
              <a:off x="851147" y="503675"/>
              <a:ext cx="201200" cy="201398"/>
            </a:xfrm>
            <a:custGeom>
              <a:rect b="b" l="l" r="r" t="t"/>
              <a:pathLst>
                <a:path extrusionOk="0" h="2086" w="2084">
                  <a:moveTo>
                    <a:pt x="1314" y="1"/>
                  </a:moveTo>
                  <a:lnTo>
                    <a:pt x="1314" y="1"/>
                  </a:lnTo>
                  <a:cubicBezTo>
                    <a:pt x="1137" y="666"/>
                    <a:pt x="1027" y="902"/>
                    <a:pt x="673" y="902"/>
                  </a:cubicBezTo>
                  <a:cubicBezTo>
                    <a:pt x="510" y="902"/>
                    <a:pt x="296" y="853"/>
                    <a:pt x="1" y="773"/>
                  </a:cubicBezTo>
                  <a:lnTo>
                    <a:pt x="1" y="773"/>
                  </a:lnTo>
                  <a:cubicBezTo>
                    <a:pt x="942" y="1028"/>
                    <a:pt x="999" y="1115"/>
                    <a:pt x="770" y="2086"/>
                  </a:cubicBezTo>
                  <a:cubicBezTo>
                    <a:pt x="927" y="1420"/>
                    <a:pt x="1030" y="1184"/>
                    <a:pt x="1392" y="1184"/>
                  </a:cubicBezTo>
                  <a:cubicBezTo>
                    <a:pt x="1558" y="1184"/>
                    <a:pt x="1779" y="1233"/>
                    <a:pt x="2084" y="1314"/>
                  </a:cubicBezTo>
                  <a:cubicBezTo>
                    <a:pt x="1113" y="1058"/>
                    <a:pt x="1056" y="971"/>
                    <a:pt x="1314"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398" name="Google Shape;398;p54"/>
            <p:cNvGrpSpPr/>
            <p:nvPr/>
          </p:nvGrpSpPr>
          <p:grpSpPr>
            <a:xfrm>
              <a:off x="275106" y="285764"/>
              <a:ext cx="858544" cy="356719"/>
              <a:chOff x="219125" y="484675"/>
              <a:chExt cx="1622650" cy="674200"/>
            </a:xfrm>
          </p:grpSpPr>
          <p:sp>
            <p:nvSpPr>
              <p:cNvPr id="399" name="Google Shape;399;p54"/>
              <p:cNvSpPr/>
              <p:nvPr/>
            </p:nvSpPr>
            <p:spPr>
              <a:xfrm>
                <a:off x="236475" y="505250"/>
                <a:ext cx="1587600" cy="629875"/>
              </a:xfrm>
              <a:custGeom>
                <a:rect b="b" l="l" r="r" t="t"/>
                <a:pathLst>
                  <a:path extrusionOk="0" h="25195" w="63504">
                    <a:moveTo>
                      <a:pt x="0" y="5330"/>
                    </a:moveTo>
                    <a:lnTo>
                      <a:pt x="19865" y="25195"/>
                    </a:lnTo>
                    <a:lnTo>
                      <a:pt x="63504" y="0"/>
                    </a:lnTo>
                    <a:close/>
                  </a:path>
                </a:pathLst>
              </a:custGeom>
              <a:noFill/>
              <a:ln cap="flat" cmpd="sng" w="9525">
                <a:solidFill>
                  <a:schemeClr val="accent2"/>
                </a:solidFill>
                <a:prstDash val="solid"/>
                <a:round/>
                <a:headEnd len="sm" w="sm" type="none"/>
                <a:tailEnd len="sm" w="sm" type="none"/>
              </a:ln>
            </p:spPr>
          </p:sp>
          <p:grpSp>
            <p:nvGrpSpPr>
              <p:cNvPr id="400" name="Google Shape;400;p54"/>
              <p:cNvGrpSpPr/>
              <p:nvPr/>
            </p:nvGrpSpPr>
            <p:grpSpPr>
              <a:xfrm>
                <a:off x="219125" y="484675"/>
                <a:ext cx="1622650" cy="674200"/>
                <a:chOff x="219125" y="484675"/>
                <a:chExt cx="1622650" cy="674200"/>
              </a:xfrm>
            </p:grpSpPr>
            <p:sp>
              <p:nvSpPr>
                <p:cNvPr id="401" name="Google Shape;401;p54"/>
                <p:cNvSpPr/>
                <p:nvPr/>
              </p:nvSpPr>
              <p:spPr>
                <a:xfrm>
                  <a:off x="709825" y="1114775"/>
                  <a:ext cx="44100" cy="44100"/>
                </a:xfrm>
                <a:prstGeom prst="ellips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2" name="Google Shape;402;p54"/>
                <p:cNvSpPr/>
                <p:nvPr/>
              </p:nvSpPr>
              <p:spPr>
                <a:xfrm>
                  <a:off x="219125" y="614750"/>
                  <a:ext cx="44100" cy="44100"/>
                </a:xfrm>
                <a:prstGeom prst="ellips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3" name="Google Shape;403;p54"/>
                <p:cNvSpPr/>
                <p:nvPr/>
              </p:nvSpPr>
              <p:spPr>
                <a:xfrm>
                  <a:off x="1797675" y="484675"/>
                  <a:ext cx="44100" cy="44100"/>
                </a:xfrm>
                <a:prstGeom prst="ellips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grpSp>
          <p:nvGrpSpPr>
            <p:cNvPr id="404" name="Google Shape;404;p54"/>
            <p:cNvGrpSpPr/>
            <p:nvPr/>
          </p:nvGrpSpPr>
          <p:grpSpPr>
            <a:xfrm>
              <a:off x="8381813" y="4276523"/>
              <a:ext cx="498909" cy="721242"/>
              <a:chOff x="8233275" y="1900925"/>
              <a:chExt cx="753525" cy="1089325"/>
            </a:xfrm>
          </p:grpSpPr>
          <p:sp>
            <p:nvSpPr>
              <p:cNvPr id="405" name="Google Shape;405;p54"/>
              <p:cNvSpPr/>
              <p:nvPr/>
            </p:nvSpPr>
            <p:spPr>
              <a:xfrm>
                <a:off x="8253250" y="1915500"/>
                <a:ext cx="721275" cy="1052350"/>
              </a:xfrm>
              <a:custGeom>
                <a:rect b="b" l="l" r="r" t="t"/>
                <a:pathLst>
                  <a:path extrusionOk="0" h="42094" w="28851">
                    <a:moveTo>
                      <a:pt x="17973" y="0"/>
                    </a:moveTo>
                    <a:lnTo>
                      <a:pt x="0" y="42094"/>
                    </a:lnTo>
                    <a:lnTo>
                      <a:pt x="28851" y="20338"/>
                    </a:lnTo>
                  </a:path>
                </a:pathLst>
              </a:custGeom>
              <a:noFill/>
              <a:ln cap="flat" cmpd="sng" w="9525">
                <a:solidFill>
                  <a:schemeClr val="accent2"/>
                </a:solidFill>
                <a:prstDash val="solid"/>
                <a:round/>
                <a:headEnd len="sm" w="sm" type="none"/>
                <a:tailEnd len="sm" w="sm" type="none"/>
              </a:ln>
            </p:spPr>
          </p:sp>
          <p:sp>
            <p:nvSpPr>
              <p:cNvPr id="406" name="Google Shape;406;p54"/>
              <p:cNvSpPr/>
              <p:nvPr/>
            </p:nvSpPr>
            <p:spPr>
              <a:xfrm>
                <a:off x="8679625" y="1900925"/>
                <a:ext cx="44100" cy="44100"/>
              </a:xfrm>
              <a:prstGeom prst="ellips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7" name="Google Shape;407;p54"/>
              <p:cNvSpPr/>
              <p:nvPr/>
            </p:nvSpPr>
            <p:spPr>
              <a:xfrm>
                <a:off x="8942700" y="2405175"/>
                <a:ext cx="44100" cy="44100"/>
              </a:xfrm>
              <a:prstGeom prst="ellips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8" name="Google Shape;408;p54"/>
              <p:cNvSpPr/>
              <p:nvPr/>
            </p:nvSpPr>
            <p:spPr>
              <a:xfrm>
                <a:off x="8233275" y="2946150"/>
                <a:ext cx="44100" cy="44100"/>
              </a:xfrm>
              <a:prstGeom prst="ellips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09" name="Google Shape;409;p54"/>
            <p:cNvSpPr/>
            <p:nvPr/>
          </p:nvSpPr>
          <p:spPr>
            <a:xfrm>
              <a:off x="8679538" y="503683"/>
              <a:ext cx="201200" cy="201382"/>
            </a:xfrm>
            <a:custGeom>
              <a:rect b="b" l="l" r="r" t="t"/>
              <a:pathLst>
                <a:path extrusionOk="0" h="2086" w="2084">
                  <a:moveTo>
                    <a:pt x="1314" y="1"/>
                  </a:moveTo>
                  <a:lnTo>
                    <a:pt x="1314" y="1"/>
                  </a:lnTo>
                  <a:cubicBezTo>
                    <a:pt x="1137" y="666"/>
                    <a:pt x="1027" y="902"/>
                    <a:pt x="673" y="902"/>
                  </a:cubicBezTo>
                  <a:cubicBezTo>
                    <a:pt x="510" y="902"/>
                    <a:pt x="296" y="853"/>
                    <a:pt x="1" y="773"/>
                  </a:cubicBezTo>
                  <a:lnTo>
                    <a:pt x="1" y="773"/>
                  </a:lnTo>
                  <a:cubicBezTo>
                    <a:pt x="942" y="1028"/>
                    <a:pt x="999" y="1115"/>
                    <a:pt x="770" y="2086"/>
                  </a:cubicBezTo>
                  <a:cubicBezTo>
                    <a:pt x="927" y="1420"/>
                    <a:pt x="1030" y="1184"/>
                    <a:pt x="1392" y="1184"/>
                  </a:cubicBezTo>
                  <a:cubicBezTo>
                    <a:pt x="1558" y="1184"/>
                    <a:pt x="1779" y="1233"/>
                    <a:pt x="2084" y="1314"/>
                  </a:cubicBezTo>
                  <a:cubicBezTo>
                    <a:pt x="1113" y="1058"/>
                    <a:pt x="1056" y="971"/>
                    <a:pt x="1314"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410" name="Google Shape;410;p54"/>
            <p:cNvGrpSpPr/>
            <p:nvPr/>
          </p:nvGrpSpPr>
          <p:grpSpPr>
            <a:xfrm>
              <a:off x="274834" y="4514403"/>
              <a:ext cx="438102" cy="483364"/>
              <a:chOff x="6715777" y="3950739"/>
              <a:chExt cx="586325" cy="646900"/>
            </a:xfrm>
          </p:grpSpPr>
          <p:sp>
            <p:nvSpPr>
              <p:cNvPr id="411" name="Google Shape;411;p54"/>
              <p:cNvSpPr/>
              <p:nvPr/>
            </p:nvSpPr>
            <p:spPr>
              <a:xfrm>
                <a:off x="6727925" y="4221225"/>
                <a:ext cx="484800" cy="366550"/>
              </a:xfrm>
              <a:custGeom>
                <a:rect b="b" l="l" r="r" t="t"/>
                <a:pathLst>
                  <a:path extrusionOk="0" h="14662" w="19392">
                    <a:moveTo>
                      <a:pt x="19392" y="2128"/>
                    </a:moveTo>
                    <a:lnTo>
                      <a:pt x="0" y="14662"/>
                    </a:lnTo>
                    <a:lnTo>
                      <a:pt x="1656" y="0"/>
                    </a:lnTo>
                    <a:close/>
                  </a:path>
                </a:pathLst>
              </a:custGeom>
              <a:noFill/>
              <a:ln cap="flat" cmpd="sng" w="9525">
                <a:solidFill>
                  <a:schemeClr val="accent2"/>
                </a:solidFill>
                <a:prstDash val="solid"/>
                <a:round/>
                <a:headEnd len="sm" w="sm" type="none"/>
                <a:tailEnd len="sm" w="sm" type="none"/>
              </a:ln>
            </p:spPr>
          </p:sp>
          <p:sp>
            <p:nvSpPr>
              <p:cNvPr id="412" name="Google Shape;412;p54"/>
              <p:cNvSpPr/>
              <p:nvPr/>
            </p:nvSpPr>
            <p:spPr>
              <a:xfrm>
                <a:off x="7112225" y="3967000"/>
                <a:ext cx="177350" cy="307425"/>
              </a:xfrm>
              <a:custGeom>
                <a:rect b="b" l="l" r="r" t="t"/>
                <a:pathLst>
                  <a:path extrusionOk="0" h="12297" w="7094">
                    <a:moveTo>
                      <a:pt x="4729" y="12297"/>
                    </a:moveTo>
                    <a:lnTo>
                      <a:pt x="0" y="473"/>
                    </a:lnTo>
                    <a:lnTo>
                      <a:pt x="7094" y="0"/>
                    </a:lnTo>
                  </a:path>
                </a:pathLst>
              </a:custGeom>
              <a:noFill/>
              <a:ln cap="flat" cmpd="sng" w="9525">
                <a:solidFill>
                  <a:schemeClr val="accent2"/>
                </a:solidFill>
                <a:prstDash val="solid"/>
                <a:round/>
                <a:headEnd len="sm" w="sm" type="none"/>
                <a:tailEnd len="sm" w="sm" type="none"/>
              </a:ln>
            </p:spPr>
          </p:sp>
          <p:sp>
            <p:nvSpPr>
              <p:cNvPr id="413" name="Google Shape;413;p54"/>
              <p:cNvSpPr/>
              <p:nvPr/>
            </p:nvSpPr>
            <p:spPr>
              <a:xfrm>
                <a:off x="7203502" y="4257489"/>
                <a:ext cx="30600" cy="30600"/>
              </a:xfrm>
              <a:prstGeom prst="ellips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4" name="Google Shape;414;p54"/>
              <p:cNvSpPr/>
              <p:nvPr/>
            </p:nvSpPr>
            <p:spPr>
              <a:xfrm>
                <a:off x="7271502" y="3950739"/>
                <a:ext cx="30600" cy="30600"/>
              </a:xfrm>
              <a:prstGeom prst="ellips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5" name="Google Shape;415;p54"/>
              <p:cNvSpPr/>
              <p:nvPr/>
            </p:nvSpPr>
            <p:spPr>
              <a:xfrm>
                <a:off x="7103027" y="3966989"/>
                <a:ext cx="30600" cy="30600"/>
              </a:xfrm>
              <a:prstGeom prst="ellips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6" name="Google Shape;416;p54"/>
              <p:cNvSpPr/>
              <p:nvPr/>
            </p:nvSpPr>
            <p:spPr>
              <a:xfrm>
                <a:off x="6755677" y="4207889"/>
                <a:ext cx="30600" cy="30600"/>
              </a:xfrm>
              <a:prstGeom prst="ellips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7" name="Google Shape;417;p54"/>
              <p:cNvSpPr/>
              <p:nvPr/>
            </p:nvSpPr>
            <p:spPr>
              <a:xfrm>
                <a:off x="6715777" y="4567039"/>
                <a:ext cx="30600" cy="30600"/>
              </a:xfrm>
              <a:prstGeom prst="ellips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18" name="Google Shape;418;p54"/>
            <p:cNvGrpSpPr/>
            <p:nvPr/>
          </p:nvGrpSpPr>
          <p:grpSpPr>
            <a:xfrm>
              <a:off x="8082452" y="285774"/>
              <a:ext cx="498898" cy="708105"/>
              <a:chOff x="8082452" y="285774"/>
              <a:chExt cx="498898" cy="708105"/>
            </a:xfrm>
          </p:grpSpPr>
          <p:grpSp>
            <p:nvGrpSpPr>
              <p:cNvPr id="419" name="Google Shape;419;p54"/>
              <p:cNvGrpSpPr/>
              <p:nvPr/>
            </p:nvGrpSpPr>
            <p:grpSpPr>
              <a:xfrm>
                <a:off x="8082452" y="285774"/>
                <a:ext cx="498898" cy="708105"/>
                <a:chOff x="7865075" y="285763"/>
                <a:chExt cx="716293" cy="1016662"/>
              </a:xfrm>
            </p:grpSpPr>
            <p:sp>
              <p:nvSpPr>
                <p:cNvPr id="420" name="Google Shape;420;p54"/>
                <p:cNvSpPr/>
                <p:nvPr/>
              </p:nvSpPr>
              <p:spPr>
                <a:xfrm>
                  <a:off x="7886700" y="307425"/>
                  <a:ext cx="685800" cy="969575"/>
                </a:xfrm>
                <a:custGeom>
                  <a:rect b="b" l="l" r="r" t="t"/>
                  <a:pathLst>
                    <a:path extrusionOk="0" h="38783" w="27432">
                      <a:moveTo>
                        <a:pt x="946" y="9932"/>
                      </a:moveTo>
                      <a:lnTo>
                        <a:pt x="27432" y="24594"/>
                      </a:lnTo>
                      <a:lnTo>
                        <a:pt x="26959" y="0"/>
                      </a:lnTo>
                      <a:lnTo>
                        <a:pt x="0" y="38783"/>
                      </a:lnTo>
                    </a:path>
                  </a:pathLst>
                </a:custGeom>
                <a:noFill/>
                <a:ln cap="flat" cmpd="sng" w="9525">
                  <a:solidFill>
                    <a:schemeClr val="accent2"/>
                  </a:solidFill>
                  <a:prstDash val="solid"/>
                  <a:round/>
                  <a:headEnd len="sm" w="sm" type="none"/>
                  <a:tailEnd len="sm" w="sm" type="none"/>
                </a:ln>
              </p:spPr>
            </p:sp>
            <p:sp>
              <p:nvSpPr>
                <p:cNvPr id="421" name="Google Shape;421;p54"/>
                <p:cNvSpPr/>
                <p:nvPr/>
              </p:nvSpPr>
              <p:spPr>
                <a:xfrm>
                  <a:off x="7865075" y="1258325"/>
                  <a:ext cx="44100" cy="44100"/>
                </a:xfrm>
                <a:prstGeom prst="ellips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2" name="Google Shape;422;p54"/>
                <p:cNvSpPr/>
                <p:nvPr/>
              </p:nvSpPr>
              <p:spPr>
                <a:xfrm>
                  <a:off x="7865075" y="528163"/>
                  <a:ext cx="44100" cy="44100"/>
                </a:xfrm>
                <a:prstGeom prst="ellips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3" name="Google Shape;423;p54"/>
                <p:cNvSpPr/>
                <p:nvPr/>
              </p:nvSpPr>
              <p:spPr>
                <a:xfrm>
                  <a:off x="8537268" y="285763"/>
                  <a:ext cx="44100" cy="44100"/>
                </a:xfrm>
                <a:prstGeom prst="ellips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4" name="Google Shape;424;p54"/>
                <p:cNvSpPr/>
                <p:nvPr/>
              </p:nvSpPr>
              <p:spPr>
                <a:xfrm>
                  <a:off x="8537268" y="897663"/>
                  <a:ext cx="44100" cy="44100"/>
                </a:xfrm>
                <a:prstGeom prst="ellips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25" name="Google Shape;425;p54"/>
              <p:cNvSpPr/>
              <p:nvPr/>
            </p:nvSpPr>
            <p:spPr>
              <a:xfrm>
                <a:off x="8339285" y="589063"/>
                <a:ext cx="30600" cy="30600"/>
              </a:xfrm>
              <a:prstGeom prst="ellipse">
                <a:avLst/>
              </a:prstGeom>
              <a:solidFill>
                <a:srgbClr val="76A5A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26" name="Google Shape;426;p54"/>
            <p:cNvSpPr/>
            <p:nvPr/>
          </p:nvSpPr>
          <p:spPr>
            <a:xfrm>
              <a:off x="8679538" y="4325883"/>
              <a:ext cx="201200" cy="201382"/>
            </a:xfrm>
            <a:custGeom>
              <a:rect b="b" l="l" r="r" t="t"/>
              <a:pathLst>
                <a:path extrusionOk="0" h="2086" w="2084">
                  <a:moveTo>
                    <a:pt x="1314" y="1"/>
                  </a:moveTo>
                  <a:lnTo>
                    <a:pt x="1314" y="1"/>
                  </a:lnTo>
                  <a:cubicBezTo>
                    <a:pt x="1137" y="666"/>
                    <a:pt x="1027" y="902"/>
                    <a:pt x="673" y="902"/>
                  </a:cubicBezTo>
                  <a:cubicBezTo>
                    <a:pt x="510" y="902"/>
                    <a:pt x="296" y="853"/>
                    <a:pt x="1" y="773"/>
                  </a:cubicBezTo>
                  <a:lnTo>
                    <a:pt x="1" y="773"/>
                  </a:lnTo>
                  <a:cubicBezTo>
                    <a:pt x="942" y="1028"/>
                    <a:pt x="999" y="1115"/>
                    <a:pt x="770" y="2086"/>
                  </a:cubicBezTo>
                  <a:cubicBezTo>
                    <a:pt x="927" y="1420"/>
                    <a:pt x="1030" y="1184"/>
                    <a:pt x="1392" y="1184"/>
                  </a:cubicBezTo>
                  <a:cubicBezTo>
                    <a:pt x="1558" y="1184"/>
                    <a:pt x="1779" y="1233"/>
                    <a:pt x="2084" y="1314"/>
                  </a:cubicBezTo>
                  <a:cubicBezTo>
                    <a:pt x="1113" y="1058"/>
                    <a:pt x="1056" y="971"/>
                    <a:pt x="1314"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7" name="Google Shape;427;p54"/>
            <p:cNvSpPr/>
            <p:nvPr/>
          </p:nvSpPr>
          <p:spPr>
            <a:xfrm>
              <a:off x="274813" y="4426583"/>
              <a:ext cx="201200" cy="201382"/>
            </a:xfrm>
            <a:custGeom>
              <a:rect b="b" l="l" r="r" t="t"/>
              <a:pathLst>
                <a:path extrusionOk="0" h="2086" w="2084">
                  <a:moveTo>
                    <a:pt x="1314" y="1"/>
                  </a:moveTo>
                  <a:lnTo>
                    <a:pt x="1314" y="1"/>
                  </a:lnTo>
                  <a:cubicBezTo>
                    <a:pt x="1137" y="666"/>
                    <a:pt x="1027" y="902"/>
                    <a:pt x="673" y="902"/>
                  </a:cubicBezTo>
                  <a:cubicBezTo>
                    <a:pt x="510" y="902"/>
                    <a:pt x="296" y="853"/>
                    <a:pt x="1" y="773"/>
                  </a:cubicBezTo>
                  <a:lnTo>
                    <a:pt x="1" y="773"/>
                  </a:lnTo>
                  <a:cubicBezTo>
                    <a:pt x="942" y="1028"/>
                    <a:pt x="999" y="1115"/>
                    <a:pt x="770" y="2086"/>
                  </a:cubicBezTo>
                  <a:cubicBezTo>
                    <a:pt x="927" y="1420"/>
                    <a:pt x="1030" y="1184"/>
                    <a:pt x="1392" y="1184"/>
                  </a:cubicBezTo>
                  <a:cubicBezTo>
                    <a:pt x="1558" y="1184"/>
                    <a:pt x="1779" y="1233"/>
                    <a:pt x="2084" y="1314"/>
                  </a:cubicBezTo>
                  <a:cubicBezTo>
                    <a:pt x="1113" y="1058"/>
                    <a:pt x="1056" y="971"/>
                    <a:pt x="1314"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28" name="Google Shape;428;p54"/>
          <p:cNvSpPr txBox="1"/>
          <p:nvPr>
            <p:ph idx="1" type="subTitle"/>
          </p:nvPr>
        </p:nvSpPr>
        <p:spPr>
          <a:xfrm>
            <a:off x="2017400" y="3305425"/>
            <a:ext cx="2148900" cy="356700"/>
          </a:xfrm>
          <a:prstGeom prst="rect">
            <a:avLst/>
          </a:prstGeom>
          <a:solidFill>
            <a:schemeClr val="accent3"/>
          </a:solid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2400"/>
              <a:buFont typeface="Hind Siliguri Medium"/>
              <a:buNone/>
              <a:defRPr sz="2000">
                <a:latin typeface="Dosis"/>
                <a:ea typeface="Dosis"/>
                <a:cs typeface="Dosis"/>
                <a:sym typeface="Dosis"/>
              </a:defRPr>
            </a:lvl1pPr>
            <a:lvl2pPr lvl="1" algn="ctr">
              <a:lnSpc>
                <a:spcPct val="100000"/>
              </a:lnSpc>
              <a:spcBef>
                <a:spcPts val="0"/>
              </a:spcBef>
              <a:spcAft>
                <a:spcPts val="0"/>
              </a:spcAft>
              <a:buSzPts val="2400"/>
              <a:buFont typeface="Hind Siliguri Medium"/>
              <a:buNone/>
              <a:defRPr sz="2400">
                <a:latin typeface="Hind Siliguri Medium"/>
                <a:ea typeface="Hind Siliguri Medium"/>
                <a:cs typeface="Hind Siliguri Medium"/>
                <a:sym typeface="Hind Siliguri Medium"/>
              </a:defRPr>
            </a:lvl2pPr>
            <a:lvl3pPr lvl="2" algn="ctr">
              <a:lnSpc>
                <a:spcPct val="100000"/>
              </a:lnSpc>
              <a:spcBef>
                <a:spcPts val="1600"/>
              </a:spcBef>
              <a:spcAft>
                <a:spcPts val="0"/>
              </a:spcAft>
              <a:buSzPts val="2400"/>
              <a:buFont typeface="Hind Siliguri Medium"/>
              <a:buNone/>
              <a:defRPr sz="2400">
                <a:latin typeface="Hind Siliguri Medium"/>
                <a:ea typeface="Hind Siliguri Medium"/>
                <a:cs typeface="Hind Siliguri Medium"/>
                <a:sym typeface="Hind Siliguri Medium"/>
              </a:defRPr>
            </a:lvl3pPr>
            <a:lvl4pPr lvl="3" algn="ctr">
              <a:lnSpc>
                <a:spcPct val="100000"/>
              </a:lnSpc>
              <a:spcBef>
                <a:spcPts val="1600"/>
              </a:spcBef>
              <a:spcAft>
                <a:spcPts val="0"/>
              </a:spcAft>
              <a:buSzPts val="2400"/>
              <a:buFont typeface="Hind Siliguri Medium"/>
              <a:buNone/>
              <a:defRPr sz="2400">
                <a:latin typeface="Hind Siliguri Medium"/>
                <a:ea typeface="Hind Siliguri Medium"/>
                <a:cs typeface="Hind Siliguri Medium"/>
                <a:sym typeface="Hind Siliguri Medium"/>
              </a:defRPr>
            </a:lvl4pPr>
            <a:lvl5pPr lvl="4" algn="ctr">
              <a:lnSpc>
                <a:spcPct val="100000"/>
              </a:lnSpc>
              <a:spcBef>
                <a:spcPts val="1600"/>
              </a:spcBef>
              <a:spcAft>
                <a:spcPts val="0"/>
              </a:spcAft>
              <a:buSzPts val="2400"/>
              <a:buFont typeface="Hind Siliguri Medium"/>
              <a:buNone/>
              <a:defRPr sz="2400">
                <a:latin typeface="Hind Siliguri Medium"/>
                <a:ea typeface="Hind Siliguri Medium"/>
                <a:cs typeface="Hind Siliguri Medium"/>
                <a:sym typeface="Hind Siliguri Medium"/>
              </a:defRPr>
            </a:lvl5pPr>
            <a:lvl6pPr lvl="5" algn="ctr">
              <a:lnSpc>
                <a:spcPct val="100000"/>
              </a:lnSpc>
              <a:spcBef>
                <a:spcPts val="1600"/>
              </a:spcBef>
              <a:spcAft>
                <a:spcPts val="0"/>
              </a:spcAft>
              <a:buSzPts val="2400"/>
              <a:buFont typeface="Hind Siliguri Medium"/>
              <a:buNone/>
              <a:defRPr sz="2400">
                <a:latin typeface="Hind Siliguri Medium"/>
                <a:ea typeface="Hind Siliguri Medium"/>
                <a:cs typeface="Hind Siliguri Medium"/>
                <a:sym typeface="Hind Siliguri Medium"/>
              </a:defRPr>
            </a:lvl6pPr>
            <a:lvl7pPr lvl="6" algn="ctr">
              <a:lnSpc>
                <a:spcPct val="100000"/>
              </a:lnSpc>
              <a:spcBef>
                <a:spcPts val="1600"/>
              </a:spcBef>
              <a:spcAft>
                <a:spcPts val="0"/>
              </a:spcAft>
              <a:buSzPts val="2400"/>
              <a:buFont typeface="Hind Siliguri Medium"/>
              <a:buNone/>
              <a:defRPr sz="2400">
                <a:latin typeface="Hind Siliguri Medium"/>
                <a:ea typeface="Hind Siliguri Medium"/>
                <a:cs typeface="Hind Siliguri Medium"/>
                <a:sym typeface="Hind Siliguri Medium"/>
              </a:defRPr>
            </a:lvl7pPr>
            <a:lvl8pPr lvl="7" algn="ctr">
              <a:lnSpc>
                <a:spcPct val="100000"/>
              </a:lnSpc>
              <a:spcBef>
                <a:spcPts val="1600"/>
              </a:spcBef>
              <a:spcAft>
                <a:spcPts val="0"/>
              </a:spcAft>
              <a:buSzPts val="2400"/>
              <a:buFont typeface="Hind Siliguri Medium"/>
              <a:buNone/>
              <a:defRPr sz="2400">
                <a:latin typeface="Hind Siliguri Medium"/>
                <a:ea typeface="Hind Siliguri Medium"/>
                <a:cs typeface="Hind Siliguri Medium"/>
                <a:sym typeface="Hind Siliguri Medium"/>
              </a:defRPr>
            </a:lvl8pPr>
            <a:lvl9pPr lvl="8" algn="ctr">
              <a:lnSpc>
                <a:spcPct val="100000"/>
              </a:lnSpc>
              <a:spcBef>
                <a:spcPts val="1600"/>
              </a:spcBef>
              <a:spcAft>
                <a:spcPts val="1600"/>
              </a:spcAft>
              <a:buSzPts val="2400"/>
              <a:buFont typeface="Hind Siliguri Medium"/>
              <a:buNone/>
              <a:defRPr sz="2400">
                <a:latin typeface="Hind Siliguri Medium"/>
                <a:ea typeface="Hind Siliguri Medium"/>
                <a:cs typeface="Hind Siliguri Medium"/>
                <a:sym typeface="Hind Siliguri Medium"/>
              </a:defRPr>
            </a:lvl9pPr>
          </a:lstStyle>
          <a:p/>
        </p:txBody>
      </p:sp>
      <p:sp>
        <p:nvSpPr>
          <p:cNvPr id="429" name="Google Shape;429;p54"/>
          <p:cNvSpPr txBox="1"/>
          <p:nvPr>
            <p:ph idx="2" type="subTitle"/>
          </p:nvPr>
        </p:nvSpPr>
        <p:spPr>
          <a:xfrm>
            <a:off x="2017400" y="3744749"/>
            <a:ext cx="2148900" cy="577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1600"/>
              <a:buFont typeface="Hind Siliguri Medium"/>
              <a:buNone/>
              <a:defRPr>
                <a:latin typeface="Nunito"/>
                <a:ea typeface="Nunito"/>
                <a:cs typeface="Nunito"/>
                <a:sym typeface="Nunito"/>
              </a:defRPr>
            </a:lvl1pPr>
            <a:lvl2pPr lvl="1" algn="ctr">
              <a:lnSpc>
                <a:spcPct val="100000"/>
              </a:lnSpc>
              <a:spcBef>
                <a:spcPts val="0"/>
              </a:spcBef>
              <a:spcAft>
                <a:spcPts val="0"/>
              </a:spcAft>
              <a:buSzPts val="1600"/>
              <a:buFont typeface="Hind Siliguri Medium"/>
              <a:buNone/>
              <a:defRPr sz="1600">
                <a:latin typeface="Hind Siliguri Medium"/>
                <a:ea typeface="Hind Siliguri Medium"/>
                <a:cs typeface="Hind Siliguri Medium"/>
                <a:sym typeface="Hind Siliguri Medium"/>
              </a:defRPr>
            </a:lvl2pPr>
            <a:lvl3pPr lvl="2" algn="ctr">
              <a:lnSpc>
                <a:spcPct val="100000"/>
              </a:lnSpc>
              <a:spcBef>
                <a:spcPts val="0"/>
              </a:spcBef>
              <a:spcAft>
                <a:spcPts val="0"/>
              </a:spcAft>
              <a:buSzPts val="1600"/>
              <a:buFont typeface="Hind Siliguri Medium"/>
              <a:buNone/>
              <a:defRPr sz="1600">
                <a:latin typeface="Hind Siliguri Medium"/>
                <a:ea typeface="Hind Siliguri Medium"/>
                <a:cs typeface="Hind Siliguri Medium"/>
                <a:sym typeface="Hind Siliguri Medium"/>
              </a:defRPr>
            </a:lvl3pPr>
            <a:lvl4pPr lvl="3" algn="ctr">
              <a:lnSpc>
                <a:spcPct val="100000"/>
              </a:lnSpc>
              <a:spcBef>
                <a:spcPts val="0"/>
              </a:spcBef>
              <a:spcAft>
                <a:spcPts val="0"/>
              </a:spcAft>
              <a:buSzPts val="1600"/>
              <a:buFont typeface="Hind Siliguri Medium"/>
              <a:buNone/>
              <a:defRPr sz="1600">
                <a:latin typeface="Hind Siliguri Medium"/>
                <a:ea typeface="Hind Siliguri Medium"/>
                <a:cs typeface="Hind Siliguri Medium"/>
                <a:sym typeface="Hind Siliguri Medium"/>
              </a:defRPr>
            </a:lvl4pPr>
            <a:lvl5pPr lvl="4" algn="ctr">
              <a:lnSpc>
                <a:spcPct val="100000"/>
              </a:lnSpc>
              <a:spcBef>
                <a:spcPts val="0"/>
              </a:spcBef>
              <a:spcAft>
                <a:spcPts val="0"/>
              </a:spcAft>
              <a:buSzPts val="1600"/>
              <a:buFont typeface="Hind Siliguri Medium"/>
              <a:buNone/>
              <a:defRPr sz="1600">
                <a:latin typeface="Hind Siliguri Medium"/>
                <a:ea typeface="Hind Siliguri Medium"/>
                <a:cs typeface="Hind Siliguri Medium"/>
                <a:sym typeface="Hind Siliguri Medium"/>
              </a:defRPr>
            </a:lvl5pPr>
            <a:lvl6pPr lvl="5" algn="ctr">
              <a:lnSpc>
                <a:spcPct val="100000"/>
              </a:lnSpc>
              <a:spcBef>
                <a:spcPts val="0"/>
              </a:spcBef>
              <a:spcAft>
                <a:spcPts val="0"/>
              </a:spcAft>
              <a:buSzPts val="1600"/>
              <a:buFont typeface="Hind Siliguri Medium"/>
              <a:buNone/>
              <a:defRPr sz="1600">
                <a:latin typeface="Hind Siliguri Medium"/>
                <a:ea typeface="Hind Siliguri Medium"/>
                <a:cs typeface="Hind Siliguri Medium"/>
                <a:sym typeface="Hind Siliguri Medium"/>
              </a:defRPr>
            </a:lvl6pPr>
            <a:lvl7pPr lvl="6" algn="ctr">
              <a:lnSpc>
                <a:spcPct val="100000"/>
              </a:lnSpc>
              <a:spcBef>
                <a:spcPts val="0"/>
              </a:spcBef>
              <a:spcAft>
                <a:spcPts val="0"/>
              </a:spcAft>
              <a:buSzPts val="1600"/>
              <a:buFont typeface="Hind Siliguri Medium"/>
              <a:buNone/>
              <a:defRPr sz="1600">
                <a:latin typeface="Hind Siliguri Medium"/>
                <a:ea typeface="Hind Siliguri Medium"/>
                <a:cs typeface="Hind Siliguri Medium"/>
                <a:sym typeface="Hind Siliguri Medium"/>
              </a:defRPr>
            </a:lvl7pPr>
            <a:lvl8pPr lvl="7" algn="ctr">
              <a:lnSpc>
                <a:spcPct val="100000"/>
              </a:lnSpc>
              <a:spcBef>
                <a:spcPts val="0"/>
              </a:spcBef>
              <a:spcAft>
                <a:spcPts val="0"/>
              </a:spcAft>
              <a:buSzPts val="1600"/>
              <a:buFont typeface="Hind Siliguri Medium"/>
              <a:buNone/>
              <a:defRPr sz="1600">
                <a:latin typeface="Hind Siliguri Medium"/>
                <a:ea typeface="Hind Siliguri Medium"/>
                <a:cs typeface="Hind Siliguri Medium"/>
                <a:sym typeface="Hind Siliguri Medium"/>
              </a:defRPr>
            </a:lvl8pPr>
            <a:lvl9pPr lvl="8" algn="ctr">
              <a:lnSpc>
                <a:spcPct val="100000"/>
              </a:lnSpc>
              <a:spcBef>
                <a:spcPts val="0"/>
              </a:spcBef>
              <a:spcAft>
                <a:spcPts val="0"/>
              </a:spcAft>
              <a:buSzPts val="1600"/>
              <a:buFont typeface="Hind Siliguri Medium"/>
              <a:buNone/>
              <a:defRPr sz="1600">
                <a:latin typeface="Hind Siliguri Medium"/>
                <a:ea typeface="Hind Siliguri Medium"/>
                <a:cs typeface="Hind Siliguri Medium"/>
                <a:sym typeface="Hind Siliguri Medium"/>
              </a:defRPr>
            </a:lvl9pPr>
          </a:lstStyle>
          <a:p/>
        </p:txBody>
      </p:sp>
      <p:sp>
        <p:nvSpPr>
          <p:cNvPr id="430" name="Google Shape;430;p54"/>
          <p:cNvSpPr txBox="1"/>
          <p:nvPr>
            <p:ph idx="3" type="subTitle"/>
          </p:nvPr>
        </p:nvSpPr>
        <p:spPr>
          <a:xfrm>
            <a:off x="5933550" y="1744625"/>
            <a:ext cx="2148900" cy="356700"/>
          </a:xfrm>
          <a:prstGeom prst="rect">
            <a:avLst/>
          </a:prstGeom>
          <a:solidFill>
            <a:schemeClr val="accent3"/>
          </a:solid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2400"/>
              <a:buFont typeface="Hind Siliguri Medium"/>
              <a:buNone/>
              <a:defRPr sz="2000">
                <a:latin typeface="Dosis"/>
                <a:ea typeface="Dosis"/>
                <a:cs typeface="Dosis"/>
                <a:sym typeface="Dosis"/>
              </a:defRPr>
            </a:lvl1pPr>
            <a:lvl2pPr lvl="1" algn="ctr">
              <a:lnSpc>
                <a:spcPct val="100000"/>
              </a:lnSpc>
              <a:spcBef>
                <a:spcPts val="0"/>
              </a:spcBef>
              <a:spcAft>
                <a:spcPts val="0"/>
              </a:spcAft>
              <a:buSzPts val="2400"/>
              <a:buFont typeface="Hind Siliguri Medium"/>
              <a:buNone/>
              <a:defRPr sz="2400">
                <a:latin typeface="Hind Siliguri Medium"/>
                <a:ea typeface="Hind Siliguri Medium"/>
                <a:cs typeface="Hind Siliguri Medium"/>
                <a:sym typeface="Hind Siliguri Medium"/>
              </a:defRPr>
            </a:lvl2pPr>
            <a:lvl3pPr lvl="2" algn="ctr">
              <a:lnSpc>
                <a:spcPct val="100000"/>
              </a:lnSpc>
              <a:spcBef>
                <a:spcPts val="1600"/>
              </a:spcBef>
              <a:spcAft>
                <a:spcPts val="0"/>
              </a:spcAft>
              <a:buSzPts val="2400"/>
              <a:buFont typeface="Hind Siliguri Medium"/>
              <a:buNone/>
              <a:defRPr sz="2400">
                <a:latin typeface="Hind Siliguri Medium"/>
                <a:ea typeface="Hind Siliguri Medium"/>
                <a:cs typeface="Hind Siliguri Medium"/>
                <a:sym typeface="Hind Siliguri Medium"/>
              </a:defRPr>
            </a:lvl3pPr>
            <a:lvl4pPr lvl="3" algn="ctr">
              <a:lnSpc>
                <a:spcPct val="100000"/>
              </a:lnSpc>
              <a:spcBef>
                <a:spcPts val="1600"/>
              </a:spcBef>
              <a:spcAft>
                <a:spcPts val="0"/>
              </a:spcAft>
              <a:buSzPts val="2400"/>
              <a:buFont typeface="Hind Siliguri Medium"/>
              <a:buNone/>
              <a:defRPr sz="2400">
                <a:latin typeface="Hind Siliguri Medium"/>
                <a:ea typeface="Hind Siliguri Medium"/>
                <a:cs typeface="Hind Siliguri Medium"/>
                <a:sym typeface="Hind Siliguri Medium"/>
              </a:defRPr>
            </a:lvl4pPr>
            <a:lvl5pPr lvl="4" algn="ctr">
              <a:lnSpc>
                <a:spcPct val="100000"/>
              </a:lnSpc>
              <a:spcBef>
                <a:spcPts val="1600"/>
              </a:spcBef>
              <a:spcAft>
                <a:spcPts val="0"/>
              </a:spcAft>
              <a:buSzPts val="2400"/>
              <a:buFont typeface="Hind Siliguri Medium"/>
              <a:buNone/>
              <a:defRPr sz="2400">
                <a:latin typeface="Hind Siliguri Medium"/>
                <a:ea typeface="Hind Siliguri Medium"/>
                <a:cs typeface="Hind Siliguri Medium"/>
                <a:sym typeface="Hind Siliguri Medium"/>
              </a:defRPr>
            </a:lvl5pPr>
            <a:lvl6pPr lvl="5" algn="ctr">
              <a:lnSpc>
                <a:spcPct val="100000"/>
              </a:lnSpc>
              <a:spcBef>
                <a:spcPts val="1600"/>
              </a:spcBef>
              <a:spcAft>
                <a:spcPts val="0"/>
              </a:spcAft>
              <a:buSzPts val="2400"/>
              <a:buFont typeface="Hind Siliguri Medium"/>
              <a:buNone/>
              <a:defRPr sz="2400">
                <a:latin typeface="Hind Siliguri Medium"/>
                <a:ea typeface="Hind Siliguri Medium"/>
                <a:cs typeface="Hind Siliguri Medium"/>
                <a:sym typeface="Hind Siliguri Medium"/>
              </a:defRPr>
            </a:lvl6pPr>
            <a:lvl7pPr lvl="6" algn="ctr">
              <a:lnSpc>
                <a:spcPct val="100000"/>
              </a:lnSpc>
              <a:spcBef>
                <a:spcPts val="1600"/>
              </a:spcBef>
              <a:spcAft>
                <a:spcPts val="0"/>
              </a:spcAft>
              <a:buSzPts val="2400"/>
              <a:buFont typeface="Hind Siliguri Medium"/>
              <a:buNone/>
              <a:defRPr sz="2400">
                <a:latin typeface="Hind Siliguri Medium"/>
                <a:ea typeface="Hind Siliguri Medium"/>
                <a:cs typeface="Hind Siliguri Medium"/>
                <a:sym typeface="Hind Siliguri Medium"/>
              </a:defRPr>
            </a:lvl7pPr>
            <a:lvl8pPr lvl="7" algn="ctr">
              <a:lnSpc>
                <a:spcPct val="100000"/>
              </a:lnSpc>
              <a:spcBef>
                <a:spcPts val="1600"/>
              </a:spcBef>
              <a:spcAft>
                <a:spcPts val="0"/>
              </a:spcAft>
              <a:buSzPts val="2400"/>
              <a:buFont typeface="Hind Siliguri Medium"/>
              <a:buNone/>
              <a:defRPr sz="2400">
                <a:latin typeface="Hind Siliguri Medium"/>
                <a:ea typeface="Hind Siliguri Medium"/>
                <a:cs typeface="Hind Siliguri Medium"/>
                <a:sym typeface="Hind Siliguri Medium"/>
              </a:defRPr>
            </a:lvl8pPr>
            <a:lvl9pPr lvl="8" algn="ctr">
              <a:lnSpc>
                <a:spcPct val="100000"/>
              </a:lnSpc>
              <a:spcBef>
                <a:spcPts val="1600"/>
              </a:spcBef>
              <a:spcAft>
                <a:spcPts val="1600"/>
              </a:spcAft>
              <a:buSzPts val="2400"/>
              <a:buFont typeface="Hind Siliguri Medium"/>
              <a:buNone/>
              <a:defRPr sz="2400">
                <a:latin typeface="Hind Siliguri Medium"/>
                <a:ea typeface="Hind Siliguri Medium"/>
                <a:cs typeface="Hind Siliguri Medium"/>
                <a:sym typeface="Hind Siliguri Medium"/>
              </a:defRPr>
            </a:lvl9pPr>
          </a:lstStyle>
          <a:p/>
        </p:txBody>
      </p:sp>
      <p:sp>
        <p:nvSpPr>
          <p:cNvPr id="431" name="Google Shape;431;p54"/>
          <p:cNvSpPr txBox="1"/>
          <p:nvPr>
            <p:ph idx="4" type="subTitle"/>
          </p:nvPr>
        </p:nvSpPr>
        <p:spPr>
          <a:xfrm>
            <a:off x="5933550" y="2186375"/>
            <a:ext cx="2148900" cy="577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1600"/>
              <a:buFont typeface="Hind Siliguri Medium"/>
              <a:buNone/>
              <a:defRPr>
                <a:latin typeface="Nunito"/>
                <a:ea typeface="Nunito"/>
                <a:cs typeface="Nunito"/>
                <a:sym typeface="Nunito"/>
              </a:defRPr>
            </a:lvl1pPr>
            <a:lvl2pPr lvl="1" algn="ctr">
              <a:lnSpc>
                <a:spcPct val="100000"/>
              </a:lnSpc>
              <a:spcBef>
                <a:spcPts val="0"/>
              </a:spcBef>
              <a:spcAft>
                <a:spcPts val="0"/>
              </a:spcAft>
              <a:buSzPts val="1600"/>
              <a:buFont typeface="Hind Siliguri Medium"/>
              <a:buNone/>
              <a:defRPr sz="1600">
                <a:latin typeface="Hind Siliguri Medium"/>
                <a:ea typeface="Hind Siliguri Medium"/>
                <a:cs typeface="Hind Siliguri Medium"/>
                <a:sym typeface="Hind Siliguri Medium"/>
              </a:defRPr>
            </a:lvl2pPr>
            <a:lvl3pPr lvl="2" algn="ctr">
              <a:lnSpc>
                <a:spcPct val="100000"/>
              </a:lnSpc>
              <a:spcBef>
                <a:spcPts val="0"/>
              </a:spcBef>
              <a:spcAft>
                <a:spcPts val="0"/>
              </a:spcAft>
              <a:buSzPts val="1600"/>
              <a:buFont typeface="Hind Siliguri Medium"/>
              <a:buNone/>
              <a:defRPr sz="1600">
                <a:latin typeface="Hind Siliguri Medium"/>
                <a:ea typeface="Hind Siliguri Medium"/>
                <a:cs typeface="Hind Siliguri Medium"/>
                <a:sym typeface="Hind Siliguri Medium"/>
              </a:defRPr>
            </a:lvl3pPr>
            <a:lvl4pPr lvl="3" algn="ctr">
              <a:lnSpc>
                <a:spcPct val="100000"/>
              </a:lnSpc>
              <a:spcBef>
                <a:spcPts val="0"/>
              </a:spcBef>
              <a:spcAft>
                <a:spcPts val="0"/>
              </a:spcAft>
              <a:buSzPts val="1600"/>
              <a:buFont typeface="Hind Siliguri Medium"/>
              <a:buNone/>
              <a:defRPr sz="1600">
                <a:latin typeface="Hind Siliguri Medium"/>
                <a:ea typeface="Hind Siliguri Medium"/>
                <a:cs typeface="Hind Siliguri Medium"/>
                <a:sym typeface="Hind Siliguri Medium"/>
              </a:defRPr>
            </a:lvl4pPr>
            <a:lvl5pPr lvl="4" algn="ctr">
              <a:lnSpc>
                <a:spcPct val="100000"/>
              </a:lnSpc>
              <a:spcBef>
                <a:spcPts val="0"/>
              </a:spcBef>
              <a:spcAft>
                <a:spcPts val="0"/>
              </a:spcAft>
              <a:buSzPts val="1600"/>
              <a:buFont typeface="Hind Siliguri Medium"/>
              <a:buNone/>
              <a:defRPr sz="1600">
                <a:latin typeface="Hind Siliguri Medium"/>
                <a:ea typeface="Hind Siliguri Medium"/>
                <a:cs typeface="Hind Siliguri Medium"/>
                <a:sym typeface="Hind Siliguri Medium"/>
              </a:defRPr>
            </a:lvl5pPr>
            <a:lvl6pPr lvl="5" algn="ctr">
              <a:lnSpc>
                <a:spcPct val="100000"/>
              </a:lnSpc>
              <a:spcBef>
                <a:spcPts val="0"/>
              </a:spcBef>
              <a:spcAft>
                <a:spcPts val="0"/>
              </a:spcAft>
              <a:buSzPts val="1600"/>
              <a:buFont typeface="Hind Siliguri Medium"/>
              <a:buNone/>
              <a:defRPr sz="1600">
                <a:latin typeface="Hind Siliguri Medium"/>
                <a:ea typeface="Hind Siliguri Medium"/>
                <a:cs typeface="Hind Siliguri Medium"/>
                <a:sym typeface="Hind Siliguri Medium"/>
              </a:defRPr>
            </a:lvl6pPr>
            <a:lvl7pPr lvl="6" algn="ctr">
              <a:lnSpc>
                <a:spcPct val="100000"/>
              </a:lnSpc>
              <a:spcBef>
                <a:spcPts val="0"/>
              </a:spcBef>
              <a:spcAft>
                <a:spcPts val="0"/>
              </a:spcAft>
              <a:buSzPts val="1600"/>
              <a:buFont typeface="Hind Siliguri Medium"/>
              <a:buNone/>
              <a:defRPr sz="1600">
                <a:latin typeface="Hind Siliguri Medium"/>
                <a:ea typeface="Hind Siliguri Medium"/>
                <a:cs typeface="Hind Siliguri Medium"/>
                <a:sym typeface="Hind Siliguri Medium"/>
              </a:defRPr>
            </a:lvl7pPr>
            <a:lvl8pPr lvl="7" algn="ctr">
              <a:lnSpc>
                <a:spcPct val="100000"/>
              </a:lnSpc>
              <a:spcBef>
                <a:spcPts val="0"/>
              </a:spcBef>
              <a:spcAft>
                <a:spcPts val="0"/>
              </a:spcAft>
              <a:buSzPts val="1600"/>
              <a:buFont typeface="Hind Siliguri Medium"/>
              <a:buNone/>
              <a:defRPr sz="1600">
                <a:latin typeface="Hind Siliguri Medium"/>
                <a:ea typeface="Hind Siliguri Medium"/>
                <a:cs typeface="Hind Siliguri Medium"/>
                <a:sym typeface="Hind Siliguri Medium"/>
              </a:defRPr>
            </a:lvl8pPr>
            <a:lvl9pPr lvl="8" algn="ctr">
              <a:lnSpc>
                <a:spcPct val="100000"/>
              </a:lnSpc>
              <a:spcBef>
                <a:spcPts val="0"/>
              </a:spcBef>
              <a:spcAft>
                <a:spcPts val="0"/>
              </a:spcAft>
              <a:buSzPts val="1600"/>
              <a:buFont typeface="Hind Siliguri Medium"/>
              <a:buNone/>
              <a:defRPr sz="1600">
                <a:latin typeface="Hind Siliguri Medium"/>
                <a:ea typeface="Hind Siliguri Medium"/>
                <a:cs typeface="Hind Siliguri Medium"/>
                <a:sym typeface="Hind Siliguri Medium"/>
              </a:defRPr>
            </a:lvl9pPr>
          </a:lstStyle>
          <a:p/>
        </p:txBody>
      </p:sp>
      <p:sp>
        <p:nvSpPr>
          <p:cNvPr id="432" name="Google Shape;432;p54"/>
          <p:cNvSpPr txBox="1"/>
          <p:nvPr>
            <p:ph idx="5" type="subTitle"/>
          </p:nvPr>
        </p:nvSpPr>
        <p:spPr>
          <a:xfrm>
            <a:off x="5933550" y="3305425"/>
            <a:ext cx="2148900" cy="356700"/>
          </a:xfrm>
          <a:prstGeom prst="rect">
            <a:avLst/>
          </a:prstGeom>
          <a:solidFill>
            <a:schemeClr val="accent3"/>
          </a:solid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2400"/>
              <a:buFont typeface="Hind Siliguri Medium"/>
              <a:buNone/>
              <a:defRPr sz="2000">
                <a:latin typeface="Dosis"/>
                <a:ea typeface="Dosis"/>
                <a:cs typeface="Dosis"/>
                <a:sym typeface="Dosis"/>
              </a:defRPr>
            </a:lvl1pPr>
            <a:lvl2pPr lvl="1" algn="ctr">
              <a:lnSpc>
                <a:spcPct val="100000"/>
              </a:lnSpc>
              <a:spcBef>
                <a:spcPts val="0"/>
              </a:spcBef>
              <a:spcAft>
                <a:spcPts val="0"/>
              </a:spcAft>
              <a:buSzPts val="2400"/>
              <a:buFont typeface="Hind Siliguri Medium"/>
              <a:buNone/>
              <a:defRPr sz="2400">
                <a:latin typeface="Hind Siliguri Medium"/>
                <a:ea typeface="Hind Siliguri Medium"/>
                <a:cs typeface="Hind Siliguri Medium"/>
                <a:sym typeface="Hind Siliguri Medium"/>
              </a:defRPr>
            </a:lvl2pPr>
            <a:lvl3pPr lvl="2" algn="ctr">
              <a:lnSpc>
                <a:spcPct val="100000"/>
              </a:lnSpc>
              <a:spcBef>
                <a:spcPts val="1600"/>
              </a:spcBef>
              <a:spcAft>
                <a:spcPts val="0"/>
              </a:spcAft>
              <a:buSzPts val="2400"/>
              <a:buFont typeface="Hind Siliguri Medium"/>
              <a:buNone/>
              <a:defRPr sz="2400">
                <a:latin typeface="Hind Siliguri Medium"/>
                <a:ea typeface="Hind Siliguri Medium"/>
                <a:cs typeface="Hind Siliguri Medium"/>
                <a:sym typeface="Hind Siliguri Medium"/>
              </a:defRPr>
            </a:lvl3pPr>
            <a:lvl4pPr lvl="3" algn="ctr">
              <a:lnSpc>
                <a:spcPct val="100000"/>
              </a:lnSpc>
              <a:spcBef>
                <a:spcPts val="1600"/>
              </a:spcBef>
              <a:spcAft>
                <a:spcPts val="0"/>
              </a:spcAft>
              <a:buSzPts val="2400"/>
              <a:buFont typeface="Hind Siliguri Medium"/>
              <a:buNone/>
              <a:defRPr sz="2400">
                <a:latin typeface="Hind Siliguri Medium"/>
                <a:ea typeface="Hind Siliguri Medium"/>
                <a:cs typeface="Hind Siliguri Medium"/>
                <a:sym typeface="Hind Siliguri Medium"/>
              </a:defRPr>
            </a:lvl4pPr>
            <a:lvl5pPr lvl="4" algn="ctr">
              <a:lnSpc>
                <a:spcPct val="100000"/>
              </a:lnSpc>
              <a:spcBef>
                <a:spcPts val="1600"/>
              </a:spcBef>
              <a:spcAft>
                <a:spcPts val="0"/>
              </a:spcAft>
              <a:buSzPts val="2400"/>
              <a:buFont typeface="Hind Siliguri Medium"/>
              <a:buNone/>
              <a:defRPr sz="2400">
                <a:latin typeface="Hind Siliguri Medium"/>
                <a:ea typeface="Hind Siliguri Medium"/>
                <a:cs typeface="Hind Siliguri Medium"/>
                <a:sym typeface="Hind Siliguri Medium"/>
              </a:defRPr>
            </a:lvl5pPr>
            <a:lvl6pPr lvl="5" algn="ctr">
              <a:lnSpc>
                <a:spcPct val="100000"/>
              </a:lnSpc>
              <a:spcBef>
                <a:spcPts val="1600"/>
              </a:spcBef>
              <a:spcAft>
                <a:spcPts val="0"/>
              </a:spcAft>
              <a:buSzPts val="2400"/>
              <a:buFont typeface="Hind Siliguri Medium"/>
              <a:buNone/>
              <a:defRPr sz="2400">
                <a:latin typeface="Hind Siliguri Medium"/>
                <a:ea typeface="Hind Siliguri Medium"/>
                <a:cs typeface="Hind Siliguri Medium"/>
                <a:sym typeface="Hind Siliguri Medium"/>
              </a:defRPr>
            </a:lvl6pPr>
            <a:lvl7pPr lvl="6" algn="ctr">
              <a:lnSpc>
                <a:spcPct val="100000"/>
              </a:lnSpc>
              <a:spcBef>
                <a:spcPts val="1600"/>
              </a:spcBef>
              <a:spcAft>
                <a:spcPts val="0"/>
              </a:spcAft>
              <a:buSzPts val="2400"/>
              <a:buFont typeface="Hind Siliguri Medium"/>
              <a:buNone/>
              <a:defRPr sz="2400">
                <a:latin typeface="Hind Siliguri Medium"/>
                <a:ea typeface="Hind Siliguri Medium"/>
                <a:cs typeface="Hind Siliguri Medium"/>
                <a:sym typeface="Hind Siliguri Medium"/>
              </a:defRPr>
            </a:lvl7pPr>
            <a:lvl8pPr lvl="7" algn="ctr">
              <a:lnSpc>
                <a:spcPct val="100000"/>
              </a:lnSpc>
              <a:spcBef>
                <a:spcPts val="1600"/>
              </a:spcBef>
              <a:spcAft>
                <a:spcPts val="0"/>
              </a:spcAft>
              <a:buSzPts val="2400"/>
              <a:buFont typeface="Hind Siliguri Medium"/>
              <a:buNone/>
              <a:defRPr sz="2400">
                <a:latin typeface="Hind Siliguri Medium"/>
                <a:ea typeface="Hind Siliguri Medium"/>
                <a:cs typeface="Hind Siliguri Medium"/>
                <a:sym typeface="Hind Siliguri Medium"/>
              </a:defRPr>
            </a:lvl8pPr>
            <a:lvl9pPr lvl="8" algn="ctr">
              <a:lnSpc>
                <a:spcPct val="100000"/>
              </a:lnSpc>
              <a:spcBef>
                <a:spcPts val="1600"/>
              </a:spcBef>
              <a:spcAft>
                <a:spcPts val="1600"/>
              </a:spcAft>
              <a:buSzPts val="2400"/>
              <a:buFont typeface="Hind Siliguri Medium"/>
              <a:buNone/>
              <a:defRPr sz="2400">
                <a:latin typeface="Hind Siliguri Medium"/>
                <a:ea typeface="Hind Siliguri Medium"/>
                <a:cs typeface="Hind Siliguri Medium"/>
                <a:sym typeface="Hind Siliguri Medium"/>
              </a:defRPr>
            </a:lvl9pPr>
          </a:lstStyle>
          <a:p/>
        </p:txBody>
      </p:sp>
      <p:sp>
        <p:nvSpPr>
          <p:cNvPr id="433" name="Google Shape;433;p54"/>
          <p:cNvSpPr txBox="1"/>
          <p:nvPr>
            <p:ph idx="6" type="subTitle"/>
          </p:nvPr>
        </p:nvSpPr>
        <p:spPr>
          <a:xfrm>
            <a:off x="5933550" y="3744749"/>
            <a:ext cx="2148900" cy="577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1600"/>
              <a:buFont typeface="Hind Siliguri Medium"/>
              <a:buNone/>
              <a:defRPr>
                <a:latin typeface="Nunito"/>
                <a:ea typeface="Nunito"/>
                <a:cs typeface="Nunito"/>
                <a:sym typeface="Nunito"/>
              </a:defRPr>
            </a:lvl1pPr>
            <a:lvl2pPr lvl="1" algn="ctr">
              <a:lnSpc>
                <a:spcPct val="100000"/>
              </a:lnSpc>
              <a:spcBef>
                <a:spcPts val="0"/>
              </a:spcBef>
              <a:spcAft>
                <a:spcPts val="0"/>
              </a:spcAft>
              <a:buSzPts val="1600"/>
              <a:buFont typeface="Hind Siliguri Medium"/>
              <a:buNone/>
              <a:defRPr sz="1600">
                <a:latin typeface="Hind Siliguri Medium"/>
                <a:ea typeface="Hind Siliguri Medium"/>
                <a:cs typeface="Hind Siliguri Medium"/>
                <a:sym typeface="Hind Siliguri Medium"/>
              </a:defRPr>
            </a:lvl2pPr>
            <a:lvl3pPr lvl="2" algn="ctr">
              <a:lnSpc>
                <a:spcPct val="100000"/>
              </a:lnSpc>
              <a:spcBef>
                <a:spcPts val="0"/>
              </a:spcBef>
              <a:spcAft>
                <a:spcPts val="0"/>
              </a:spcAft>
              <a:buSzPts val="1600"/>
              <a:buFont typeface="Hind Siliguri Medium"/>
              <a:buNone/>
              <a:defRPr sz="1600">
                <a:latin typeface="Hind Siliguri Medium"/>
                <a:ea typeface="Hind Siliguri Medium"/>
                <a:cs typeface="Hind Siliguri Medium"/>
                <a:sym typeface="Hind Siliguri Medium"/>
              </a:defRPr>
            </a:lvl3pPr>
            <a:lvl4pPr lvl="3" algn="ctr">
              <a:lnSpc>
                <a:spcPct val="100000"/>
              </a:lnSpc>
              <a:spcBef>
                <a:spcPts val="0"/>
              </a:spcBef>
              <a:spcAft>
                <a:spcPts val="0"/>
              </a:spcAft>
              <a:buSzPts val="1600"/>
              <a:buFont typeface="Hind Siliguri Medium"/>
              <a:buNone/>
              <a:defRPr sz="1600">
                <a:latin typeface="Hind Siliguri Medium"/>
                <a:ea typeface="Hind Siliguri Medium"/>
                <a:cs typeface="Hind Siliguri Medium"/>
                <a:sym typeface="Hind Siliguri Medium"/>
              </a:defRPr>
            </a:lvl4pPr>
            <a:lvl5pPr lvl="4" algn="ctr">
              <a:lnSpc>
                <a:spcPct val="100000"/>
              </a:lnSpc>
              <a:spcBef>
                <a:spcPts val="0"/>
              </a:spcBef>
              <a:spcAft>
                <a:spcPts val="0"/>
              </a:spcAft>
              <a:buSzPts val="1600"/>
              <a:buFont typeface="Hind Siliguri Medium"/>
              <a:buNone/>
              <a:defRPr sz="1600">
                <a:latin typeface="Hind Siliguri Medium"/>
                <a:ea typeface="Hind Siliguri Medium"/>
                <a:cs typeface="Hind Siliguri Medium"/>
                <a:sym typeface="Hind Siliguri Medium"/>
              </a:defRPr>
            </a:lvl5pPr>
            <a:lvl6pPr lvl="5" algn="ctr">
              <a:lnSpc>
                <a:spcPct val="100000"/>
              </a:lnSpc>
              <a:spcBef>
                <a:spcPts val="0"/>
              </a:spcBef>
              <a:spcAft>
                <a:spcPts val="0"/>
              </a:spcAft>
              <a:buSzPts val="1600"/>
              <a:buFont typeface="Hind Siliguri Medium"/>
              <a:buNone/>
              <a:defRPr sz="1600">
                <a:latin typeface="Hind Siliguri Medium"/>
                <a:ea typeface="Hind Siliguri Medium"/>
                <a:cs typeface="Hind Siliguri Medium"/>
                <a:sym typeface="Hind Siliguri Medium"/>
              </a:defRPr>
            </a:lvl6pPr>
            <a:lvl7pPr lvl="6" algn="ctr">
              <a:lnSpc>
                <a:spcPct val="100000"/>
              </a:lnSpc>
              <a:spcBef>
                <a:spcPts val="0"/>
              </a:spcBef>
              <a:spcAft>
                <a:spcPts val="0"/>
              </a:spcAft>
              <a:buSzPts val="1600"/>
              <a:buFont typeface="Hind Siliguri Medium"/>
              <a:buNone/>
              <a:defRPr sz="1600">
                <a:latin typeface="Hind Siliguri Medium"/>
                <a:ea typeface="Hind Siliguri Medium"/>
                <a:cs typeface="Hind Siliguri Medium"/>
                <a:sym typeface="Hind Siliguri Medium"/>
              </a:defRPr>
            </a:lvl7pPr>
            <a:lvl8pPr lvl="7" algn="ctr">
              <a:lnSpc>
                <a:spcPct val="100000"/>
              </a:lnSpc>
              <a:spcBef>
                <a:spcPts val="0"/>
              </a:spcBef>
              <a:spcAft>
                <a:spcPts val="0"/>
              </a:spcAft>
              <a:buSzPts val="1600"/>
              <a:buFont typeface="Hind Siliguri Medium"/>
              <a:buNone/>
              <a:defRPr sz="1600">
                <a:latin typeface="Hind Siliguri Medium"/>
                <a:ea typeface="Hind Siliguri Medium"/>
                <a:cs typeface="Hind Siliguri Medium"/>
                <a:sym typeface="Hind Siliguri Medium"/>
              </a:defRPr>
            </a:lvl8pPr>
            <a:lvl9pPr lvl="8" algn="ctr">
              <a:lnSpc>
                <a:spcPct val="100000"/>
              </a:lnSpc>
              <a:spcBef>
                <a:spcPts val="0"/>
              </a:spcBef>
              <a:spcAft>
                <a:spcPts val="0"/>
              </a:spcAft>
              <a:buSzPts val="1600"/>
              <a:buFont typeface="Hind Siliguri Medium"/>
              <a:buNone/>
              <a:defRPr sz="1600">
                <a:latin typeface="Hind Siliguri Medium"/>
                <a:ea typeface="Hind Siliguri Medium"/>
                <a:cs typeface="Hind Siliguri Medium"/>
                <a:sym typeface="Hind Siliguri Medium"/>
              </a:defRPr>
            </a:lvl9pPr>
          </a:lstStyle>
          <a:p/>
        </p:txBody>
      </p:sp>
      <p:sp>
        <p:nvSpPr>
          <p:cNvPr id="434" name="Google Shape;434;p54"/>
          <p:cNvSpPr txBox="1"/>
          <p:nvPr>
            <p:ph idx="7" type="subTitle"/>
          </p:nvPr>
        </p:nvSpPr>
        <p:spPr>
          <a:xfrm>
            <a:off x="2017400" y="1744625"/>
            <a:ext cx="2148900" cy="356700"/>
          </a:xfrm>
          <a:prstGeom prst="rect">
            <a:avLst/>
          </a:prstGeom>
          <a:solidFill>
            <a:schemeClr val="accent3"/>
          </a:solid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2400"/>
              <a:buFont typeface="Hind Siliguri Medium"/>
              <a:buNone/>
              <a:defRPr sz="2000">
                <a:latin typeface="Dosis"/>
                <a:ea typeface="Dosis"/>
                <a:cs typeface="Dosis"/>
                <a:sym typeface="Dosis"/>
              </a:defRPr>
            </a:lvl1pPr>
            <a:lvl2pPr lvl="1" algn="ctr">
              <a:lnSpc>
                <a:spcPct val="100000"/>
              </a:lnSpc>
              <a:spcBef>
                <a:spcPts val="0"/>
              </a:spcBef>
              <a:spcAft>
                <a:spcPts val="0"/>
              </a:spcAft>
              <a:buSzPts val="2400"/>
              <a:buFont typeface="Hind Siliguri Medium"/>
              <a:buNone/>
              <a:defRPr sz="2400">
                <a:latin typeface="Hind Siliguri Medium"/>
                <a:ea typeface="Hind Siliguri Medium"/>
                <a:cs typeface="Hind Siliguri Medium"/>
                <a:sym typeface="Hind Siliguri Medium"/>
              </a:defRPr>
            </a:lvl2pPr>
            <a:lvl3pPr lvl="2" algn="ctr">
              <a:lnSpc>
                <a:spcPct val="100000"/>
              </a:lnSpc>
              <a:spcBef>
                <a:spcPts val="1600"/>
              </a:spcBef>
              <a:spcAft>
                <a:spcPts val="0"/>
              </a:spcAft>
              <a:buSzPts val="2400"/>
              <a:buFont typeface="Hind Siliguri Medium"/>
              <a:buNone/>
              <a:defRPr sz="2400">
                <a:latin typeface="Hind Siliguri Medium"/>
                <a:ea typeface="Hind Siliguri Medium"/>
                <a:cs typeface="Hind Siliguri Medium"/>
                <a:sym typeface="Hind Siliguri Medium"/>
              </a:defRPr>
            </a:lvl3pPr>
            <a:lvl4pPr lvl="3" algn="ctr">
              <a:lnSpc>
                <a:spcPct val="100000"/>
              </a:lnSpc>
              <a:spcBef>
                <a:spcPts val="1600"/>
              </a:spcBef>
              <a:spcAft>
                <a:spcPts val="0"/>
              </a:spcAft>
              <a:buSzPts val="2400"/>
              <a:buFont typeface="Hind Siliguri Medium"/>
              <a:buNone/>
              <a:defRPr sz="2400">
                <a:latin typeface="Hind Siliguri Medium"/>
                <a:ea typeface="Hind Siliguri Medium"/>
                <a:cs typeface="Hind Siliguri Medium"/>
                <a:sym typeface="Hind Siliguri Medium"/>
              </a:defRPr>
            </a:lvl4pPr>
            <a:lvl5pPr lvl="4" algn="ctr">
              <a:lnSpc>
                <a:spcPct val="100000"/>
              </a:lnSpc>
              <a:spcBef>
                <a:spcPts val="1600"/>
              </a:spcBef>
              <a:spcAft>
                <a:spcPts val="0"/>
              </a:spcAft>
              <a:buSzPts val="2400"/>
              <a:buFont typeface="Hind Siliguri Medium"/>
              <a:buNone/>
              <a:defRPr sz="2400">
                <a:latin typeface="Hind Siliguri Medium"/>
                <a:ea typeface="Hind Siliguri Medium"/>
                <a:cs typeface="Hind Siliguri Medium"/>
                <a:sym typeface="Hind Siliguri Medium"/>
              </a:defRPr>
            </a:lvl5pPr>
            <a:lvl6pPr lvl="5" algn="ctr">
              <a:lnSpc>
                <a:spcPct val="100000"/>
              </a:lnSpc>
              <a:spcBef>
                <a:spcPts val="1600"/>
              </a:spcBef>
              <a:spcAft>
                <a:spcPts val="0"/>
              </a:spcAft>
              <a:buSzPts val="2400"/>
              <a:buFont typeface="Hind Siliguri Medium"/>
              <a:buNone/>
              <a:defRPr sz="2400">
                <a:latin typeface="Hind Siliguri Medium"/>
                <a:ea typeface="Hind Siliguri Medium"/>
                <a:cs typeface="Hind Siliguri Medium"/>
                <a:sym typeface="Hind Siliguri Medium"/>
              </a:defRPr>
            </a:lvl6pPr>
            <a:lvl7pPr lvl="6" algn="ctr">
              <a:lnSpc>
                <a:spcPct val="100000"/>
              </a:lnSpc>
              <a:spcBef>
                <a:spcPts val="1600"/>
              </a:spcBef>
              <a:spcAft>
                <a:spcPts val="0"/>
              </a:spcAft>
              <a:buSzPts val="2400"/>
              <a:buFont typeface="Hind Siliguri Medium"/>
              <a:buNone/>
              <a:defRPr sz="2400">
                <a:latin typeface="Hind Siliguri Medium"/>
                <a:ea typeface="Hind Siliguri Medium"/>
                <a:cs typeface="Hind Siliguri Medium"/>
                <a:sym typeface="Hind Siliguri Medium"/>
              </a:defRPr>
            </a:lvl7pPr>
            <a:lvl8pPr lvl="7" algn="ctr">
              <a:lnSpc>
                <a:spcPct val="100000"/>
              </a:lnSpc>
              <a:spcBef>
                <a:spcPts val="1600"/>
              </a:spcBef>
              <a:spcAft>
                <a:spcPts val="0"/>
              </a:spcAft>
              <a:buSzPts val="2400"/>
              <a:buFont typeface="Hind Siliguri Medium"/>
              <a:buNone/>
              <a:defRPr sz="2400">
                <a:latin typeface="Hind Siliguri Medium"/>
                <a:ea typeface="Hind Siliguri Medium"/>
                <a:cs typeface="Hind Siliguri Medium"/>
                <a:sym typeface="Hind Siliguri Medium"/>
              </a:defRPr>
            </a:lvl8pPr>
            <a:lvl9pPr lvl="8" algn="ctr">
              <a:lnSpc>
                <a:spcPct val="100000"/>
              </a:lnSpc>
              <a:spcBef>
                <a:spcPts val="1600"/>
              </a:spcBef>
              <a:spcAft>
                <a:spcPts val="1600"/>
              </a:spcAft>
              <a:buSzPts val="2400"/>
              <a:buFont typeface="Hind Siliguri Medium"/>
              <a:buNone/>
              <a:defRPr sz="2400">
                <a:latin typeface="Hind Siliguri Medium"/>
                <a:ea typeface="Hind Siliguri Medium"/>
                <a:cs typeface="Hind Siliguri Medium"/>
                <a:sym typeface="Hind Siliguri Medium"/>
              </a:defRPr>
            </a:lvl9pPr>
          </a:lstStyle>
          <a:p/>
        </p:txBody>
      </p:sp>
      <p:sp>
        <p:nvSpPr>
          <p:cNvPr id="435" name="Google Shape;435;p54"/>
          <p:cNvSpPr txBox="1"/>
          <p:nvPr>
            <p:ph idx="8" type="subTitle"/>
          </p:nvPr>
        </p:nvSpPr>
        <p:spPr>
          <a:xfrm>
            <a:off x="2017400" y="2186375"/>
            <a:ext cx="2148900" cy="577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1600"/>
              <a:buFont typeface="Hind Siliguri Medium"/>
              <a:buNone/>
              <a:defRPr>
                <a:latin typeface="Nunito"/>
                <a:ea typeface="Nunito"/>
                <a:cs typeface="Nunito"/>
                <a:sym typeface="Nunito"/>
              </a:defRPr>
            </a:lvl1pPr>
            <a:lvl2pPr lvl="1" algn="ctr">
              <a:lnSpc>
                <a:spcPct val="100000"/>
              </a:lnSpc>
              <a:spcBef>
                <a:spcPts val="0"/>
              </a:spcBef>
              <a:spcAft>
                <a:spcPts val="0"/>
              </a:spcAft>
              <a:buSzPts val="1600"/>
              <a:buFont typeface="Hind Siliguri Medium"/>
              <a:buNone/>
              <a:defRPr sz="1600">
                <a:latin typeface="Hind Siliguri Medium"/>
                <a:ea typeface="Hind Siliguri Medium"/>
                <a:cs typeface="Hind Siliguri Medium"/>
                <a:sym typeface="Hind Siliguri Medium"/>
              </a:defRPr>
            </a:lvl2pPr>
            <a:lvl3pPr lvl="2" algn="ctr">
              <a:lnSpc>
                <a:spcPct val="100000"/>
              </a:lnSpc>
              <a:spcBef>
                <a:spcPts val="0"/>
              </a:spcBef>
              <a:spcAft>
                <a:spcPts val="0"/>
              </a:spcAft>
              <a:buSzPts val="1600"/>
              <a:buFont typeface="Hind Siliguri Medium"/>
              <a:buNone/>
              <a:defRPr sz="1600">
                <a:latin typeface="Hind Siliguri Medium"/>
                <a:ea typeface="Hind Siliguri Medium"/>
                <a:cs typeface="Hind Siliguri Medium"/>
                <a:sym typeface="Hind Siliguri Medium"/>
              </a:defRPr>
            </a:lvl3pPr>
            <a:lvl4pPr lvl="3" algn="ctr">
              <a:lnSpc>
                <a:spcPct val="100000"/>
              </a:lnSpc>
              <a:spcBef>
                <a:spcPts val="0"/>
              </a:spcBef>
              <a:spcAft>
                <a:spcPts val="0"/>
              </a:spcAft>
              <a:buSzPts val="1600"/>
              <a:buFont typeface="Hind Siliguri Medium"/>
              <a:buNone/>
              <a:defRPr sz="1600">
                <a:latin typeface="Hind Siliguri Medium"/>
                <a:ea typeface="Hind Siliguri Medium"/>
                <a:cs typeface="Hind Siliguri Medium"/>
                <a:sym typeface="Hind Siliguri Medium"/>
              </a:defRPr>
            </a:lvl4pPr>
            <a:lvl5pPr lvl="4" algn="ctr">
              <a:lnSpc>
                <a:spcPct val="100000"/>
              </a:lnSpc>
              <a:spcBef>
                <a:spcPts val="0"/>
              </a:spcBef>
              <a:spcAft>
                <a:spcPts val="0"/>
              </a:spcAft>
              <a:buSzPts val="1600"/>
              <a:buFont typeface="Hind Siliguri Medium"/>
              <a:buNone/>
              <a:defRPr sz="1600">
                <a:latin typeface="Hind Siliguri Medium"/>
                <a:ea typeface="Hind Siliguri Medium"/>
                <a:cs typeface="Hind Siliguri Medium"/>
                <a:sym typeface="Hind Siliguri Medium"/>
              </a:defRPr>
            </a:lvl5pPr>
            <a:lvl6pPr lvl="5" algn="ctr">
              <a:lnSpc>
                <a:spcPct val="100000"/>
              </a:lnSpc>
              <a:spcBef>
                <a:spcPts val="0"/>
              </a:spcBef>
              <a:spcAft>
                <a:spcPts val="0"/>
              </a:spcAft>
              <a:buSzPts val="1600"/>
              <a:buFont typeface="Hind Siliguri Medium"/>
              <a:buNone/>
              <a:defRPr sz="1600">
                <a:latin typeface="Hind Siliguri Medium"/>
                <a:ea typeface="Hind Siliguri Medium"/>
                <a:cs typeface="Hind Siliguri Medium"/>
                <a:sym typeface="Hind Siliguri Medium"/>
              </a:defRPr>
            </a:lvl6pPr>
            <a:lvl7pPr lvl="6" algn="ctr">
              <a:lnSpc>
                <a:spcPct val="100000"/>
              </a:lnSpc>
              <a:spcBef>
                <a:spcPts val="0"/>
              </a:spcBef>
              <a:spcAft>
                <a:spcPts val="0"/>
              </a:spcAft>
              <a:buSzPts val="1600"/>
              <a:buFont typeface="Hind Siliguri Medium"/>
              <a:buNone/>
              <a:defRPr sz="1600">
                <a:latin typeface="Hind Siliguri Medium"/>
                <a:ea typeface="Hind Siliguri Medium"/>
                <a:cs typeface="Hind Siliguri Medium"/>
                <a:sym typeface="Hind Siliguri Medium"/>
              </a:defRPr>
            </a:lvl7pPr>
            <a:lvl8pPr lvl="7" algn="ctr">
              <a:lnSpc>
                <a:spcPct val="100000"/>
              </a:lnSpc>
              <a:spcBef>
                <a:spcPts val="0"/>
              </a:spcBef>
              <a:spcAft>
                <a:spcPts val="0"/>
              </a:spcAft>
              <a:buSzPts val="1600"/>
              <a:buFont typeface="Hind Siliguri Medium"/>
              <a:buNone/>
              <a:defRPr sz="1600">
                <a:latin typeface="Hind Siliguri Medium"/>
                <a:ea typeface="Hind Siliguri Medium"/>
                <a:cs typeface="Hind Siliguri Medium"/>
                <a:sym typeface="Hind Siliguri Medium"/>
              </a:defRPr>
            </a:lvl8pPr>
            <a:lvl9pPr lvl="8" algn="ctr">
              <a:lnSpc>
                <a:spcPct val="100000"/>
              </a:lnSpc>
              <a:spcBef>
                <a:spcPts val="0"/>
              </a:spcBef>
              <a:spcAft>
                <a:spcPts val="0"/>
              </a:spcAft>
              <a:buSzPts val="1600"/>
              <a:buFont typeface="Hind Siliguri Medium"/>
              <a:buNone/>
              <a:defRPr sz="1600">
                <a:latin typeface="Hind Siliguri Medium"/>
                <a:ea typeface="Hind Siliguri Medium"/>
                <a:cs typeface="Hind Siliguri Medium"/>
                <a:sym typeface="Hind Siliguri Medium"/>
              </a:defRPr>
            </a:lvl9pPr>
          </a:lstStyle>
          <a:p/>
        </p:txBody>
      </p:sp>
      <p:sp>
        <p:nvSpPr>
          <p:cNvPr id="436" name="Google Shape;436;p54"/>
          <p:cNvSpPr txBox="1"/>
          <p:nvPr>
            <p:ph type="title"/>
          </p:nvPr>
        </p:nvSpPr>
        <p:spPr>
          <a:xfrm>
            <a:off x="713225" y="445025"/>
            <a:ext cx="7717800" cy="572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000"/>
              <a:buFont typeface="Poppins"/>
              <a:buNone/>
              <a:defRPr b="0">
                <a:latin typeface="Dosis"/>
                <a:ea typeface="Dosis"/>
                <a:cs typeface="Dosis"/>
                <a:sym typeface="Dosis"/>
              </a:defRPr>
            </a:lvl1pPr>
            <a:lvl2pPr lvl="1" algn="l">
              <a:lnSpc>
                <a:spcPct val="100000"/>
              </a:lnSpc>
              <a:spcBef>
                <a:spcPts val="0"/>
              </a:spcBef>
              <a:spcAft>
                <a:spcPts val="0"/>
              </a:spcAft>
              <a:buSzPts val="3000"/>
              <a:buFont typeface="Poppins"/>
              <a:buNone/>
              <a:defRPr b="1">
                <a:latin typeface="Poppins"/>
                <a:ea typeface="Poppins"/>
                <a:cs typeface="Poppins"/>
                <a:sym typeface="Poppins"/>
              </a:defRPr>
            </a:lvl2pPr>
            <a:lvl3pPr lvl="2" algn="l">
              <a:lnSpc>
                <a:spcPct val="100000"/>
              </a:lnSpc>
              <a:spcBef>
                <a:spcPts val="0"/>
              </a:spcBef>
              <a:spcAft>
                <a:spcPts val="0"/>
              </a:spcAft>
              <a:buSzPts val="3000"/>
              <a:buFont typeface="Poppins"/>
              <a:buNone/>
              <a:defRPr b="1">
                <a:latin typeface="Poppins"/>
                <a:ea typeface="Poppins"/>
                <a:cs typeface="Poppins"/>
                <a:sym typeface="Poppins"/>
              </a:defRPr>
            </a:lvl3pPr>
            <a:lvl4pPr lvl="3" algn="l">
              <a:lnSpc>
                <a:spcPct val="100000"/>
              </a:lnSpc>
              <a:spcBef>
                <a:spcPts val="0"/>
              </a:spcBef>
              <a:spcAft>
                <a:spcPts val="0"/>
              </a:spcAft>
              <a:buSzPts val="3000"/>
              <a:buFont typeface="Poppins"/>
              <a:buNone/>
              <a:defRPr b="1">
                <a:latin typeface="Poppins"/>
                <a:ea typeface="Poppins"/>
                <a:cs typeface="Poppins"/>
                <a:sym typeface="Poppins"/>
              </a:defRPr>
            </a:lvl4pPr>
            <a:lvl5pPr lvl="4" algn="l">
              <a:lnSpc>
                <a:spcPct val="100000"/>
              </a:lnSpc>
              <a:spcBef>
                <a:spcPts val="0"/>
              </a:spcBef>
              <a:spcAft>
                <a:spcPts val="0"/>
              </a:spcAft>
              <a:buSzPts val="3000"/>
              <a:buFont typeface="Poppins"/>
              <a:buNone/>
              <a:defRPr b="1">
                <a:latin typeface="Poppins"/>
                <a:ea typeface="Poppins"/>
                <a:cs typeface="Poppins"/>
                <a:sym typeface="Poppins"/>
              </a:defRPr>
            </a:lvl5pPr>
            <a:lvl6pPr lvl="5" algn="l">
              <a:lnSpc>
                <a:spcPct val="100000"/>
              </a:lnSpc>
              <a:spcBef>
                <a:spcPts val="0"/>
              </a:spcBef>
              <a:spcAft>
                <a:spcPts val="0"/>
              </a:spcAft>
              <a:buSzPts val="3000"/>
              <a:buFont typeface="Poppins"/>
              <a:buNone/>
              <a:defRPr b="1">
                <a:latin typeface="Poppins"/>
                <a:ea typeface="Poppins"/>
                <a:cs typeface="Poppins"/>
                <a:sym typeface="Poppins"/>
              </a:defRPr>
            </a:lvl6pPr>
            <a:lvl7pPr lvl="6" algn="l">
              <a:lnSpc>
                <a:spcPct val="100000"/>
              </a:lnSpc>
              <a:spcBef>
                <a:spcPts val="0"/>
              </a:spcBef>
              <a:spcAft>
                <a:spcPts val="0"/>
              </a:spcAft>
              <a:buSzPts val="3000"/>
              <a:buFont typeface="Poppins"/>
              <a:buNone/>
              <a:defRPr b="1">
                <a:latin typeface="Poppins"/>
                <a:ea typeface="Poppins"/>
                <a:cs typeface="Poppins"/>
                <a:sym typeface="Poppins"/>
              </a:defRPr>
            </a:lvl7pPr>
            <a:lvl8pPr lvl="7" algn="l">
              <a:lnSpc>
                <a:spcPct val="100000"/>
              </a:lnSpc>
              <a:spcBef>
                <a:spcPts val="0"/>
              </a:spcBef>
              <a:spcAft>
                <a:spcPts val="0"/>
              </a:spcAft>
              <a:buSzPts val="3000"/>
              <a:buFont typeface="Poppins"/>
              <a:buNone/>
              <a:defRPr b="1">
                <a:latin typeface="Poppins"/>
                <a:ea typeface="Poppins"/>
                <a:cs typeface="Poppins"/>
                <a:sym typeface="Poppins"/>
              </a:defRPr>
            </a:lvl8pPr>
            <a:lvl9pPr lvl="8" algn="l">
              <a:lnSpc>
                <a:spcPct val="100000"/>
              </a:lnSpc>
              <a:spcBef>
                <a:spcPts val="0"/>
              </a:spcBef>
              <a:spcAft>
                <a:spcPts val="0"/>
              </a:spcAft>
              <a:buSzPts val="3000"/>
              <a:buFont typeface="Poppins"/>
              <a:buNone/>
              <a:defRPr b="1">
                <a:latin typeface="Poppins"/>
                <a:ea typeface="Poppins"/>
                <a:cs typeface="Poppins"/>
                <a:sym typeface="Poppins"/>
              </a:defRPr>
            </a:lvl9pPr>
          </a:lstStyle>
          <a:p/>
        </p:txBody>
      </p:sp>
      <p:sp>
        <p:nvSpPr>
          <p:cNvPr id="437" name="Google Shape;437;p54"/>
          <p:cNvSpPr txBox="1"/>
          <p:nvPr>
            <p:ph idx="9" type="title"/>
          </p:nvPr>
        </p:nvSpPr>
        <p:spPr>
          <a:xfrm>
            <a:off x="5019528" y="1735350"/>
            <a:ext cx="721200" cy="356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000"/>
              <a:buFont typeface="Hind Siliguri Medium"/>
              <a:buNone/>
              <a:defRPr sz="2400">
                <a:latin typeface="Dosis"/>
                <a:ea typeface="Dosis"/>
                <a:cs typeface="Dosis"/>
                <a:sym typeface="Dosis"/>
              </a:defRPr>
            </a:lvl1pPr>
            <a:lvl2pPr lvl="1" algn="ctr">
              <a:lnSpc>
                <a:spcPct val="100000"/>
              </a:lnSpc>
              <a:spcBef>
                <a:spcPts val="0"/>
              </a:spcBef>
              <a:spcAft>
                <a:spcPts val="0"/>
              </a:spcAft>
              <a:buSzPts val="2000"/>
              <a:buFont typeface="Hind Siliguri Medium"/>
              <a:buNone/>
              <a:defRPr b="0" sz="2000">
                <a:latin typeface="Hind Siliguri Medium"/>
                <a:ea typeface="Hind Siliguri Medium"/>
                <a:cs typeface="Hind Siliguri Medium"/>
                <a:sym typeface="Hind Siliguri Medium"/>
              </a:defRPr>
            </a:lvl2pPr>
            <a:lvl3pPr lvl="2" algn="ctr">
              <a:lnSpc>
                <a:spcPct val="100000"/>
              </a:lnSpc>
              <a:spcBef>
                <a:spcPts val="0"/>
              </a:spcBef>
              <a:spcAft>
                <a:spcPts val="0"/>
              </a:spcAft>
              <a:buSzPts val="2000"/>
              <a:buFont typeface="Hind Siliguri Medium"/>
              <a:buNone/>
              <a:defRPr b="0" sz="2000">
                <a:latin typeface="Hind Siliguri Medium"/>
                <a:ea typeface="Hind Siliguri Medium"/>
                <a:cs typeface="Hind Siliguri Medium"/>
                <a:sym typeface="Hind Siliguri Medium"/>
              </a:defRPr>
            </a:lvl3pPr>
            <a:lvl4pPr lvl="3" algn="ctr">
              <a:lnSpc>
                <a:spcPct val="100000"/>
              </a:lnSpc>
              <a:spcBef>
                <a:spcPts val="0"/>
              </a:spcBef>
              <a:spcAft>
                <a:spcPts val="0"/>
              </a:spcAft>
              <a:buSzPts val="2000"/>
              <a:buFont typeface="Hind Siliguri Medium"/>
              <a:buNone/>
              <a:defRPr b="0" sz="2000">
                <a:latin typeface="Hind Siliguri Medium"/>
                <a:ea typeface="Hind Siliguri Medium"/>
                <a:cs typeface="Hind Siliguri Medium"/>
                <a:sym typeface="Hind Siliguri Medium"/>
              </a:defRPr>
            </a:lvl4pPr>
            <a:lvl5pPr lvl="4" algn="ctr">
              <a:lnSpc>
                <a:spcPct val="100000"/>
              </a:lnSpc>
              <a:spcBef>
                <a:spcPts val="0"/>
              </a:spcBef>
              <a:spcAft>
                <a:spcPts val="0"/>
              </a:spcAft>
              <a:buSzPts val="2000"/>
              <a:buFont typeface="Hind Siliguri Medium"/>
              <a:buNone/>
              <a:defRPr b="0" sz="2000">
                <a:latin typeface="Hind Siliguri Medium"/>
                <a:ea typeface="Hind Siliguri Medium"/>
                <a:cs typeface="Hind Siliguri Medium"/>
                <a:sym typeface="Hind Siliguri Medium"/>
              </a:defRPr>
            </a:lvl5pPr>
            <a:lvl6pPr lvl="5" algn="ctr">
              <a:lnSpc>
                <a:spcPct val="100000"/>
              </a:lnSpc>
              <a:spcBef>
                <a:spcPts val="0"/>
              </a:spcBef>
              <a:spcAft>
                <a:spcPts val="0"/>
              </a:spcAft>
              <a:buSzPts val="2000"/>
              <a:buFont typeface="Hind Siliguri Medium"/>
              <a:buNone/>
              <a:defRPr b="0" sz="2000">
                <a:latin typeface="Hind Siliguri Medium"/>
                <a:ea typeface="Hind Siliguri Medium"/>
                <a:cs typeface="Hind Siliguri Medium"/>
                <a:sym typeface="Hind Siliguri Medium"/>
              </a:defRPr>
            </a:lvl6pPr>
            <a:lvl7pPr lvl="6" algn="ctr">
              <a:lnSpc>
                <a:spcPct val="100000"/>
              </a:lnSpc>
              <a:spcBef>
                <a:spcPts val="0"/>
              </a:spcBef>
              <a:spcAft>
                <a:spcPts val="0"/>
              </a:spcAft>
              <a:buSzPts val="2000"/>
              <a:buFont typeface="Hind Siliguri Medium"/>
              <a:buNone/>
              <a:defRPr b="0" sz="2000">
                <a:latin typeface="Hind Siliguri Medium"/>
                <a:ea typeface="Hind Siliguri Medium"/>
                <a:cs typeface="Hind Siliguri Medium"/>
                <a:sym typeface="Hind Siliguri Medium"/>
              </a:defRPr>
            </a:lvl7pPr>
            <a:lvl8pPr lvl="7" algn="ctr">
              <a:lnSpc>
                <a:spcPct val="100000"/>
              </a:lnSpc>
              <a:spcBef>
                <a:spcPts val="0"/>
              </a:spcBef>
              <a:spcAft>
                <a:spcPts val="0"/>
              </a:spcAft>
              <a:buSzPts val="2000"/>
              <a:buFont typeface="Hind Siliguri Medium"/>
              <a:buNone/>
              <a:defRPr b="0" sz="2000">
                <a:latin typeface="Hind Siliguri Medium"/>
                <a:ea typeface="Hind Siliguri Medium"/>
                <a:cs typeface="Hind Siliguri Medium"/>
                <a:sym typeface="Hind Siliguri Medium"/>
              </a:defRPr>
            </a:lvl8pPr>
            <a:lvl9pPr lvl="8" algn="ctr">
              <a:lnSpc>
                <a:spcPct val="100000"/>
              </a:lnSpc>
              <a:spcBef>
                <a:spcPts val="0"/>
              </a:spcBef>
              <a:spcAft>
                <a:spcPts val="0"/>
              </a:spcAft>
              <a:buSzPts val="2000"/>
              <a:buFont typeface="Hind Siliguri Medium"/>
              <a:buNone/>
              <a:defRPr b="0" sz="2000">
                <a:latin typeface="Hind Siliguri Medium"/>
                <a:ea typeface="Hind Siliguri Medium"/>
                <a:cs typeface="Hind Siliguri Medium"/>
                <a:sym typeface="Hind Siliguri Medium"/>
              </a:defRPr>
            </a:lvl9pPr>
          </a:lstStyle>
          <a:p/>
        </p:txBody>
      </p:sp>
      <p:sp>
        <p:nvSpPr>
          <p:cNvPr id="438" name="Google Shape;438;p54"/>
          <p:cNvSpPr txBox="1"/>
          <p:nvPr>
            <p:ph idx="13" type="title"/>
          </p:nvPr>
        </p:nvSpPr>
        <p:spPr>
          <a:xfrm>
            <a:off x="5019528" y="3304650"/>
            <a:ext cx="721200" cy="356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000"/>
              <a:buFont typeface="Hind Siliguri Medium"/>
              <a:buNone/>
              <a:defRPr sz="2400">
                <a:latin typeface="Dosis"/>
                <a:ea typeface="Dosis"/>
                <a:cs typeface="Dosis"/>
                <a:sym typeface="Dosis"/>
              </a:defRPr>
            </a:lvl1pPr>
            <a:lvl2pPr lvl="1" algn="ctr">
              <a:lnSpc>
                <a:spcPct val="100000"/>
              </a:lnSpc>
              <a:spcBef>
                <a:spcPts val="0"/>
              </a:spcBef>
              <a:spcAft>
                <a:spcPts val="0"/>
              </a:spcAft>
              <a:buSzPts val="2000"/>
              <a:buFont typeface="Hind Siliguri Medium"/>
              <a:buNone/>
              <a:defRPr b="0" sz="2000">
                <a:latin typeface="Hind Siliguri Medium"/>
                <a:ea typeface="Hind Siliguri Medium"/>
                <a:cs typeface="Hind Siliguri Medium"/>
                <a:sym typeface="Hind Siliguri Medium"/>
              </a:defRPr>
            </a:lvl2pPr>
            <a:lvl3pPr lvl="2" algn="ctr">
              <a:lnSpc>
                <a:spcPct val="100000"/>
              </a:lnSpc>
              <a:spcBef>
                <a:spcPts val="0"/>
              </a:spcBef>
              <a:spcAft>
                <a:spcPts val="0"/>
              </a:spcAft>
              <a:buSzPts val="2000"/>
              <a:buFont typeface="Hind Siliguri Medium"/>
              <a:buNone/>
              <a:defRPr b="0" sz="2000">
                <a:latin typeface="Hind Siliguri Medium"/>
                <a:ea typeface="Hind Siliguri Medium"/>
                <a:cs typeface="Hind Siliguri Medium"/>
                <a:sym typeface="Hind Siliguri Medium"/>
              </a:defRPr>
            </a:lvl3pPr>
            <a:lvl4pPr lvl="3" algn="ctr">
              <a:lnSpc>
                <a:spcPct val="100000"/>
              </a:lnSpc>
              <a:spcBef>
                <a:spcPts val="0"/>
              </a:spcBef>
              <a:spcAft>
                <a:spcPts val="0"/>
              </a:spcAft>
              <a:buSzPts val="2000"/>
              <a:buFont typeface="Hind Siliguri Medium"/>
              <a:buNone/>
              <a:defRPr b="0" sz="2000">
                <a:latin typeface="Hind Siliguri Medium"/>
                <a:ea typeface="Hind Siliguri Medium"/>
                <a:cs typeface="Hind Siliguri Medium"/>
                <a:sym typeface="Hind Siliguri Medium"/>
              </a:defRPr>
            </a:lvl4pPr>
            <a:lvl5pPr lvl="4" algn="ctr">
              <a:lnSpc>
                <a:spcPct val="100000"/>
              </a:lnSpc>
              <a:spcBef>
                <a:spcPts val="0"/>
              </a:spcBef>
              <a:spcAft>
                <a:spcPts val="0"/>
              </a:spcAft>
              <a:buSzPts val="2000"/>
              <a:buFont typeface="Hind Siliguri Medium"/>
              <a:buNone/>
              <a:defRPr b="0" sz="2000">
                <a:latin typeface="Hind Siliguri Medium"/>
                <a:ea typeface="Hind Siliguri Medium"/>
                <a:cs typeface="Hind Siliguri Medium"/>
                <a:sym typeface="Hind Siliguri Medium"/>
              </a:defRPr>
            </a:lvl5pPr>
            <a:lvl6pPr lvl="5" algn="ctr">
              <a:lnSpc>
                <a:spcPct val="100000"/>
              </a:lnSpc>
              <a:spcBef>
                <a:spcPts val="0"/>
              </a:spcBef>
              <a:spcAft>
                <a:spcPts val="0"/>
              </a:spcAft>
              <a:buSzPts val="2000"/>
              <a:buFont typeface="Hind Siliguri Medium"/>
              <a:buNone/>
              <a:defRPr b="0" sz="2000">
                <a:latin typeface="Hind Siliguri Medium"/>
                <a:ea typeface="Hind Siliguri Medium"/>
                <a:cs typeface="Hind Siliguri Medium"/>
                <a:sym typeface="Hind Siliguri Medium"/>
              </a:defRPr>
            </a:lvl6pPr>
            <a:lvl7pPr lvl="6" algn="ctr">
              <a:lnSpc>
                <a:spcPct val="100000"/>
              </a:lnSpc>
              <a:spcBef>
                <a:spcPts val="0"/>
              </a:spcBef>
              <a:spcAft>
                <a:spcPts val="0"/>
              </a:spcAft>
              <a:buSzPts val="2000"/>
              <a:buFont typeface="Hind Siliguri Medium"/>
              <a:buNone/>
              <a:defRPr b="0" sz="2000">
                <a:latin typeface="Hind Siliguri Medium"/>
                <a:ea typeface="Hind Siliguri Medium"/>
                <a:cs typeface="Hind Siliguri Medium"/>
                <a:sym typeface="Hind Siliguri Medium"/>
              </a:defRPr>
            </a:lvl7pPr>
            <a:lvl8pPr lvl="7" algn="ctr">
              <a:lnSpc>
                <a:spcPct val="100000"/>
              </a:lnSpc>
              <a:spcBef>
                <a:spcPts val="0"/>
              </a:spcBef>
              <a:spcAft>
                <a:spcPts val="0"/>
              </a:spcAft>
              <a:buSzPts val="2000"/>
              <a:buFont typeface="Hind Siliguri Medium"/>
              <a:buNone/>
              <a:defRPr b="0" sz="2000">
                <a:latin typeface="Hind Siliguri Medium"/>
                <a:ea typeface="Hind Siliguri Medium"/>
                <a:cs typeface="Hind Siliguri Medium"/>
                <a:sym typeface="Hind Siliguri Medium"/>
              </a:defRPr>
            </a:lvl8pPr>
            <a:lvl9pPr lvl="8" algn="ctr">
              <a:lnSpc>
                <a:spcPct val="100000"/>
              </a:lnSpc>
              <a:spcBef>
                <a:spcPts val="0"/>
              </a:spcBef>
              <a:spcAft>
                <a:spcPts val="0"/>
              </a:spcAft>
              <a:buSzPts val="2000"/>
              <a:buFont typeface="Hind Siliguri Medium"/>
              <a:buNone/>
              <a:defRPr b="0" sz="2000">
                <a:latin typeface="Hind Siliguri Medium"/>
                <a:ea typeface="Hind Siliguri Medium"/>
                <a:cs typeface="Hind Siliguri Medium"/>
                <a:sym typeface="Hind Siliguri Medium"/>
              </a:defRPr>
            </a:lvl9pPr>
          </a:lstStyle>
          <a:p/>
        </p:txBody>
      </p:sp>
      <p:sp>
        <p:nvSpPr>
          <p:cNvPr id="439" name="Google Shape;439;p54"/>
          <p:cNvSpPr txBox="1"/>
          <p:nvPr>
            <p:ph idx="14" type="title"/>
          </p:nvPr>
        </p:nvSpPr>
        <p:spPr>
          <a:xfrm>
            <a:off x="1148153" y="1735350"/>
            <a:ext cx="721200" cy="356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000"/>
              <a:buFont typeface="Hind Siliguri Medium"/>
              <a:buNone/>
              <a:defRPr sz="2400">
                <a:latin typeface="Dosis"/>
                <a:ea typeface="Dosis"/>
                <a:cs typeface="Dosis"/>
                <a:sym typeface="Dosis"/>
              </a:defRPr>
            </a:lvl1pPr>
            <a:lvl2pPr lvl="1" algn="ctr">
              <a:lnSpc>
                <a:spcPct val="100000"/>
              </a:lnSpc>
              <a:spcBef>
                <a:spcPts val="0"/>
              </a:spcBef>
              <a:spcAft>
                <a:spcPts val="0"/>
              </a:spcAft>
              <a:buSzPts val="2000"/>
              <a:buFont typeface="Hind Siliguri Medium"/>
              <a:buNone/>
              <a:defRPr b="0" sz="2000">
                <a:latin typeface="Hind Siliguri Medium"/>
                <a:ea typeface="Hind Siliguri Medium"/>
                <a:cs typeface="Hind Siliguri Medium"/>
                <a:sym typeface="Hind Siliguri Medium"/>
              </a:defRPr>
            </a:lvl2pPr>
            <a:lvl3pPr lvl="2" algn="ctr">
              <a:lnSpc>
                <a:spcPct val="100000"/>
              </a:lnSpc>
              <a:spcBef>
                <a:spcPts val="0"/>
              </a:spcBef>
              <a:spcAft>
                <a:spcPts val="0"/>
              </a:spcAft>
              <a:buSzPts val="2000"/>
              <a:buFont typeface="Hind Siliguri Medium"/>
              <a:buNone/>
              <a:defRPr b="0" sz="2000">
                <a:latin typeface="Hind Siliguri Medium"/>
                <a:ea typeface="Hind Siliguri Medium"/>
                <a:cs typeface="Hind Siliguri Medium"/>
                <a:sym typeface="Hind Siliguri Medium"/>
              </a:defRPr>
            </a:lvl3pPr>
            <a:lvl4pPr lvl="3" algn="ctr">
              <a:lnSpc>
                <a:spcPct val="100000"/>
              </a:lnSpc>
              <a:spcBef>
                <a:spcPts val="0"/>
              </a:spcBef>
              <a:spcAft>
                <a:spcPts val="0"/>
              </a:spcAft>
              <a:buSzPts val="2000"/>
              <a:buFont typeface="Hind Siliguri Medium"/>
              <a:buNone/>
              <a:defRPr b="0" sz="2000">
                <a:latin typeface="Hind Siliguri Medium"/>
                <a:ea typeface="Hind Siliguri Medium"/>
                <a:cs typeface="Hind Siliguri Medium"/>
                <a:sym typeface="Hind Siliguri Medium"/>
              </a:defRPr>
            </a:lvl4pPr>
            <a:lvl5pPr lvl="4" algn="ctr">
              <a:lnSpc>
                <a:spcPct val="100000"/>
              </a:lnSpc>
              <a:spcBef>
                <a:spcPts val="0"/>
              </a:spcBef>
              <a:spcAft>
                <a:spcPts val="0"/>
              </a:spcAft>
              <a:buSzPts val="2000"/>
              <a:buFont typeface="Hind Siliguri Medium"/>
              <a:buNone/>
              <a:defRPr b="0" sz="2000">
                <a:latin typeface="Hind Siliguri Medium"/>
                <a:ea typeface="Hind Siliguri Medium"/>
                <a:cs typeface="Hind Siliguri Medium"/>
                <a:sym typeface="Hind Siliguri Medium"/>
              </a:defRPr>
            </a:lvl5pPr>
            <a:lvl6pPr lvl="5" algn="ctr">
              <a:lnSpc>
                <a:spcPct val="100000"/>
              </a:lnSpc>
              <a:spcBef>
                <a:spcPts val="0"/>
              </a:spcBef>
              <a:spcAft>
                <a:spcPts val="0"/>
              </a:spcAft>
              <a:buSzPts val="2000"/>
              <a:buFont typeface="Hind Siliguri Medium"/>
              <a:buNone/>
              <a:defRPr b="0" sz="2000">
                <a:latin typeface="Hind Siliguri Medium"/>
                <a:ea typeface="Hind Siliguri Medium"/>
                <a:cs typeface="Hind Siliguri Medium"/>
                <a:sym typeface="Hind Siliguri Medium"/>
              </a:defRPr>
            </a:lvl6pPr>
            <a:lvl7pPr lvl="6" algn="ctr">
              <a:lnSpc>
                <a:spcPct val="100000"/>
              </a:lnSpc>
              <a:spcBef>
                <a:spcPts val="0"/>
              </a:spcBef>
              <a:spcAft>
                <a:spcPts val="0"/>
              </a:spcAft>
              <a:buSzPts val="2000"/>
              <a:buFont typeface="Hind Siliguri Medium"/>
              <a:buNone/>
              <a:defRPr b="0" sz="2000">
                <a:latin typeface="Hind Siliguri Medium"/>
                <a:ea typeface="Hind Siliguri Medium"/>
                <a:cs typeface="Hind Siliguri Medium"/>
                <a:sym typeface="Hind Siliguri Medium"/>
              </a:defRPr>
            </a:lvl7pPr>
            <a:lvl8pPr lvl="7" algn="ctr">
              <a:lnSpc>
                <a:spcPct val="100000"/>
              </a:lnSpc>
              <a:spcBef>
                <a:spcPts val="0"/>
              </a:spcBef>
              <a:spcAft>
                <a:spcPts val="0"/>
              </a:spcAft>
              <a:buSzPts val="2000"/>
              <a:buFont typeface="Hind Siliguri Medium"/>
              <a:buNone/>
              <a:defRPr b="0" sz="2000">
                <a:latin typeface="Hind Siliguri Medium"/>
                <a:ea typeface="Hind Siliguri Medium"/>
                <a:cs typeface="Hind Siliguri Medium"/>
                <a:sym typeface="Hind Siliguri Medium"/>
              </a:defRPr>
            </a:lvl8pPr>
            <a:lvl9pPr lvl="8" algn="ctr">
              <a:lnSpc>
                <a:spcPct val="100000"/>
              </a:lnSpc>
              <a:spcBef>
                <a:spcPts val="0"/>
              </a:spcBef>
              <a:spcAft>
                <a:spcPts val="0"/>
              </a:spcAft>
              <a:buSzPts val="2000"/>
              <a:buFont typeface="Hind Siliguri Medium"/>
              <a:buNone/>
              <a:defRPr b="0" sz="2000">
                <a:latin typeface="Hind Siliguri Medium"/>
                <a:ea typeface="Hind Siliguri Medium"/>
                <a:cs typeface="Hind Siliguri Medium"/>
                <a:sym typeface="Hind Siliguri Medium"/>
              </a:defRPr>
            </a:lvl9pPr>
          </a:lstStyle>
          <a:p/>
        </p:txBody>
      </p:sp>
      <p:sp>
        <p:nvSpPr>
          <p:cNvPr id="440" name="Google Shape;440;p54"/>
          <p:cNvSpPr txBox="1"/>
          <p:nvPr>
            <p:ph idx="15" type="title"/>
          </p:nvPr>
        </p:nvSpPr>
        <p:spPr>
          <a:xfrm>
            <a:off x="1148153" y="3304650"/>
            <a:ext cx="721200" cy="356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000"/>
              <a:buFont typeface="Hind Siliguri Medium"/>
              <a:buNone/>
              <a:defRPr sz="2400">
                <a:latin typeface="Dosis"/>
                <a:ea typeface="Dosis"/>
                <a:cs typeface="Dosis"/>
                <a:sym typeface="Dosis"/>
              </a:defRPr>
            </a:lvl1pPr>
            <a:lvl2pPr lvl="1" algn="ctr">
              <a:lnSpc>
                <a:spcPct val="100000"/>
              </a:lnSpc>
              <a:spcBef>
                <a:spcPts val="0"/>
              </a:spcBef>
              <a:spcAft>
                <a:spcPts val="0"/>
              </a:spcAft>
              <a:buSzPts val="2000"/>
              <a:buFont typeface="Hind Siliguri Medium"/>
              <a:buNone/>
              <a:defRPr b="0" sz="2000">
                <a:latin typeface="Hind Siliguri Medium"/>
                <a:ea typeface="Hind Siliguri Medium"/>
                <a:cs typeface="Hind Siliguri Medium"/>
                <a:sym typeface="Hind Siliguri Medium"/>
              </a:defRPr>
            </a:lvl2pPr>
            <a:lvl3pPr lvl="2" algn="ctr">
              <a:lnSpc>
                <a:spcPct val="100000"/>
              </a:lnSpc>
              <a:spcBef>
                <a:spcPts val="0"/>
              </a:spcBef>
              <a:spcAft>
                <a:spcPts val="0"/>
              </a:spcAft>
              <a:buSzPts val="2000"/>
              <a:buFont typeface="Hind Siliguri Medium"/>
              <a:buNone/>
              <a:defRPr b="0" sz="2000">
                <a:latin typeface="Hind Siliguri Medium"/>
                <a:ea typeface="Hind Siliguri Medium"/>
                <a:cs typeface="Hind Siliguri Medium"/>
                <a:sym typeface="Hind Siliguri Medium"/>
              </a:defRPr>
            </a:lvl3pPr>
            <a:lvl4pPr lvl="3" algn="ctr">
              <a:lnSpc>
                <a:spcPct val="100000"/>
              </a:lnSpc>
              <a:spcBef>
                <a:spcPts val="0"/>
              </a:spcBef>
              <a:spcAft>
                <a:spcPts val="0"/>
              </a:spcAft>
              <a:buSzPts val="2000"/>
              <a:buFont typeface="Hind Siliguri Medium"/>
              <a:buNone/>
              <a:defRPr b="0" sz="2000">
                <a:latin typeface="Hind Siliguri Medium"/>
                <a:ea typeface="Hind Siliguri Medium"/>
                <a:cs typeface="Hind Siliguri Medium"/>
                <a:sym typeface="Hind Siliguri Medium"/>
              </a:defRPr>
            </a:lvl4pPr>
            <a:lvl5pPr lvl="4" algn="ctr">
              <a:lnSpc>
                <a:spcPct val="100000"/>
              </a:lnSpc>
              <a:spcBef>
                <a:spcPts val="0"/>
              </a:spcBef>
              <a:spcAft>
                <a:spcPts val="0"/>
              </a:spcAft>
              <a:buSzPts val="2000"/>
              <a:buFont typeface="Hind Siliguri Medium"/>
              <a:buNone/>
              <a:defRPr b="0" sz="2000">
                <a:latin typeface="Hind Siliguri Medium"/>
                <a:ea typeface="Hind Siliguri Medium"/>
                <a:cs typeface="Hind Siliguri Medium"/>
                <a:sym typeface="Hind Siliguri Medium"/>
              </a:defRPr>
            </a:lvl5pPr>
            <a:lvl6pPr lvl="5" algn="ctr">
              <a:lnSpc>
                <a:spcPct val="100000"/>
              </a:lnSpc>
              <a:spcBef>
                <a:spcPts val="0"/>
              </a:spcBef>
              <a:spcAft>
                <a:spcPts val="0"/>
              </a:spcAft>
              <a:buSzPts val="2000"/>
              <a:buFont typeface="Hind Siliguri Medium"/>
              <a:buNone/>
              <a:defRPr b="0" sz="2000">
                <a:latin typeface="Hind Siliguri Medium"/>
                <a:ea typeface="Hind Siliguri Medium"/>
                <a:cs typeface="Hind Siliguri Medium"/>
                <a:sym typeface="Hind Siliguri Medium"/>
              </a:defRPr>
            </a:lvl6pPr>
            <a:lvl7pPr lvl="6" algn="ctr">
              <a:lnSpc>
                <a:spcPct val="100000"/>
              </a:lnSpc>
              <a:spcBef>
                <a:spcPts val="0"/>
              </a:spcBef>
              <a:spcAft>
                <a:spcPts val="0"/>
              </a:spcAft>
              <a:buSzPts val="2000"/>
              <a:buFont typeface="Hind Siliguri Medium"/>
              <a:buNone/>
              <a:defRPr b="0" sz="2000">
                <a:latin typeface="Hind Siliguri Medium"/>
                <a:ea typeface="Hind Siliguri Medium"/>
                <a:cs typeface="Hind Siliguri Medium"/>
                <a:sym typeface="Hind Siliguri Medium"/>
              </a:defRPr>
            </a:lvl7pPr>
            <a:lvl8pPr lvl="7" algn="ctr">
              <a:lnSpc>
                <a:spcPct val="100000"/>
              </a:lnSpc>
              <a:spcBef>
                <a:spcPts val="0"/>
              </a:spcBef>
              <a:spcAft>
                <a:spcPts val="0"/>
              </a:spcAft>
              <a:buSzPts val="2000"/>
              <a:buFont typeface="Hind Siliguri Medium"/>
              <a:buNone/>
              <a:defRPr b="0" sz="2000">
                <a:latin typeface="Hind Siliguri Medium"/>
                <a:ea typeface="Hind Siliguri Medium"/>
                <a:cs typeface="Hind Siliguri Medium"/>
                <a:sym typeface="Hind Siliguri Medium"/>
              </a:defRPr>
            </a:lvl8pPr>
            <a:lvl9pPr lvl="8" algn="ctr">
              <a:lnSpc>
                <a:spcPct val="100000"/>
              </a:lnSpc>
              <a:spcBef>
                <a:spcPts val="0"/>
              </a:spcBef>
              <a:spcAft>
                <a:spcPts val="0"/>
              </a:spcAft>
              <a:buSzPts val="2000"/>
              <a:buFont typeface="Hind Siliguri Medium"/>
              <a:buNone/>
              <a:defRPr b="0" sz="2000">
                <a:latin typeface="Hind Siliguri Medium"/>
                <a:ea typeface="Hind Siliguri Medium"/>
                <a:cs typeface="Hind Siliguri Medium"/>
                <a:sym typeface="Hind Siliguri Medium"/>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441" name="Shape 441"/>
        <p:cNvGrpSpPr/>
        <p:nvPr/>
      </p:nvGrpSpPr>
      <p:grpSpPr>
        <a:xfrm>
          <a:off x="0" y="0"/>
          <a:ext cx="0" cy="0"/>
          <a:chOff x="0" y="0"/>
          <a:chExt cx="0" cy="0"/>
        </a:xfrm>
      </p:grpSpPr>
      <p:grpSp>
        <p:nvGrpSpPr>
          <p:cNvPr id="442" name="Google Shape;442;p55"/>
          <p:cNvGrpSpPr/>
          <p:nvPr/>
        </p:nvGrpSpPr>
        <p:grpSpPr>
          <a:xfrm>
            <a:off x="-31525" y="-228650"/>
            <a:ext cx="9175500" cy="6099300"/>
            <a:chOff x="-31525" y="-228650"/>
            <a:chExt cx="9175500" cy="6099300"/>
          </a:xfrm>
        </p:grpSpPr>
        <p:sp>
          <p:nvSpPr>
            <p:cNvPr id="443" name="Google Shape;443;p55"/>
            <p:cNvSpPr/>
            <p:nvPr/>
          </p:nvSpPr>
          <p:spPr>
            <a:xfrm>
              <a:off x="0" y="-228600"/>
              <a:ext cx="9143697" cy="6099216"/>
            </a:xfrm>
            <a:custGeom>
              <a:rect b="b" l="l" r="r" t="t"/>
              <a:pathLst>
                <a:path extrusionOk="0" h="190318" w="285317">
                  <a:moveTo>
                    <a:pt x="0" y="0"/>
                  </a:moveTo>
                  <a:lnTo>
                    <a:pt x="0" y="190317"/>
                  </a:lnTo>
                  <a:lnTo>
                    <a:pt x="285316" y="190317"/>
                  </a:lnTo>
                  <a:lnTo>
                    <a:pt x="285316" y="0"/>
                  </a:lnTo>
                  <a:close/>
                </a:path>
              </a:pathLst>
            </a:custGeom>
            <a:solidFill>
              <a:srgbClr val="0A202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444" name="Google Shape;444;p55"/>
            <p:cNvGrpSpPr/>
            <p:nvPr/>
          </p:nvGrpSpPr>
          <p:grpSpPr>
            <a:xfrm>
              <a:off x="-10" y="-228620"/>
              <a:ext cx="9143697" cy="6099216"/>
              <a:chOff x="238125" y="471975"/>
              <a:chExt cx="7132925" cy="4757950"/>
            </a:xfrm>
          </p:grpSpPr>
          <p:sp>
            <p:nvSpPr>
              <p:cNvPr id="445" name="Google Shape;445;p55"/>
              <p:cNvSpPr/>
              <p:nvPr/>
            </p:nvSpPr>
            <p:spPr>
              <a:xfrm>
                <a:off x="238125" y="471975"/>
                <a:ext cx="7132925" cy="1271425"/>
              </a:xfrm>
              <a:custGeom>
                <a:rect b="b" l="l" r="r" t="t"/>
                <a:pathLst>
                  <a:path extrusionOk="0" h="50857" w="285317">
                    <a:moveTo>
                      <a:pt x="0" y="0"/>
                    </a:moveTo>
                    <a:lnTo>
                      <a:pt x="0" y="32526"/>
                    </a:lnTo>
                    <a:cubicBezTo>
                      <a:pt x="17119" y="33097"/>
                      <a:pt x="33964" y="35379"/>
                      <a:pt x="50512" y="38529"/>
                    </a:cubicBezTo>
                    <a:cubicBezTo>
                      <a:pt x="70758" y="42227"/>
                      <a:pt x="90731" y="46518"/>
                      <a:pt x="110999" y="48504"/>
                    </a:cubicBezTo>
                    <a:cubicBezTo>
                      <a:pt x="124644" y="50149"/>
                      <a:pt x="138299" y="50856"/>
                      <a:pt x="151950" y="50856"/>
                    </a:cubicBezTo>
                    <a:cubicBezTo>
                      <a:pt x="159696" y="50856"/>
                      <a:pt x="167442" y="50629"/>
                      <a:pt x="175184" y="50216"/>
                    </a:cubicBezTo>
                    <a:cubicBezTo>
                      <a:pt x="212275" y="48504"/>
                      <a:pt x="249093" y="42227"/>
                      <a:pt x="285316" y="33393"/>
                    </a:cubicBezTo>
                    <a:lnTo>
                      <a:pt x="285316" y="3424"/>
                    </a:lnTo>
                    <a:cubicBezTo>
                      <a:pt x="279610" y="5432"/>
                      <a:pt x="273904" y="7144"/>
                      <a:pt x="268197" y="8856"/>
                    </a:cubicBezTo>
                    <a:cubicBezTo>
                      <a:pt x="249093" y="13992"/>
                      <a:pt x="229394" y="17690"/>
                      <a:pt x="209719" y="19972"/>
                    </a:cubicBezTo>
                    <a:cubicBezTo>
                      <a:pt x="197328" y="21430"/>
                      <a:pt x="184936" y="22310"/>
                      <a:pt x="172467" y="22310"/>
                    </a:cubicBezTo>
                    <a:cubicBezTo>
                      <a:pt x="165414" y="22310"/>
                      <a:pt x="158335" y="22029"/>
                      <a:pt x="151218" y="21410"/>
                    </a:cubicBezTo>
                    <a:cubicBezTo>
                      <a:pt x="122412" y="18557"/>
                      <a:pt x="94451" y="10842"/>
                      <a:pt x="67631" y="0"/>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6" name="Google Shape;446;p55"/>
              <p:cNvSpPr/>
              <p:nvPr/>
            </p:nvSpPr>
            <p:spPr>
              <a:xfrm>
                <a:off x="238125" y="3786525"/>
                <a:ext cx="7132925" cy="1443400"/>
              </a:xfrm>
              <a:custGeom>
                <a:rect b="b" l="l" r="r" t="t"/>
                <a:pathLst>
                  <a:path extrusionOk="0" h="57736" w="285317">
                    <a:moveTo>
                      <a:pt x="162030" y="0"/>
                    </a:moveTo>
                    <a:cubicBezTo>
                      <a:pt x="153770" y="0"/>
                      <a:pt x="145502" y="473"/>
                      <a:pt x="137249" y="1813"/>
                    </a:cubicBezTo>
                    <a:cubicBezTo>
                      <a:pt x="126977" y="3525"/>
                      <a:pt x="116980" y="6081"/>
                      <a:pt x="106708" y="8364"/>
                    </a:cubicBezTo>
                    <a:cubicBezTo>
                      <a:pt x="86166" y="13226"/>
                      <a:pt x="65349" y="16923"/>
                      <a:pt x="44235" y="17220"/>
                    </a:cubicBezTo>
                    <a:cubicBezTo>
                      <a:pt x="42786" y="17247"/>
                      <a:pt x="41336" y="17260"/>
                      <a:pt x="39887" y="17260"/>
                    </a:cubicBezTo>
                    <a:cubicBezTo>
                      <a:pt x="26503" y="17260"/>
                      <a:pt x="13140" y="16130"/>
                      <a:pt x="0" y="14070"/>
                    </a:cubicBezTo>
                    <a:lnTo>
                      <a:pt x="0" y="43173"/>
                    </a:lnTo>
                    <a:cubicBezTo>
                      <a:pt x="15133" y="40890"/>
                      <a:pt x="30244" y="38037"/>
                      <a:pt x="45080" y="35184"/>
                    </a:cubicBezTo>
                    <a:cubicBezTo>
                      <a:pt x="67631" y="31189"/>
                      <a:pt x="90160" y="27492"/>
                      <a:pt x="112985" y="26350"/>
                    </a:cubicBezTo>
                    <a:cubicBezTo>
                      <a:pt x="118569" y="25989"/>
                      <a:pt x="124189" y="25791"/>
                      <a:pt x="129817" y="25791"/>
                    </a:cubicBezTo>
                    <a:cubicBezTo>
                      <a:pt x="146622" y="25791"/>
                      <a:pt x="163506" y="27560"/>
                      <a:pt x="179749" y="32057"/>
                    </a:cubicBezTo>
                    <a:cubicBezTo>
                      <a:pt x="200292" y="37763"/>
                      <a:pt x="219420" y="47738"/>
                      <a:pt x="239392" y="55156"/>
                    </a:cubicBezTo>
                    <a:cubicBezTo>
                      <a:pt x="242245" y="56023"/>
                      <a:pt x="244801" y="56868"/>
                      <a:pt x="247655" y="57735"/>
                    </a:cubicBezTo>
                    <a:lnTo>
                      <a:pt x="283034" y="57735"/>
                    </a:lnTo>
                    <a:cubicBezTo>
                      <a:pt x="283901" y="57438"/>
                      <a:pt x="284472" y="57164"/>
                      <a:pt x="285316" y="56868"/>
                    </a:cubicBezTo>
                    <a:lnTo>
                      <a:pt x="285316" y="23771"/>
                    </a:lnTo>
                    <a:cubicBezTo>
                      <a:pt x="267056" y="19503"/>
                      <a:pt x="249093" y="14367"/>
                      <a:pt x="230832" y="9802"/>
                    </a:cubicBezTo>
                    <a:cubicBezTo>
                      <a:pt x="210563" y="4940"/>
                      <a:pt x="189747" y="946"/>
                      <a:pt x="168907" y="101"/>
                    </a:cubicBezTo>
                    <a:cubicBezTo>
                      <a:pt x="166616" y="37"/>
                      <a:pt x="164323" y="0"/>
                      <a:pt x="162030" y="0"/>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7" name="Google Shape;447;p55"/>
              <p:cNvSpPr/>
              <p:nvPr/>
            </p:nvSpPr>
            <p:spPr>
              <a:xfrm>
                <a:off x="238125" y="2457100"/>
                <a:ext cx="7132925" cy="1306725"/>
              </a:xfrm>
              <a:custGeom>
                <a:rect b="b" l="l" r="r" t="t"/>
                <a:pathLst>
                  <a:path extrusionOk="0" h="52269" w="285317">
                    <a:moveTo>
                      <a:pt x="192964" y="1"/>
                    </a:moveTo>
                    <a:cubicBezTo>
                      <a:pt x="189513" y="1"/>
                      <a:pt x="186058" y="73"/>
                      <a:pt x="182602" y="210"/>
                    </a:cubicBezTo>
                    <a:cubicBezTo>
                      <a:pt x="159777" y="1054"/>
                      <a:pt x="137249" y="4478"/>
                      <a:pt x="114994" y="8198"/>
                    </a:cubicBezTo>
                    <a:cubicBezTo>
                      <a:pt x="92739" y="11622"/>
                      <a:pt x="70758" y="15617"/>
                      <a:pt x="48504" y="16758"/>
                    </a:cubicBezTo>
                    <a:cubicBezTo>
                      <a:pt x="42364" y="16973"/>
                      <a:pt x="36264" y="17065"/>
                      <a:pt x="30172" y="17065"/>
                    </a:cubicBezTo>
                    <a:cubicBezTo>
                      <a:pt x="20138" y="17065"/>
                      <a:pt x="10126" y="16816"/>
                      <a:pt x="0" y="16461"/>
                    </a:cubicBezTo>
                    <a:lnTo>
                      <a:pt x="0" y="51840"/>
                    </a:lnTo>
                    <a:cubicBezTo>
                      <a:pt x="5855" y="52126"/>
                      <a:pt x="11704" y="52268"/>
                      <a:pt x="17553" y="52268"/>
                    </a:cubicBezTo>
                    <a:cubicBezTo>
                      <a:pt x="23402" y="52268"/>
                      <a:pt x="29251" y="52126"/>
                      <a:pt x="35105" y="51840"/>
                    </a:cubicBezTo>
                    <a:cubicBezTo>
                      <a:pt x="55922" y="50699"/>
                      <a:pt x="76465" y="47572"/>
                      <a:pt x="96734" y="43007"/>
                    </a:cubicBezTo>
                    <a:cubicBezTo>
                      <a:pt x="117550" y="38442"/>
                      <a:pt x="137522" y="31868"/>
                      <a:pt x="158065" y="27303"/>
                    </a:cubicBezTo>
                    <a:cubicBezTo>
                      <a:pt x="171879" y="24192"/>
                      <a:pt x="185681" y="22279"/>
                      <a:pt x="199575" y="22279"/>
                    </a:cubicBezTo>
                    <a:cubicBezTo>
                      <a:pt x="206067" y="22279"/>
                      <a:pt x="212580" y="22697"/>
                      <a:pt x="219123" y="23605"/>
                    </a:cubicBezTo>
                    <a:cubicBezTo>
                      <a:pt x="239392" y="26162"/>
                      <a:pt x="259067" y="32439"/>
                      <a:pt x="277898" y="39857"/>
                    </a:cubicBezTo>
                    <a:cubicBezTo>
                      <a:pt x="278195" y="39857"/>
                      <a:pt x="278469" y="40154"/>
                      <a:pt x="278469" y="40428"/>
                    </a:cubicBezTo>
                    <a:cubicBezTo>
                      <a:pt x="280751" y="40998"/>
                      <a:pt x="283034" y="41569"/>
                      <a:pt x="285316" y="42436"/>
                    </a:cubicBezTo>
                    <a:lnTo>
                      <a:pt x="285316" y="20752"/>
                    </a:lnTo>
                    <a:cubicBezTo>
                      <a:pt x="272762" y="16758"/>
                      <a:pt x="260208" y="11896"/>
                      <a:pt x="247655" y="7628"/>
                    </a:cubicBezTo>
                    <a:cubicBezTo>
                      <a:pt x="229860" y="2087"/>
                      <a:pt x="211466" y="1"/>
                      <a:pt x="192964" y="1"/>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48" name="Google Shape;448;p55"/>
            <p:cNvSpPr/>
            <p:nvPr/>
          </p:nvSpPr>
          <p:spPr>
            <a:xfrm>
              <a:off x="-31525" y="-228650"/>
              <a:ext cx="9175500" cy="6099300"/>
            </a:xfrm>
            <a:prstGeom prst="rect">
              <a:avLst/>
            </a:prstGeom>
            <a:solidFill>
              <a:srgbClr val="000000">
                <a:alpha val="5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449" name="Google Shape;449;p55"/>
            <p:cNvGrpSpPr/>
            <p:nvPr/>
          </p:nvGrpSpPr>
          <p:grpSpPr>
            <a:xfrm>
              <a:off x="201120" y="-173787"/>
              <a:ext cx="8824055" cy="6026084"/>
              <a:chOff x="395025" y="514750"/>
              <a:chExt cx="6883575" cy="4700900"/>
            </a:xfrm>
          </p:grpSpPr>
          <p:sp>
            <p:nvSpPr>
              <p:cNvPr id="450" name="Google Shape;450;p55"/>
              <p:cNvSpPr/>
              <p:nvPr/>
            </p:nvSpPr>
            <p:spPr>
              <a:xfrm>
                <a:off x="523425" y="864550"/>
                <a:ext cx="35975" cy="28575"/>
              </a:xfrm>
              <a:custGeom>
                <a:rect b="b" l="l" r="r" t="t"/>
                <a:pathLst>
                  <a:path extrusionOk="0" h="1143" w="1439">
                    <a:moveTo>
                      <a:pt x="571" y="1"/>
                    </a:moveTo>
                    <a:cubicBezTo>
                      <a:pt x="1" y="1"/>
                      <a:pt x="1" y="1142"/>
                      <a:pt x="571" y="1142"/>
                    </a:cubicBezTo>
                    <a:cubicBezTo>
                      <a:pt x="1439" y="1142"/>
                      <a:pt x="1439" y="1"/>
                      <a:pt x="571"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1" name="Google Shape;451;p55"/>
              <p:cNvSpPr/>
              <p:nvPr/>
            </p:nvSpPr>
            <p:spPr>
              <a:xfrm>
                <a:off x="1992800" y="1170975"/>
                <a:ext cx="42825" cy="28575"/>
              </a:xfrm>
              <a:custGeom>
                <a:rect b="b" l="l" r="r" t="t"/>
                <a:pathLst>
                  <a:path extrusionOk="0" h="1143" w="1713">
                    <a:moveTo>
                      <a:pt x="868" y="1"/>
                    </a:moveTo>
                    <a:cubicBezTo>
                      <a:pt x="1" y="1"/>
                      <a:pt x="1" y="1142"/>
                      <a:pt x="868" y="1142"/>
                    </a:cubicBezTo>
                    <a:cubicBezTo>
                      <a:pt x="1713" y="1142"/>
                      <a:pt x="1713" y="1"/>
                      <a:pt x="868"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2" name="Google Shape;452;p55"/>
              <p:cNvSpPr/>
              <p:nvPr/>
            </p:nvSpPr>
            <p:spPr>
              <a:xfrm>
                <a:off x="1187075" y="2854350"/>
                <a:ext cx="35400" cy="28550"/>
              </a:xfrm>
              <a:custGeom>
                <a:rect b="b" l="l" r="r" t="t"/>
                <a:pathLst>
                  <a:path extrusionOk="0" h="1142" w="1416">
                    <a:moveTo>
                      <a:pt x="845" y="0"/>
                    </a:moveTo>
                    <a:cubicBezTo>
                      <a:pt x="0" y="0"/>
                      <a:pt x="0" y="1142"/>
                      <a:pt x="845" y="1142"/>
                    </a:cubicBezTo>
                    <a:cubicBezTo>
                      <a:pt x="1416" y="1142"/>
                      <a:pt x="1416" y="0"/>
                      <a:pt x="845"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3" name="Google Shape;453;p55"/>
              <p:cNvSpPr/>
              <p:nvPr/>
            </p:nvSpPr>
            <p:spPr>
              <a:xfrm>
                <a:off x="2149725" y="3518000"/>
                <a:ext cx="35975" cy="28550"/>
              </a:xfrm>
              <a:custGeom>
                <a:rect b="b" l="l" r="r" t="t"/>
                <a:pathLst>
                  <a:path extrusionOk="0" h="1142" w="1439">
                    <a:moveTo>
                      <a:pt x="868" y="0"/>
                    </a:moveTo>
                    <a:cubicBezTo>
                      <a:pt x="1" y="0"/>
                      <a:pt x="1" y="1142"/>
                      <a:pt x="868" y="1142"/>
                    </a:cubicBezTo>
                    <a:cubicBezTo>
                      <a:pt x="1439" y="1142"/>
                      <a:pt x="1439" y="0"/>
                      <a:pt x="868"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4" name="Google Shape;454;p55"/>
              <p:cNvSpPr/>
              <p:nvPr/>
            </p:nvSpPr>
            <p:spPr>
              <a:xfrm>
                <a:off x="6337025" y="1598950"/>
                <a:ext cx="35425" cy="28575"/>
              </a:xfrm>
              <a:custGeom>
                <a:rect b="b" l="l" r="r" t="t"/>
                <a:pathLst>
                  <a:path extrusionOk="0" h="1143" w="1417">
                    <a:moveTo>
                      <a:pt x="845" y="1"/>
                    </a:moveTo>
                    <a:cubicBezTo>
                      <a:pt x="1" y="1"/>
                      <a:pt x="1" y="1142"/>
                      <a:pt x="845" y="1142"/>
                    </a:cubicBezTo>
                    <a:cubicBezTo>
                      <a:pt x="1416" y="1142"/>
                      <a:pt x="1416" y="1"/>
                      <a:pt x="845"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5" name="Google Shape;455;p55"/>
              <p:cNvSpPr/>
              <p:nvPr/>
            </p:nvSpPr>
            <p:spPr>
              <a:xfrm>
                <a:off x="6586400" y="2562175"/>
                <a:ext cx="35975" cy="28575"/>
              </a:xfrm>
              <a:custGeom>
                <a:rect b="b" l="l" r="r" t="t"/>
                <a:pathLst>
                  <a:path extrusionOk="0" h="1143" w="1439">
                    <a:moveTo>
                      <a:pt x="868" y="1"/>
                    </a:moveTo>
                    <a:cubicBezTo>
                      <a:pt x="1" y="1"/>
                      <a:pt x="1" y="1142"/>
                      <a:pt x="868" y="1142"/>
                    </a:cubicBezTo>
                    <a:cubicBezTo>
                      <a:pt x="1439" y="1142"/>
                      <a:pt x="1439" y="1"/>
                      <a:pt x="868"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6" name="Google Shape;456;p55"/>
              <p:cNvSpPr/>
              <p:nvPr/>
            </p:nvSpPr>
            <p:spPr>
              <a:xfrm>
                <a:off x="5002900" y="2191275"/>
                <a:ext cx="35975" cy="28550"/>
              </a:xfrm>
              <a:custGeom>
                <a:rect b="b" l="l" r="r" t="t"/>
                <a:pathLst>
                  <a:path extrusionOk="0" h="1142" w="1439">
                    <a:moveTo>
                      <a:pt x="571" y="1"/>
                    </a:moveTo>
                    <a:cubicBezTo>
                      <a:pt x="0" y="1"/>
                      <a:pt x="0" y="1142"/>
                      <a:pt x="571" y="1142"/>
                    </a:cubicBezTo>
                    <a:cubicBezTo>
                      <a:pt x="1438" y="1142"/>
                      <a:pt x="1438" y="1"/>
                      <a:pt x="571"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7" name="Google Shape;457;p55"/>
              <p:cNvSpPr/>
              <p:nvPr/>
            </p:nvSpPr>
            <p:spPr>
              <a:xfrm>
                <a:off x="3661900" y="1649175"/>
                <a:ext cx="35975" cy="28550"/>
              </a:xfrm>
              <a:custGeom>
                <a:rect b="b" l="l" r="r" t="t"/>
                <a:pathLst>
                  <a:path extrusionOk="0" h="1142" w="1439">
                    <a:moveTo>
                      <a:pt x="571" y="1"/>
                    </a:moveTo>
                    <a:cubicBezTo>
                      <a:pt x="1" y="1"/>
                      <a:pt x="1" y="1142"/>
                      <a:pt x="571" y="1142"/>
                    </a:cubicBezTo>
                    <a:cubicBezTo>
                      <a:pt x="1439" y="1142"/>
                      <a:pt x="1439" y="1"/>
                      <a:pt x="571"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8" name="Google Shape;458;p55"/>
              <p:cNvSpPr/>
              <p:nvPr/>
            </p:nvSpPr>
            <p:spPr>
              <a:xfrm>
                <a:off x="3619100" y="3410725"/>
                <a:ext cx="35975" cy="28550"/>
              </a:xfrm>
              <a:custGeom>
                <a:rect b="b" l="l" r="r" t="t"/>
                <a:pathLst>
                  <a:path extrusionOk="0" h="1142" w="1439">
                    <a:moveTo>
                      <a:pt x="572" y="0"/>
                    </a:moveTo>
                    <a:cubicBezTo>
                      <a:pt x="1" y="0"/>
                      <a:pt x="1" y="1141"/>
                      <a:pt x="572" y="1141"/>
                    </a:cubicBezTo>
                    <a:cubicBezTo>
                      <a:pt x="1439" y="1141"/>
                      <a:pt x="1439" y="0"/>
                      <a:pt x="572"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9" name="Google Shape;459;p55"/>
              <p:cNvSpPr/>
              <p:nvPr/>
            </p:nvSpPr>
            <p:spPr>
              <a:xfrm>
                <a:off x="744825" y="4794500"/>
                <a:ext cx="35425" cy="28550"/>
              </a:xfrm>
              <a:custGeom>
                <a:rect b="b" l="l" r="r" t="t"/>
                <a:pathLst>
                  <a:path extrusionOk="0" h="1142" w="1417">
                    <a:moveTo>
                      <a:pt x="572" y="0"/>
                    </a:moveTo>
                    <a:cubicBezTo>
                      <a:pt x="1" y="0"/>
                      <a:pt x="1" y="1142"/>
                      <a:pt x="572" y="1142"/>
                    </a:cubicBezTo>
                    <a:cubicBezTo>
                      <a:pt x="1416" y="1142"/>
                      <a:pt x="1416" y="0"/>
                      <a:pt x="572"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0" name="Google Shape;460;p55"/>
              <p:cNvSpPr/>
              <p:nvPr/>
            </p:nvSpPr>
            <p:spPr>
              <a:xfrm>
                <a:off x="3833100" y="4930300"/>
                <a:ext cx="35975" cy="28575"/>
              </a:xfrm>
              <a:custGeom>
                <a:rect b="b" l="l" r="r" t="t"/>
                <a:pathLst>
                  <a:path extrusionOk="0" h="1143" w="1439">
                    <a:moveTo>
                      <a:pt x="571" y="1"/>
                    </a:moveTo>
                    <a:cubicBezTo>
                      <a:pt x="0" y="1"/>
                      <a:pt x="0" y="1142"/>
                      <a:pt x="571" y="1142"/>
                    </a:cubicBezTo>
                    <a:cubicBezTo>
                      <a:pt x="1438" y="1142"/>
                      <a:pt x="1438" y="1"/>
                      <a:pt x="571"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1" name="Google Shape;461;p55"/>
              <p:cNvSpPr/>
              <p:nvPr/>
            </p:nvSpPr>
            <p:spPr>
              <a:xfrm>
                <a:off x="5430875" y="3396450"/>
                <a:ext cx="35975" cy="28550"/>
              </a:xfrm>
              <a:custGeom>
                <a:rect b="b" l="l" r="r" t="t"/>
                <a:pathLst>
                  <a:path extrusionOk="0" h="1142" w="1439">
                    <a:moveTo>
                      <a:pt x="868" y="0"/>
                    </a:moveTo>
                    <a:cubicBezTo>
                      <a:pt x="0" y="0"/>
                      <a:pt x="0" y="1142"/>
                      <a:pt x="868" y="1142"/>
                    </a:cubicBezTo>
                    <a:cubicBezTo>
                      <a:pt x="1438" y="1142"/>
                      <a:pt x="1438" y="0"/>
                      <a:pt x="868"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2" name="Google Shape;462;p55"/>
              <p:cNvSpPr/>
              <p:nvPr/>
            </p:nvSpPr>
            <p:spPr>
              <a:xfrm>
                <a:off x="6586400" y="5072975"/>
                <a:ext cx="35975" cy="28550"/>
              </a:xfrm>
              <a:custGeom>
                <a:rect b="b" l="l" r="r" t="t"/>
                <a:pathLst>
                  <a:path extrusionOk="0" h="1142" w="1439">
                    <a:moveTo>
                      <a:pt x="868" y="0"/>
                    </a:moveTo>
                    <a:cubicBezTo>
                      <a:pt x="1" y="0"/>
                      <a:pt x="1" y="1141"/>
                      <a:pt x="868" y="1141"/>
                    </a:cubicBezTo>
                    <a:cubicBezTo>
                      <a:pt x="1439" y="1141"/>
                      <a:pt x="1439" y="0"/>
                      <a:pt x="868"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3" name="Google Shape;463;p55"/>
              <p:cNvSpPr/>
              <p:nvPr/>
            </p:nvSpPr>
            <p:spPr>
              <a:xfrm>
                <a:off x="6843175" y="3367925"/>
                <a:ext cx="35975" cy="28550"/>
              </a:xfrm>
              <a:custGeom>
                <a:rect b="b" l="l" r="r" t="t"/>
                <a:pathLst>
                  <a:path extrusionOk="0" h="1142" w="1439">
                    <a:moveTo>
                      <a:pt x="572" y="0"/>
                    </a:moveTo>
                    <a:cubicBezTo>
                      <a:pt x="1" y="0"/>
                      <a:pt x="1" y="1141"/>
                      <a:pt x="572" y="1141"/>
                    </a:cubicBezTo>
                    <a:cubicBezTo>
                      <a:pt x="1439" y="1141"/>
                      <a:pt x="1439" y="0"/>
                      <a:pt x="572"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4" name="Google Shape;464;p55"/>
              <p:cNvSpPr/>
              <p:nvPr/>
            </p:nvSpPr>
            <p:spPr>
              <a:xfrm>
                <a:off x="4610875" y="3738825"/>
                <a:ext cx="35400" cy="28550"/>
              </a:xfrm>
              <a:custGeom>
                <a:rect b="b" l="l" r="r" t="t"/>
                <a:pathLst>
                  <a:path extrusionOk="0" h="1142" w="1416">
                    <a:moveTo>
                      <a:pt x="845" y="1"/>
                    </a:moveTo>
                    <a:cubicBezTo>
                      <a:pt x="0" y="1"/>
                      <a:pt x="0" y="1142"/>
                      <a:pt x="845" y="1142"/>
                    </a:cubicBezTo>
                    <a:cubicBezTo>
                      <a:pt x="1415" y="1142"/>
                      <a:pt x="1415" y="1"/>
                      <a:pt x="845"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5" name="Google Shape;465;p55"/>
              <p:cNvSpPr/>
              <p:nvPr/>
            </p:nvSpPr>
            <p:spPr>
              <a:xfrm>
                <a:off x="5324150" y="964425"/>
                <a:ext cx="35425" cy="28550"/>
              </a:xfrm>
              <a:custGeom>
                <a:rect b="b" l="l" r="r" t="t"/>
                <a:pathLst>
                  <a:path extrusionOk="0" h="1142" w="1417">
                    <a:moveTo>
                      <a:pt x="845" y="0"/>
                    </a:moveTo>
                    <a:cubicBezTo>
                      <a:pt x="1" y="0"/>
                      <a:pt x="1" y="1141"/>
                      <a:pt x="845" y="1141"/>
                    </a:cubicBezTo>
                    <a:cubicBezTo>
                      <a:pt x="1416" y="1141"/>
                      <a:pt x="1416" y="0"/>
                      <a:pt x="845"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6" name="Google Shape;466;p55"/>
              <p:cNvSpPr/>
              <p:nvPr/>
            </p:nvSpPr>
            <p:spPr>
              <a:xfrm>
                <a:off x="3148350" y="807500"/>
                <a:ext cx="42800" cy="28550"/>
              </a:xfrm>
              <a:custGeom>
                <a:rect b="b" l="l" r="r" t="t"/>
                <a:pathLst>
                  <a:path extrusionOk="0" h="1142" w="1712">
                    <a:moveTo>
                      <a:pt x="867" y="0"/>
                    </a:moveTo>
                    <a:cubicBezTo>
                      <a:pt x="0" y="0"/>
                      <a:pt x="0" y="1142"/>
                      <a:pt x="867" y="1142"/>
                    </a:cubicBezTo>
                    <a:cubicBezTo>
                      <a:pt x="1438" y="1142"/>
                      <a:pt x="1712" y="0"/>
                      <a:pt x="867"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7" name="Google Shape;467;p55"/>
              <p:cNvSpPr/>
              <p:nvPr/>
            </p:nvSpPr>
            <p:spPr>
              <a:xfrm>
                <a:off x="2534900" y="2355050"/>
                <a:ext cx="35975" cy="28550"/>
              </a:xfrm>
              <a:custGeom>
                <a:rect b="b" l="l" r="r" t="t"/>
                <a:pathLst>
                  <a:path extrusionOk="0" h="1142" w="1439">
                    <a:moveTo>
                      <a:pt x="868" y="0"/>
                    </a:moveTo>
                    <a:cubicBezTo>
                      <a:pt x="1" y="0"/>
                      <a:pt x="1" y="1142"/>
                      <a:pt x="868" y="1142"/>
                    </a:cubicBezTo>
                    <a:cubicBezTo>
                      <a:pt x="1439" y="1142"/>
                      <a:pt x="1439" y="0"/>
                      <a:pt x="868"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8" name="Google Shape;468;p55"/>
              <p:cNvSpPr/>
              <p:nvPr/>
            </p:nvSpPr>
            <p:spPr>
              <a:xfrm>
                <a:off x="466375" y="2191275"/>
                <a:ext cx="35975" cy="28550"/>
              </a:xfrm>
              <a:custGeom>
                <a:rect b="b" l="l" r="r" t="t"/>
                <a:pathLst>
                  <a:path extrusionOk="0" h="1142" w="1439">
                    <a:moveTo>
                      <a:pt x="867" y="1"/>
                    </a:moveTo>
                    <a:cubicBezTo>
                      <a:pt x="0" y="1"/>
                      <a:pt x="0" y="1142"/>
                      <a:pt x="867" y="1142"/>
                    </a:cubicBezTo>
                    <a:cubicBezTo>
                      <a:pt x="1438" y="1142"/>
                      <a:pt x="1438" y="1"/>
                      <a:pt x="867"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9" name="Google Shape;469;p55"/>
              <p:cNvSpPr/>
              <p:nvPr/>
            </p:nvSpPr>
            <p:spPr>
              <a:xfrm>
                <a:off x="616450" y="3931700"/>
                <a:ext cx="35400" cy="28550"/>
              </a:xfrm>
              <a:custGeom>
                <a:rect b="b" l="l" r="r" t="t"/>
                <a:pathLst>
                  <a:path extrusionOk="0" h="1142" w="1416">
                    <a:moveTo>
                      <a:pt x="571" y="1"/>
                    </a:moveTo>
                    <a:cubicBezTo>
                      <a:pt x="0" y="1"/>
                      <a:pt x="0" y="1142"/>
                      <a:pt x="571" y="1142"/>
                    </a:cubicBezTo>
                    <a:cubicBezTo>
                      <a:pt x="1415" y="1142"/>
                      <a:pt x="1415" y="1"/>
                      <a:pt x="571"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0" name="Google Shape;470;p55"/>
              <p:cNvSpPr/>
              <p:nvPr/>
            </p:nvSpPr>
            <p:spPr>
              <a:xfrm>
                <a:off x="2185675" y="4830450"/>
                <a:ext cx="35400" cy="28550"/>
              </a:xfrm>
              <a:custGeom>
                <a:rect b="b" l="l" r="r" t="t"/>
                <a:pathLst>
                  <a:path extrusionOk="0" h="1142" w="1416">
                    <a:moveTo>
                      <a:pt x="845" y="0"/>
                    </a:moveTo>
                    <a:cubicBezTo>
                      <a:pt x="1" y="0"/>
                      <a:pt x="1" y="1142"/>
                      <a:pt x="845" y="1142"/>
                    </a:cubicBezTo>
                    <a:cubicBezTo>
                      <a:pt x="1416" y="1142"/>
                      <a:pt x="1416" y="0"/>
                      <a:pt x="845"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1" name="Google Shape;471;p55"/>
              <p:cNvSpPr/>
              <p:nvPr/>
            </p:nvSpPr>
            <p:spPr>
              <a:xfrm>
                <a:off x="7028650" y="700225"/>
                <a:ext cx="35975" cy="28550"/>
              </a:xfrm>
              <a:custGeom>
                <a:rect b="b" l="l" r="r" t="t"/>
                <a:pathLst>
                  <a:path extrusionOk="0" h="1142" w="1439">
                    <a:moveTo>
                      <a:pt x="571" y="0"/>
                    </a:moveTo>
                    <a:cubicBezTo>
                      <a:pt x="0" y="0"/>
                      <a:pt x="0" y="1141"/>
                      <a:pt x="571" y="1141"/>
                    </a:cubicBezTo>
                    <a:cubicBezTo>
                      <a:pt x="1438" y="1141"/>
                      <a:pt x="1438" y="0"/>
                      <a:pt x="571"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2" name="Google Shape;472;p55"/>
              <p:cNvSpPr/>
              <p:nvPr/>
            </p:nvSpPr>
            <p:spPr>
              <a:xfrm>
                <a:off x="1308050" y="671675"/>
                <a:ext cx="71350" cy="57100"/>
              </a:xfrm>
              <a:custGeom>
                <a:rect b="b" l="l" r="r" t="t"/>
                <a:pathLst>
                  <a:path extrusionOk="0" h="2284" w="2854">
                    <a:moveTo>
                      <a:pt x="1438" y="1"/>
                    </a:moveTo>
                    <a:cubicBezTo>
                      <a:pt x="0" y="1"/>
                      <a:pt x="0" y="2283"/>
                      <a:pt x="1438" y="2283"/>
                    </a:cubicBezTo>
                    <a:cubicBezTo>
                      <a:pt x="2854" y="2283"/>
                      <a:pt x="2854" y="1"/>
                      <a:pt x="1438"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3" name="Google Shape;473;p55"/>
              <p:cNvSpPr/>
              <p:nvPr/>
            </p:nvSpPr>
            <p:spPr>
              <a:xfrm>
                <a:off x="502325" y="2761900"/>
                <a:ext cx="78200" cy="57100"/>
              </a:xfrm>
              <a:custGeom>
                <a:rect b="b" l="l" r="r" t="t"/>
                <a:pathLst>
                  <a:path extrusionOk="0" h="2284" w="3128">
                    <a:moveTo>
                      <a:pt x="1415" y="1"/>
                    </a:moveTo>
                    <a:cubicBezTo>
                      <a:pt x="0" y="1"/>
                      <a:pt x="0" y="2283"/>
                      <a:pt x="1415" y="2283"/>
                    </a:cubicBezTo>
                    <a:cubicBezTo>
                      <a:pt x="3127" y="2283"/>
                      <a:pt x="3127" y="1"/>
                      <a:pt x="1415"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4" name="Google Shape;474;p55"/>
              <p:cNvSpPr/>
              <p:nvPr/>
            </p:nvSpPr>
            <p:spPr>
              <a:xfrm>
                <a:off x="2663300" y="2911400"/>
                <a:ext cx="78775" cy="57100"/>
              </a:xfrm>
              <a:custGeom>
                <a:rect b="b" l="l" r="r" t="t"/>
                <a:pathLst>
                  <a:path extrusionOk="0" h="2284" w="3151">
                    <a:moveTo>
                      <a:pt x="1439" y="1"/>
                    </a:moveTo>
                    <a:cubicBezTo>
                      <a:pt x="1" y="1"/>
                      <a:pt x="1" y="2284"/>
                      <a:pt x="1439" y="2284"/>
                    </a:cubicBezTo>
                    <a:cubicBezTo>
                      <a:pt x="3150" y="2284"/>
                      <a:pt x="3150" y="1"/>
                      <a:pt x="1439"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5" name="Google Shape;475;p55"/>
              <p:cNvSpPr/>
              <p:nvPr/>
            </p:nvSpPr>
            <p:spPr>
              <a:xfrm>
                <a:off x="4853400" y="728750"/>
                <a:ext cx="71350" cy="57075"/>
              </a:xfrm>
              <a:custGeom>
                <a:rect b="b" l="l" r="r" t="t"/>
                <a:pathLst>
                  <a:path extrusionOk="0" h="2283" w="2854">
                    <a:moveTo>
                      <a:pt x="1415" y="0"/>
                    </a:moveTo>
                    <a:cubicBezTo>
                      <a:pt x="0" y="0"/>
                      <a:pt x="0" y="2283"/>
                      <a:pt x="1415" y="2283"/>
                    </a:cubicBezTo>
                    <a:cubicBezTo>
                      <a:pt x="2853" y="2283"/>
                      <a:pt x="2853" y="0"/>
                      <a:pt x="1415"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6" name="Google Shape;476;p55"/>
              <p:cNvSpPr/>
              <p:nvPr/>
            </p:nvSpPr>
            <p:spPr>
              <a:xfrm>
                <a:off x="7107400" y="1520775"/>
                <a:ext cx="71350" cy="57100"/>
              </a:xfrm>
              <a:custGeom>
                <a:rect b="b" l="l" r="r" t="t"/>
                <a:pathLst>
                  <a:path extrusionOk="0" h="2284" w="2854">
                    <a:moveTo>
                      <a:pt x="1415" y="1"/>
                    </a:moveTo>
                    <a:cubicBezTo>
                      <a:pt x="0" y="1"/>
                      <a:pt x="0" y="2283"/>
                      <a:pt x="1415" y="2283"/>
                    </a:cubicBezTo>
                    <a:cubicBezTo>
                      <a:pt x="2853" y="2283"/>
                      <a:pt x="2853" y="1"/>
                      <a:pt x="1415"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7" name="Google Shape;477;p55"/>
              <p:cNvSpPr/>
              <p:nvPr/>
            </p:nvSpPr>
            <p:spPr>
              <a:xfrm>
                <a:off x="6793550" y="4252400"/>
                <a:ext cx="78200" cy="57075"/>
              </a:xfrm>
              <a:custGeom>
                <a:rect b="b" l="l" r="r" t="t"/>
                <a:pathLst>
                  <a:path extrusionOk="0" h="2283" w="3128">
                    <a:moveTo>
                      <a:pt x="1415" y="0"/>
                    </a:moveTo>
                    <a:cubicBezTo>
                      <a:pt x="0" y="0"/>
                      <a:pt x="0" y="2283"/>
                      <a:pt x="1415" y="2283"/>
                    </a:cubicBezTo>
                    <a:cubicBezTo>
                      <a:pt x="3127" y="2283"/>
                      <a:pt x="3127" y="0"/>
                      <a:pt x="1415"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8" name="Google Shape;478;p55"/>
              <p:cNvSpPr/>
              <p:nvPr/>
            </p:nvSpPr>
            <p:spPr>
              <a:xfrm>
                <a:off x="4839125" y="3054075"/>
                <a:ext cx="71350" cy="57075"/>
              </a:xfrm>
              <a:custGeom>
                <a:rect b="b" l="l" r="r" t="t"/>
                <a:pathLst>
                  <a:path extrusionOk="0" h="2283" w="2854">
                    <a:moveTo>
                      <a:pt x="1416" y="0"/>
                    </a:moveTo>
                    <a:cubicBezTo>
                      <a:pt x="0" y="0"/>
                      <a:pt x="0" y="2283"/>
                      <a:pt x="1416" y="2283"/>
                    </a:cubicBezTo>
                    <a:cubicBezTo>
                      <a:pt x="2854" y="2283"/>
                      <a:pt x="2854" y="0"/>
                      <a:pt x="1416"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9" name="Google Shape;479;p55"/>
              <p:cNvSpPr/>
              <p:nvPr/>
            </p:nvSpPr>
            <p:spPr>
              <a:xfrm>
                <a:off x="2927500" y="4466375"/>
                <a:ext cx="71350" cy="57100"/>
              </a:xfrm>
              <a:custGeom>
                <a:rect b="b" l="l" r="r" t="t"/>
                <a:pathLst>
                  <a:path extrusionOk="0" h="2284" w="2854">
                    <a:moveTo>
                      <a:pt x="1416" y="1"/>
                    </a:moveTo>
                    <a:cubicBezTo>
                      <a:pt x="1" y="1"/>
                      <a:pt x="1" y="2283"/>
                      <a:pt x="1416" y="2283"/>
                    </a:cubicBezTo>
                    <a:cubicBezTo>
                      <a:pt x="2854" y="2283"/>
                      <a:pt x="2854" y="1"/>
                      <a:pt x="1416"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0" name="Google Shape;480;p55"/>
              <p:cNvSpPr/>
              <p:nvPr/>
            </p:nvSpPr>
            <p:spPr>
              <a:xfrm>
                <a:off x="1401050" y="4181075"/>
                <a:ext cx="78225" cy="57075"/>
              </a:xfrm>
              <a:custGeom>
                <a:rect b="b" l="l" r="r" t="t"/>
                <a:pathLst>
                  <a:path extrusionOk="0" h="2283" w="3129">
                    <a:moveTo>
                      <a:pt x="1713" y="0"/>
                    </a:moveTo>
                    <a:cubicBezTo>
                      <a:pt x="1" y="0"/>
                      <a:pt x="1" y="2283"/>
                      <a:pt x="1713" y="2283"/>
                    </a:cubicBezTo>
                    <a:cubicBezTo>
                      <a:pt x="3128" y="2283"/>
                      <a:pt x="3128" y="0"/>
                      <a:pt x="1713"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1" name="Google Shape;481;p55"/>
              <p:cNvSpPr/>
              <p:nvPr/>
            </p:nvSpPr>
            <p:spPr>
              <a:xfrm>
                <a:off x="1543725" y="1934500"/>
                <a:ext cx="78200" cy="57075"/>
              </a:xfrm>
              <a:custGeom>
                <a:rect b="b" l="l" r="r" t="t"/>
                <a:pathLst>
                  <a:path extrusionOk="0" h="2283" w="3128">
                    <a:moveTo>
                      <a:pt x="1415" y="0"/>
                    </a:moveTo>
                    <a:cubicBezTo>
                      <a:pt x="0" y="0"/>
                      <a:pt x="0" y="2283"/>
                      <a:pt x="1415" y="2283"/>
                    </a:cubicBezTo>
                    <a:cubicBezTo>
                      <a:pt x="3127" y="2283"/>
                      <a:pt x="3127" y="0"/>
                      <a:pt x="1415"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2" name="Google Shape;482;p55"/>
              <p:cNvSpPr/>
              <p:nvPr/>
            </p:nvSpPr>
            <p:spPr>
              <a:xfrm>
                <a:off x="3990025" y="2269450"/>
                <a:ext cx="71350" cy="57100"/>
              </a:xfrm>
              <a:custGeom>
                <a:rect b="b" l="l" r="r" t="t"/>
                <a:pathLst>
                  <a:path extrusionOk="0" h="2284" w="2854">
                    <a:moveTo>
                      <a:pt x="1438" y="1"/>
                    </a:moveTo>
                    <a:cubicBezTo>
                      <a:pt x="0" y="1"/>
                      <a:pt x="0" y="2283"/>
                      <a:pt x="1438" y="2283"/>
                    </a:cubicBezTo>
                    <a:cubicBezTo>
                      <a:pt x="2854" y="2283"/>
                      <a:pt x="2854" y="1"/>
                      <a:pt x="1438"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3" name="Google Shape;483;p55"/>
              <p:cNvSpPr/>
              <p:nvPr/>
            </p:nvSpPr>
            <p:spPr>
              <a:xfrm>
                <a:off x="395025" y="514750"/>
                <a:ext cx="21725" cy="14300"/>
              </a:xfrm>
              <a:custGeom>
                <a:rect b="b" l="l" r="r" t="t"/>
                <a:pathLst>
                  <a:path extrusionOk="0" h="572" w="869">
                    <a:moveTo>
                      <a:pt x="572" y="1"/>
                    </a:moveTo>
                    <a:cubicBezTo>
                      <a:pt x="1" y="1"/>
                      <a:pt x="1" y="572"/>
                      <a:pt x="572" y="572"/>
                    </a:cubicBezTo>
                    <a:cubicBezTo>
                      <a:pt x="868" y="572"/>
                      <a:pt x="868" y="1"/>
                      <a:pt x="572"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4" name="Google Shape;484;p55"/>
              <p:cNvSpPr/>
              <p:nvPr/>
            </p:nvSpPr>
            <p:spPr>
              <a:xfrm>
                <a:off x="1094050" y="1399250"/>
                <a:ext cx="14300" cy="14275"/>
              </a:xfrm>
              <a:custGeom>
                <a:rect b="b" l="l" r="r" t="t"/>
                <a:pathLst>
                  <a:path extrusionOk="0" h="571" w="572">
                    <a:moveTo>
                      <a:pt x="298" y="0"/>
                    </a:moveTo>
                    <a:cubicBezTo>
                      <a:pt x="1" y="0"/>
                      <a:pt x="1" y="571"/>
                      <a:pt x="298" y="571"/>
                    </a:cubicBezTo>
                    <a:cubicBezTo>
                      <a:pt x="572" y="571"/>
                      <a:pt x="572" y="0"/>
                      <a:pt x="298"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5" name="Google Shape;485;p55"/>
              <p:cNvSpPr/>
              <p:nvPr/>
            </p:nvSpPr>
            <p:spPr>
              <a:xfrm>
                <a:off x="630700" y="1527625"/>
                <a:ext cx="21150" cy="14300"/>
              </a:xfrm>
              <a:custGeom>
                <a:rect b="b" l="l" r="r" t="t"/>
                <a:pathLst>
                  <a:path extrusionOk="0" h="572" w="846">
                    <a:moveTo>
                      <a:pt x="275" y="1"/>
                    </a:moveTo>
                    <a:cubicBezTo>
                      <a:pt x="1" y="1"/>
                      <a:pt x="1" y="571"/>
                      <a:pt x="275" y="571"/>
                    </a:cubicBezTo>
                    <a:cubicBezTo>
                      <a:pt x="845" y="571"/>
                      <a:pt x="845" y="1"/>
                      <a:pt x="275"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6" name="Google Shape;486;p55"/>
              <p:cNvSpPr/>
              <p:nvPr/>
            </p:nvSpPr>
            <p:spPr>
              <a:xfrm>
                <a:off x="987350" y="1256575"/>
                <a:ext cx="14300" cy="14300"/>
              </a:xfrm>
              <a:custGeom>
                <a:rect b="b" l="l" r="r" t="t"/>
                <a:pathLst>
                  <a:path extrusionOk="0" h="572" w="572">
                    <a:moveTo>
                      <a:pt x="275" y="1"/>
                    </a:moveTo>
                    <a:cubicBezTo>
                      <a:pt x="1" y="1"/>
                      <a:pt x="1" y="571"/>
                      <a:pt x="275" y="571"/>
                    </a:cubicBezTo>
                    <a:cubicBezTo>
                      <a:pt x="571" y="571"/>
                      <a:pt x="571" y="1"/>
                      <a:pt x="275"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7" name="Google Shape;487;p55"/>
              <p:cNvSpPr/>
              <p:nvPr/>
            </p:nvSpPr>
            <p:spPr>
              <a:xfrm>
                <a:off x="1778825" y="671675"/>
                <a:ext cx="21700" cy="14300"/>
              </a:xfrm>
              <a:custGeom>
                <a:rect b="b" l="l" r="r" t="t"/>
                <a:pathLst>
                  <a:path extrusionOk="0" h="572" w="868">
                    <a:moveTo>
                      <a:pt x="297" y="1"/>
                    </a:moveTo>
                    <a:cubicBezTo>
                      <a:pt x="0" y="1"/>
                      <a:pt x="0" y="571"/>
                      <a:pt x="297" y="571"/>
                    </a:cubicBezTo>
                    <a:cubicBezTo>
                      <a:pt x="868" y="571"/>
                      <a:pt x="868" y="1"/>
                      <a:pt x="297"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8" name="Google Shape;488;p55"/>
              <p:cNvSpPr/>
              <p:nvPr/>
            </p:nvSpPr>
            <p:spPr>
              <a:xfrm>
                <a:off x="1429600" y="1541900"/>
                <a:ext cx="21125" cy="14275"/>
              </a:xfrm>
              <a:custGeom>
                <a:rect b="b" l="l" r="r" t="t"/>
                <a:pathLst>
                  <a:path extrusionOk="0" h="571" w="845">
                    <a:moveTo>
                      <a:pt x="571" y="0"/>
                    </a:moveTo>
                    <a:cubicBezTo>
                      <a:pt x="0" y="0"/>
                      <a:pt x="0" y="571"/>
                      <a:pt x="571" y="571"/>
                    </a:cubicBezTo>
                    <a:cubicBezTo>
                      <a:pt x="845" y="571"/>
                      <a:pt x="845" y="0"/>
                      <a:pt x="571"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9" name="Google Shape;489;p55"/>
              <p:cNvSpPr/>
              <p:nvPr/>
            </p:nvSpPr>
            <p:spPr>
              <a:xfrm>
                <a:off x="1550575" y="1606375"/>
                <a:ext cx="21700" cy="14300"/>
              </a:xfrm>
              <a:custGeom>
                <a:rect b="b" l="l" r="r" t="t"/>
                <a:pathLst>
                  <a:path extrusionOk="0" h="572" w="868">
                    <a:moveTo>
                      <a:pt x="297" y="1"/>
                    </a:moveTo>
                    <a:cubicBezTo>
                      <a:pt x="0" y="1"/>
                      <a:pt x="0" y="571"/>
                      <a:pt x="297" y="571"/>
                    </a:cubicBezTo>
                    <a:cubicBezTo>
                      <a:pt x="868" y="571"/>
                      <a:pt x="868" y="1"/>
                      <a:pt x="297"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0" name="Google Shape;490;p55"/>
              <p:cNvSpPr/>
              <p:nvPr/>
            </p:nvSpPr>
            <p:spPr>
              <a:xfrm>
                <a:off x="2642200" y="1349600"/>
                <a:ext cx="21125" cy="14275"/>
              </a:xfrm>
              <a:custGeom>
                <a:rect b="b" l="l" r="r" t="t"/>
                <a:pathLst>
                  <a:path extrusionOk="0" h="571" w="845">
                    <a:moveTo>
                      <a:pt x="274" y="0"/>
                    </a:moveTo>
                    <a:cubicBezTo>
                      <a:pt x="0" y="0"/>
                      <a:pt x="0" y="571"/>
                      <a:pt x="274" y="571"/>
                    </a:cubicBezTo>
                    <a:cubicBezTo>
                      <a:pt x="845" y="571"/>
                      <a:pt x="845" y="0"/>
                      <a:pt x="274"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1" name="Google Shape;491;p55"/>
              <p:cNvSpPr/>
              <p:nvPr/>
            </p:nvSpPr>
            <p:spPr>
              <a:xfrm>
                <a:off x="2856175" y="778950"/>
                <a:ext cx="21150" cy="14300"/>
              </a:xfrm>
              <a:custGeom>
                <a:rect b="b" l="l" r="r" t="t"/>
                <a:pathLst>
                  <a:path extrusionOk="0" h="572" w="846">
                    <a:moveTo>
                      <a:pt x="274" y="1"/>
                    </a:moveTo>
                    <a:cubicBezTo>
                      <a:pt x="1" y="1"/>
                      <a:pt x="1" y="572"/>
                      <a:pt x="274" y="572"/>
                    </a:cubicBezTo>
                    <a:cubicBezTo>
                      <a:pt x="845" y="572"/>
                      <a:pt x="845" y="1"/>
                      <a:pt x="274"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2" name="Google Shape;492;p55"/>
              <p:cNvSpPr/>
              <p:nvPr/>
            </p:nvSpPr>
            <p:spPr>
              <a:xfrm>
                <a:off x="3070150" y="1056850"/>
                <a:ext cx="14300" cy="14300"/>
              </a:xfrm>
              <a:custGeom>
                <a:rect b="b" l="l" r="r" t="t"/>
                <a:pathLst>
                  <a:path extrusionOk="0" h="572" w="572">
                    <a:moveTo>
                      <a:pt x="275" y="1"/>
                    </a:moveTo>
                    <a:cubicBezTo>
                      <a:pt x="1" y="1"/>
                      <a:pt x="1" y="572"/>
                      <a:pt x="275" y="572"/>
                    </a:cubicBezTo>
                    <a:cubicBezTo>
                      <a:pt x="572" y="572"/>
                      <a:pt x="572" y="1"/>
                      <a:pt x="275"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3" name="Google Shape;493;p55"/>
              <p:cNvSpPr/>
              <p:nvPr/>
            </p:nvSpPr>
            <p:spPr>
              <a:xfrm>
                <a:off x="3533525" y="778950"/>
                <a:ext cx="21700" cy="14300"/>
              </a:xfrm>
              <a:custGeom>
                <a:rect b="b" l="l" r="r" t="t"/>
                <a:pathLst>
                  <a:path extrusionOk="0" h="572" w="868">
                    <a:moveTo>
                      <a:pt x="571" y="1"/>
                    </a:moveTo>
                    <a:cubicBezTo>
                      <a:pt x="0" y="1"/>
                      <a:pt x="0" y="572"/>
                      <a:pt x="571" y="572"/>
                    </a:cubicBezTo>
                    <a:cubicBezTo>
                      <a:pt x="868" y="572"/>
                      <a:pt x="868" y="1"/>
                      <a:pt x="571"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4" name="Google Shape;494;p55"/>
              <p:cNvSpPr/>
              <p:nvPr/>
            </p:nvSpPr>
            <p:spPr>
              <a:xfrm>
                <a:off x="3284150" y="622050"/>
                <a:ext cx="14300" cy="14275"/>
              </a:xfrm>
              <a:custGeom>
                <a:rect b="b" l="l" r="r" t="t"/>
                <a:pathLst>
                  <a:path extrusionOk="0" h="571" w="572">
                    <a:moveTo>
                      <a:pt x="274" y="0"/>
                    </a:moveTo>
                    <a:cubicBezTo>
                      <a:pt x="0" y="0"/>
                      <a:pt x="0" y="571"/>
                      <a:pt x="274" y="571"/>
                    </a:cubicBezTo>
                    <a:cubicBezTo>
                      <a:pt x="571" y="571"/>
                      <a:pt x="571" y="0"/>
                      <a:pt x="274"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5" name="Google Shape;495;p55"/>
              <p:cNvSpPr/>
              <p:nvPr/>
            </p:nvSpPr>
            <p:spPr>
              <a:xfrm>
                <a:off x="3312675" y="850300"/>
                <a:ext cx="21150" cy="14275"/>
              </a:xfrm>
              <a:custGeom>
                <a:rect b="b" l="l" r="r" t="t"/>
                <a:pathLst>
                  <a:path extrusionOk="0" h="571" w="846">
                    <a:moveTo>
                      <a:pt x="571" y="0"/>
                    </a:moveTo>
                    <a:cubicBezTo>
                      <a:pt x="1" y="0"/>
                      <a:pt x="1" y="571"/>
                      <a:pt x="571" y="571"/>
                    </a:cubicBezTo>
                    <a:cubicBezTo>
                      <a:pt x="845" y="571"/>
                      <a:pt x="845" y="0"/>
                      <a:pt x="571"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6" name="Google Shape;496;p55"/>
              <p:cNvSpPr/>
              <p:nvPr/>
            </p:nvSpPr>
            <p:spPr>
              <a:xfrm>
                <a:off x="4332400" y="2340775"/>
                <a:ext cx="21700" cy="14300"/>
              </a:xfrm>
              <a:custGeom>
                <a:rect b="b" l="l" r="r" t="t"/>
                <a:pathLst>
                  <a:path extrusionOk="0" h="572" w="868">
                    <a:moveTo>
                      <a:pt x="571" y="1"/>
                    </a:moveTo>
                    <a:cubicBezTo>
                      <a:pt x="1" y="1"/>
                      <a:pt x="1" y="571"/>
                      <a:pt x="571" y="571"/>
                    </a:cubicBezTo>
                    <a:cubicBezTo>
                      <a:pt x="868" y="571"/>
                      <a:pt x="868" y="1"/>
                      <a:pt x="571"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7" name="Google Shape;497;p55"/>
              <p:cNvSpPr/>
              <p:nvPr/>
            </p:nvSpPr>
            <p:spPr>
              <a:xfrm>
                <a:off x="3726400" y="2633525"/>
                <a:ext cx="21125" cy="14275"/>
              </a:xfrm>
              <a:custGeom>
                <a:rect b="b" l="l" r="r" t="t"/>
                <a:pathLst>
                  <a:path extrusionOk="0" h="571" w="845">
                    <a:moveTo>
                      <a:pt x="274" y="0"/>
                    </a:moveTo>
                    <a:cubicBezTo>
                      <a:pt x="0" y="0"/>
                      <a:pt x="0" y="571"/>
                      <a:pt x="274" y="571"/>
                    </a:cubicBezTo>
                    <a:cubicBezTo>
                      <a:pt x="845" y="571"/>
                      <a:pt x="845" y="0"/>
                      <a:pt x="274"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8" name="Google Shape;498;p55"/>
              <p:cNvSpPr/>
              <p:nvPr/>
            </p:nvSpPr>
            <p:spPr>
              <a:xfrm>
                <a:off x="4061350" y="2026925"/>
                <a:ext cx="14300" cy="14300"/>
              </a:xfrm>
              <a:custGeom>
                <a:rect b="b" l="l" r="r" t="t"/>
                <a:pathLst>
                  <a:path extrusionOk="0" h="572" w="572">
                    <a:moveTo>
                      <a:pt x="297" y="1"/>
                    </a:moveTo>
                    <a:cubicBezTo>
                      <a:pt x="1" y="1"/>
                      <a:pt x="1" y="571"/>
                      <a:pt x="297" y="571"/>
                    </a:cubicBezTo>
                    <a:cubicBezTo>
                      <a:pt x="571" y="571"/>
                      <a:pt x="571" y="1"/>
                      <a:pt x="297"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9" name="Google Shape;499;p55"/>
              <p:cNvSpPr/>
              <p:nvPr/>
            </p:nvSpPr>
            <p:spPr>
              <a:xfrm>
                <a:off x="2820225" y="1613225"/>
                <a:ext cx="21700" cy="14300"/>
              </a:xfrm>
              <a:custGeom>
                <a:rect b="b" l="l" r="r" t="t"/>
                <a:pathLst>
                  <a:path extrusionOk="0" h="572" w="868">
                    <a:moveTo>
                      <a:pt x="297" y="1"/>
                    </a:moveTo>
                    <a:cubicBezTo>
                      <a:pt x="1" y="1"/>
                      <a:pt x="1" y="571"/>
                      <a:pt x="297" y="571"/>
                    </a:cubicBezTo>
                    <a:cubicBezTo>
                      <a:pt x="868" y="571"/>
                      <a:pt x="868" y="1"/>
                      <a:pt x="297"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0" name="Google Shape;500;p55"/>
              <p:cNvSpPr/>
              <p:nvPr/>
            </p:nvSpPr>
            <p:spPr>
              <a:xfrm>
                <a:off x="3583725" y="1841475"/>
                <a:ext cx="21150" cy="14300"/>
              </a:xfrm>
              <a:custGeom>
                <a:rect b="b" l="l" r="r" t="t"/>
                <a:pathLst>
                  <a:path extrusionOk="0" h="572" w="846">
                    <a:moveTo>
                      <a:pt x="571" y="1"/>
                    </a:moveTo>
                    <a:cubicBezTo>
                      <a:pt x="1" y="1"/>
                      <a:pt x="1" y="571"/>
                      <a:pt x="571" y="571"/>
                    </a:cubicBezTo>
                    <a:cubicBezTo>
                      <a:pt x="845" y="571"/>
                      <a:pt x="845" y="1"/>
                      <a:pt x="571"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1" name="Google Shape;501;p55"/>
              <p:cNvSpPr/>
              <p:nvPr/>
            </p:nvSpPr>
            <p:spPr>
              <a:xfrm>
                <a:off x="3604850" y="1998400"/>
                <a:ext cx="21700" cy="14300"/>
              </a:xfrm>
              <a:custGeom>
                <a:rect b="b" l="l" r="r" t="t"/>
                <a:pathLst>
                  <a:path extrusionOk="0" h="572" w="868">
                    <a:moveTo>
                      <a:pt x="297" y="1"/>
                    </a:moveTo>
                    <a:cubicBezTo>
                      <a:pt x="0" y="1"/>
                      <a:pt x="0" y="571"/>
                      <a:pt x="297" y="571"/>
                    </a:cubicBezTo>
                    <a:cubicBezTo>
                      <a:pt x="868" y="571"/>
                      <a:pt x="868" y="1"/>
                      <a:pt x="297"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2" name="Google Shape;502;p55"/>
              <p:cNvSpPr/>
              <p:nvPr/>
            </p:nvSpPr>
            <p:spPr>
              <a:xfrm>
                <a:off x="3883325" y="1798675"/>
                <a:ext cx="21125" cy="14300"/>
              </a:xfrm>
              <a:custGeom>
                <a:rect b="b" l="l" r="r" t="t"/>
                <a:pathLst>
                  <a:path extrusionOk="0" h="572" w="845">
                    <a:moveTo>
                      <a:pt x="274" y="1"/>
                    </a:moveTo>
                    <a:cubicBezTo>
                      <a:pt x="0" y="1"/>
                      <a:pt x="0" y="571"/>
                      <a:pt x="274" y="571"/>
                    </a:cubicBezTo>
                    <a:cubicBezTo>
                      <a:pt x="845" y="571"/>
                      <a:pt x="845" y="1"/>
                      <a:pt x="274"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3" name="Google Shape;503;p55"/>
              <p:cNvSpPr/>
              <p:nvPr/>
            </p:nvSpPr>
            <p:spPr>
              <a:xfrm>
                <a:off x="4261075" y="1827200"/>
                <a:ext cx="14300" cy="14300"/>
              </a:xfrm>
              <a:custGeom>
                <a:rect b="b" l="l" r="r" t="t"/>
                <a:pathLst>
                  <a:path extrusionOk="0" h="572" w="572">
                    <a:moveTo>
                      <a:pt x="297" y="1"/>
                    </a:moveTo>
                    <a:cubicBezTo>
                      <a:pt x="0" y="1"/>
                      <a:pt x="0" y="572"/>
                      <a:pt x="297" y="572"/>
                    </a:cubicBezTo>
                    <a:cubicBezTo>
                      <a:pt x="571" y="572"/>
                      <a:pt x="571" y="1"/>
                      <a:pt x="297"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4" name="Google Shape;504;p55"/>
              <p:cNvSpPr/>
              <p:nvPr/>
            </p:nvSpPr>
            <p:spPr>
              <a:xfrm>
                <a:off x="4396875" y="793225"/>
                <a:ext cx="21150" cy="14300"/>
              </a:xfrm>
              <a:custGeom>
                <a:rect b="b" l="l" r="r" t="t"/>
                <a:pathLst>
                  <a:path extrusionOk="0" h="572" w="846">
                    <a:moveTo>
                      <a:pt x="571" y="1"/>
                    </a:moveTo>
                    <a:cubicBezTo>
                      <a:pt x="1" y="1"/>
                      <a:pt x="1" y="571"/>
                      <a:pt x="571" y="571"/>
                    </a:cubicBezTo>
                    <a:cubicBezTo>
                      <a:pt x="845" y="571"/>
                      <a:pt x="845" y="1"/>
                      <a:pt x="571"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5" name="Google Shape;505;p55"/>
              <p:cNvSpPr/>
              <p:nvPr/>
            </p:nvSpPr>
            <p:spPr>
              <a:xfrm>
                <a:off x="5102750" y="664825"/>
                <a:ext cx="14300" cy="14300"/>
              </a:xfrm>
              <a:custGeom>
                <a:rect b="b" l="l" r="r" t="t"/>
                <a:pathLst>
                  <a:path extrusionOk="0" h="572" w="572">
                    <a:moveTo>
                      <a:pt x="297" y="1"/>
                    </a:moveTo>
                    <a:cubicBezTo>
                      <a:pt x="1" y="1"/>
                      <a:pt x="1" y="572"/>
                      <a:pt x="297" y="572"/>
                    </a:cubicBezTo>
                    <a:cubicBezTo>
                      <a:pt x="571" y="572"/>
                      <a:pt x="571" y="1"/>
                      <a:pt x="297"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6" name="Google Shape;506;p55"/>
              <p:cNvSpPr/>
              <p:nvPr/>
            </p:nvSpPr>
            <p:spPr>
              <a:xfrm>
                <a:off x="4874500" y="1135600"/>
                <a:ext cx="21700" cy="14300"/>
              </a:xfrm>
              <a:custGeom>
                <a:rect b="b" l="l" r="r" t="t"/>
                <a:pathLst>
                  <a:path extrusionOk="0" h="572" w="868">
                    <a:moveTo>
                      <a:pt x="297" y="1"/>
                    </a:moveTo>
                    <a:cubicBezTo>
                      <a:pt x="1" y="1"/>
                      <a:pt x="1" y="571"/>
                      <a:pt x="297" y="571"/>
                    </a:cubicBezTo>
                    <a:cubicBezTo>
                      <a:pt x="868" y="571"/>
                      <a:pt x="868" y="1"/>
                      <a:pt x="297"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7" name="Google Shape;507;p55"/>
              <p:cNvSpPr/>
              <p:nvPr/>
            </p:nvSpPr>
            <p:spPr>
              <a:xfrm>
                <a:off x="5395500" y="1741625"/>
                <a:ext cx="21125" cy="14275"/>
              </a:xfrm>
              <a:custGeom>
                <a:rect b="b" l="l" r="r" t="t"/>
                <a:pathLst>
                  <a:path extrusionOk="0" h="571" w="845">
                    <a:moveTo>
                      <a:pt x="571" y="0"/>
                    </a:moveTo>
                    <a:cubicBezTo>
                      <a:pt x="0" y="0"/>
                      <a:pt x="0" y="571"/>
                      <a:pt x="571" y="571"/>
                    </a:cubicBezTo>
                    <a:cubicBezTo>
                      <a:pt x="845" y="571"/>
                      <a:pt x="845" y="0"/>
                      <a:pt x="571"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8" name="Google Shape;508;p55"/>
              <p:cNvSpPr/>
              <p:nvPr/>
            </p:nvSpPr>
            <p:spPr>
              <a:xfrm>
                <a:off x="5701925" y="1249725"/>
                <a:ext cx="21700" cy="14300"/>
              </a:xfrm>
              <a:custGeom>
                <a:rect b="b" l="l" r="r" t="t"/>
                <a:pathLst>
                  <a:path extrusionOk="0" h="572" w="868">
                    <a:moveTo>
                      <a:pt x="297" y="1"/>
                    </a:moveTo>
                    <a:cubicBezTo>
                      <a:pt x="0" y="1"/>
                      <a:pt x="0" y="571"/>
                      <a:pt x="297" y="571"/>
                    </a:cubicBezTo>
                    <a:cubicBezTo>
                      <a:pt x="868" y="571"/>
                      <a:pt x="868" y="1"/>
                      <a:pt x="297"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9" name="Google Shape;509;p55"/>
              <p:cNvSpPr/>
              <p:nvPr/>
            </p:nvSpPr>
            <p:spPr>
              <a:xfrm>
                <a:off x="5238575" y="1099650"/>
                <a:ext cx="14275" cy="14300"/>
              </a:xfrm>
              <a:custGeom>
                <a:rect b="b" l="l" r="r" t="t"/>
                <a:pathLst>
                  <a:path extrusionOk="0" h="572" w="571">
                    <a:moveTo>
                      <a:pt x="274" y="1"/>
                    </a:moveTo>
                    <a:cubicBezTo>
                      <a:pt x="0" y="1"/>
                      <a:pt x="0" y="571"/>
                      <a:pt x="274" y="571"/>
                    </a:cubicBezTo>
                    <a:cubicBezTo>
                      <a:pt x="571" y="571"/>
                      <a:pt x="571" y="1"/>
                      <a:pt x="274"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0" name="Google Shape;510;p55"/>
              <p:cNvSpPr/>
              <p:nvPr/>
            </p:nvSpPr>
            <p:spPr>
              <a:xfrm>
                <a:off x="5138700" y="871400"/>
                <a:ext cx="14300" cy="14300"/>
              </a:xfrm>
              <a:custGeom>
                <a:rect b="b" l="l" r="r" t="t"/>
                <a:pathLst>
                  <a:path extrusionOk="0" h="572" w="572">
                    <a:moveTo>
                      <a:pt x="275" y="1"/>
                    </a:moveTo>
                    <a:cubicBezTo>
                      <a:pt x="1" y="1"/>
                      <a:pt x="1" y="571"/>
                      <a:pt x="275" y="571"/>
                    </a:cubicBezTo>
                    <a:cubicBezTo>
                      <a:pt x="571" y="571"/>
                      <a:pt x="571" y="1"/>
                      <a:pt x="275"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1" name="Google Shape;511;p55"/>
              <p:cNvSpPr/>
              <p:nvPr/>
            </p:nvSpPr>
            <p:spPr>
              <a:xfrm>
                <a:off x="6522500" y="614625"/>
                <a:ext cx="21125" cy="14275"/>
              </a:xfrm>
              <a:custGeom>
                <a:rect b="b" l="l" r="r" t="t"/>
                <a:pathLst>
                  <a:path extrusionOk="0" h="571" w="845">
                    <a:moveTo>
                      <a:pt x="571" y="0"/>
                    </a:moveTo>
                    <a:cubicBezTo>
                      <a:pt x="0" y="0"/>
                      <a:pt x="0" y="571"/>
                      <a:pt x="571" y="571"/>
                    </a:cubicBezTo>
                    <a:cubicBezTo>
                      <a:pt x="845" y="571"/>
                      <a:pt x="845" y="0"/>
                      <a:pt x="571"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2" name="Google Shape;512;p55"/>
              <p:cNvSpPr/>
              <p:nvPr/>
            </p:nvSpPr>
            <p:spPr>
              <a:xfrm>
                <a:off x="6714800" y="1256575"/>
                <a:ext cx="21700" cy="14300"/>
              </a:xfrm>
              <a:custGeom>
                <a:rect b="b" l="l" r="r" t="t"/>
                <a:pathLst>
                  <a:path extrusionOk="0" h="572" w="868">
                    <a:moveTo>
                      <a:pt x="297" y="1"/>
                    </a:moveTo>
                    <a:cubicBezTo>
                      <a:pt x="0" y="1"/>
                      <a:pt x="0" y="571"/>
                      <a:pt x="297" y="571"/>
                    </a:cubicBezTo>
                    <a:cubicBezTo>
                      <a:pt x="868" y="571"/>
                      <a:pt x="868" y="1"/>
                      <a:pt x="297"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3" name="Google Shape;513;p55"/>
              <p:cNvSpPr/>
              <p:nvPr/>
            </p:nvSpPr>
            <p:spPr>
              <a:xfrm>
                <a:off x="6329625" y="1349600"/>
                <a:ext cx="14275" cy="14275"/>
              </a:xfrm>
              <a:custGeom>
                <a:rect b="b" l="l" r="r" t="t"/>
                <a:pathLst>
                  <a:path extrusionOk="0" h="571" w="571">
                    <a:moveTo>
                      <a:pt x="297" y="0"/>
                    </a:moveTo>
                    <a:cubicBezTo>
                      <a:pt x="0" y="0"/>
                      <a:pt x="0" y="571"/>
                      <a:pt x="297" y="571"/>
                    </a:cubicBezTo>
                    <a:cubicBezTo>
                      <a:pt x="571" y="571"/>
                      <a:pt x="571" y="0"/>
                      <a:pt x="297"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4" name="Google Shape;514;p55"/>
              <p:cNvSpPr/>
              <p:nvPr/>
            </p:nvSpPr>
            <p:spPr>
              <a:xfrm>
                <a:off x="6793550" y="1698825"/>
                <a:ext cx="21125" cy="14275"/>
              </a:xfrm>
              <a:custGeom>
                <a:rect b="b" l="l" r="r" t="t"/>
                <a:pathLst>
                  <a:path extrusionOk="0" h="571" w="845">
                    <a:moveTo>
                      <a:pt x="274" y="0"/>
                    </a:moveTo>
                    <a:cubicBezTo>
                      <a:pt x="0" y="0"/>
                      <a:pt x="0" y="571"/>
                      <a:pt x="274" y="571"/>
                    </a:cubicBezTo>
                    <a:cubicBezTo>
                      <a:pt x="845" y="571"/>
                      <a:pt x="845" y="0"/>
                      <a:pt x="274"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5" name="Google Shape;515;p55"/>
              <p:cNvSpPr/>
              <p:nvPr/>
            </p:nvSpPr>
            <p:spPr>
              <a:xfrm>
                <a:off x="7214100" y="950150"/>
                <a:ext cx="14275" cy="14300"/>
              </a:xfrm>
              <a:custGeom>
                <a:rect b="b" l="l" r="r" t="t"/>
                <a:pathLst>
                  <a:path extrusionOk="0" h="572" w="571">
                    <a:moveTo>
                      <a:pt x="297" y="1"/>
                    </a:moveTo>
                    <a:cubicBezTo>
                      <a:pt x="0" y="1"/>
                      <a:pt x="0" y="571"/>
                      <a:pt x="297" y="571"/>
                    </a:cubicBezTo>
                    <a:cubicBezTo>
                      <a:pt x="571" y="571"/>
                      <a:pt x="571" y="1"/>
                      <a:pt x="297"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6" name="Google Shape;516;p55"/>
              <p:cNvSpPr/>
              <p:nvPr/>
            </p:nvSpPr>
            <p:spPr>
              <a:xfrm>
                <a:off x="6864875" y="921625"/>
                <a:ext cx="21125" cy="14275"/>
              </a:xfrm>
              <a:custGeom>
                <a:rect b="b" l="l" r="r" t="t"/>
                <a:pathLst>
                  <a:path extrusionOk="0" h="571" w="845">
                    <a:moveTo>
                      <a:pt x="274" y="0"/>
                    </a:moveTo>
                    <a:cubicBezTo>
                      <a:pt x="0" y="0"/>
                      <a:pt x="0" y="571"/>
                      <a:pt x="274" y="571"/>
                    </a:cubicBezTo>
                    <a:cubicBezTo>
                      <a:pt x="845" y="571"/>
                      <a:pt x="845" y="0"/>
                      <a:pt x="274"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7" name="Google Shape;517;p55"/>
              <p:cNvSpPr/>
              <p:nvPr/>
            </p:nvSpPr>
            <p:spPr>
              <a:xfrm>
                <a:off x="7264325" y="557550"/>
                <a:ext cx="14275" cy="14300"/>
              </a:xfrm>
              <a:custGeom>
                <a:rect b="b" l="l" r="r" t="t"/>
                <a:pathLst>
                  <a:path extrusionOk="0" h="572" w="571">
                    <a:moveTo>
                      <a:pt x="274" y="1"/>
                    </a:moveTo>
                    <a:cubicBezTo>
                      <a:pt x="0" y="1"/>
                      <a:pt x="0" y="571"/>
                      <a:pt x="274" y="571"/>
                    </a:cubicBezTo>
                    <a:cubicBezTo>
                      <a:pt x="571" y="571"/>
                      <a:pt x="571" y="1"/>
                      <a:pt x="274"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8" name="Google Shape;518;p55"/>
              <p:cNvSpPr/>
              <p:nvPr/>
            </p:nvSpPr>
            <p:spPr>
              <a:xfrm>
                <a:off x="7093125" y="821750"/>
                <a:ext cx="14300" cy="14300"/>
              </a:xfrm>
              <a:custGeom>
                <a:rect b="b" l="l" r="r" t="t"/>
                <a:pathLst>
                  <a:path extrusionOk="0" h="572" w="572">
                    <a:moveTo>
                      <a:pt x="274" y="1"/>
                    </a:moveTo>
                    <a:cubicBezTo>
                      <a:pt x="0" y="1"/>
                      <a:pt x="0" y="572"/>
                      <a:pt x="274" y="572"/>
                    </a:cubicBezTo>
                    <a:cubicBezTo>
                      <a:pt x="571" y="572"/>
                      <a:pt x="571" y="1"/>
                      <a:pt x="274"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9" name="Google Shape;519;p55"/>
              <p:cNvSpPr/>
              <p:nvPr/>
            </p:nvSpPr>
            <p:spPr>
              <a:xfrm>
                <a:off x="6828925" y="657425"/>
                <a:ext cx="21700" cy="14275"/>
              </a:xfrm>
              <a:custGeom>
                <a:rect b="b" l="l" r="r" t="t"/>
                <a:pathLst>
                  <a:path extrusionOk="0" h="571" w="868">
                    <a:moveTo>
                      <a:pt x="297" y="0"/>
                    </a:moveTo>
                    <a:cubicBezTo>
                      <a:pt x="0" y="0"/>
                      <a:pt x="0" y="571"/>
                      <a:pt x="297" y="571"/>
                    </a:cubicBezTo>
                    <a:cubicBezTo>
                      <a:pt x="868" y="571"/>
                      <a:pt x="868" y="0"/>
                      <a:pt x="297"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0" name="Google Shape;520;p55"/>
              <p:cNvSpPr/>
              <p:nvPr/>
            </p:nvSpPr>
            <p:spPr>
              <a:xfrm>
                <a:off x="7078850" y="2469175"/>
                <a:ext cx="14300" cy="14300"/>
              </a:xfrm>
              <a:custGeom>
                <a:rect b="b" l="l" r="r" t="t"/>
                <a:pathLst>
                  <a:path extrusionOk="0" h="572" w="572">
                    <a:moveTo>
                      <a:pt x="275" y="0"/>
                    </a:moveTo>
                    <a:cubicBezTo>
                      <a:pt x="1" y="0"/>
                      <a:pt x="1" y="571"/>
                      <a:pt x="275" y="571"/>
                    </a:cubicBezTo>
                    <a:cubicBezTo>
                      <a:pt x="571" y="571"/>
                      <a:pt x="571" y="0"/>
                      <a:pt x="275"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1" name="Google Shape;521;p55"/>
              <p:cNvSpPr/>
              <p:nvPr/>
            </p:nvSpPr>
            <p:spPr>
              <a:xfrm>
                <a:off x="6465425" y="2141050"/>
                <a:ext cx="21150" cy="14300"/>
              </a:xfrm>
              <a:custGeom>
                <a:rect b="b" l="l" r="r" t="t"/>
                <a:pathLst>
                  <a:path extrusionOk="0" h="572" w="846">
                    <a:moveTo>
                      <a:pt x="571" y="1"/>
                    </a:moveTo>
                    <a:cubicBezTo>
                      <a:pt x="1" y="1"/>
                      <a:pt x="1" y="572"/>
                      <a:pt x="571" y="572"/>
                    </a:cubicBezTo>
                    <a:cubicBezTo>
                      <a:pt x="845" y="572"/>
                      <a:pt x="845" y="1"/>
                      <a:pt x="571"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2" name="Google Shape;522;p55"/>
              <p:cNvSpPr/>
              <p:nvPr/>
            </p:nvSpPr>
            <p:spPr>
              <a:xfrm>
                <a:off x="6515075" y="2804700"/>
                <a:ext cx="21700" cy="14300"/>
              </a:xfrm>
              <a:custGeom>
                <a:rect b="b" l="l" r="r" t="t"/>
                <a:pathLst>
                  <a:path extrusionOk="0" h="572" w="868">
                    <a:moveTo>
                      <a:pt x="571" y="1"/>
                    </a:moveTo>
                    <a:cubicBezTo>
                      <a:pt x="0" y="1"/>
                      <a:pt x="0" y="571"/>
                      <a:pt x="571" y="571"/>
                    </a:cubicBezTo>
                    <a:cubicBezTo>
                      <a:pt x="868" y="571"/>
                      <a:pt x="868" y="1"/>
                      <a:pt x="571"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3" name="Google Shape;523;p55"/>
              <p:cNvSpPr/>
              <p:nvPr/>
            </p:nvSpPr>
            <p:spPr>
              <a:xfrm>
                <a:off x="6700525" y="2733375"/>
                <a:ext cx="21700" cy="14300"/>
              </a:xfrm>
              <a:custGeom>
                <a:rect b="b" l="l" r="r" t="t"/>
                <a:pathLst>
                  <a:path extrusionOk="0" h="572" w="868">
                    <a:moveTo>
                      <a:pt x="297" y="1"/>
                    </a:moveTo>
                    <a:cubicBezTo>
                      <a:pt x="1" y="1"/>
                      <a:pt x="1" y="571"/>
                      <a:pt x="297" y="571"/>
                    </a:cubicBezTo>
                    <a:cubicBezTo>
                      <a:pt x="868" y="571"/>
                      <a:pt x="868" y="1"/>
                      <a:pt x="297"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4" name="Google Shape;524;p55"/>
              <p:cNvSpPr/>
              <p:nvPr/>
            </p:nvSpPr>
            <p:spPr>
              <a:xfrm>
                <a:off x="6985850" y="3153925"/>
                <a:ext cx="14275" cy="14300"/>
              </a:xfrm>
              <a:custGeom>
                <a:rect b="b" l="l" r="r" t="t"/>
                <a:pathLst>
                  <a:path extrusionOk="0" h="572" w="571">
                    <a:moveTo>
                      <a:pt x="297" y="1"/>
                    </a:moveTo>
                    <a:cubicBezTo>
                      <a:pt x="0" y="1"/>
                      <a:pt x="0" y="571"/>
                      <a:pt x="297" y="571"/>
                    </a:cubicBezTo>
                    <a:cubicBezTo>
                      <a:pt x="571" y="571"/>
                      <a:pt x="571" y="1"/>
                      <a:pt x="297"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5" name="Google Shape;525;p55"/>
              <p:cNvSpPr/>
              <p:nvPr/>
            </p:nvSpPr>
            <p:spPr>
              <a:xfrm>
                <a:off x="7142775" y="3560800"/>
                <a:ext cx="14275" cy="14275"/>
              </a:xfrm>
              <a:custGeom>
                <a:rect b="b" l="l" r="r" t="t"/>
                <a:pathLst>
                  <a:path extrusionOk="0" h="571" w="571">
                    <a:moveTo>
                      <a:pt x="297" y="0"/>
                    </a:moveTo>
                    <a:cubicBezTo>
                      <a:pt x="0" y="0"/>
                      <a:pt x="0" y="571"/>
                      <a:pt x="297" y="571"/>
                    </a:cubicBezTo>
                    <a:cubicBezTo>
                      <a:pt x="571" y="571"/>
                      <a:pt x="571" y="0"/>
                      <a:pt x="297"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6" name="Google Shape;526;p55"/>
              <p:cNvSpPr/>
              <p:nvPr/>
            </p:nvSpPr>
            <p:spPr>
              <a:xfrm>
                <a:off x="6572125" y="3346800"/>
                <a:ext cx="21725" cy="14300"/>
              </a:xfrm>
              <a:custGeom>
                <a:rect b="b" l="l" r="r" t="t"/>
                <a:pathLst>
                  <a:path extrusionOk="0" h="572" w="869">
                    <a:moveTo>
                      <a:pt x="572" y="1"/>
                    </a:moveTo>
                    <a:cubicBezTo>
                      <a:pt x="1" y="1"/>
                      <a:pt x="1" y="571"/>
                      <a:pt x="572" y="571"/>
                    </a:cubicBezTo>
                    <a:cubicBezTo>
                      <a:pt x="868" y="571"/>
                      <a:pt x="868" y="1"/>
                      <a:pt x="572"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7" name="Google Shape;527;p55"/>
              <p:cNvSpPr/>
              <p:nvPr/>
            </p:nvSpPr>
            <p:spPr>
              <a:xfrm>
                <a:off x="4974375" y="4024150"/>
                <a:ext cx="14275" cy="14275"/>
              </a:xfrm>
              <a:custGeom>
                <a:rect b="b" l="l" r="r" t="t"/>
                <a:pathLst>
                  <a:path extrusionOk="0" h="571" w="571">
                    <a:moveTo>
                      <a:pt x="297" y="0"/>
                    </a:moveTo>
                    <a:cubicBezTo>
                      <a:pt x="0" y="0"/>
                      <a:pt x="0" y="571"/>
                      <a:pt x="297" y="571"/>
                    </a:cubicBezTo>
                    <a:cubicBezTo>
                      <a:pt x="571" y="571"/>
                      <a:pt x="571" y="0"/>
                      <a:pt x="297"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8" name="Google Shape;528;p55"/>
              <p:cNvSpPr/>
              <p:nvPr/>
            </p:nvSpPr>
            <p:spPr>
              <a:xfrm>
                <a:off x="4246800" y="3589325"/>
                <a:ext cx="14300" cy="14300"/>
              </a:xfrm>
              <a:custGeom>
                <a:rect b="b" l="l" r="r" t="t"/>
                <a:pathLst>
                  <a:path extrusionOk="0" h="572" w="572">
                    <a:moveTo>
                      <a:pt x="298" y="0"/>
                    </a:moveTo>
                    <a:cubicBezTo>
                      <a:pt x="1" y="0"/>
                      <a:pt x="1" y="571"/>
                      <a:pt x="298" y="571"/>
                    </a:cubicBezTo>
                    <a:cubicBezTo>
                      <a:pt x="571" y="571"/>
                      <a:pt x="571" y="0"/>
                      <a:pt x="298"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9" name="Google Shape;529;p55"/>
              <p:cNvSpPr/>
              <p:nvPr/>
            </p:nvSpPr>
            <p:spPr>
              <a:xfrm>
                <a:off x="4539550" y="3389600"/>
                <a:ext cx="21125" cy="14300"/>
              </a:xfrm>
              <a:custGeom>
                <a:rect b="b" l="l" r="r" t="t"/>
                <a:pathLst>
                  <a:path extrusionOk="0" h="572" w="845">
                    <a:moveTo>
                      <a:pt x="571" y="1"/>
                    </a:moveTo>
                    <a:cubicBezTo>
                      <a:pt x="0" y="1"/>
                      <a:pt x="0" y="571"/>
                      <a:pt x="571" y="571"/>
                    </a:cubicBezTo>
                    <a:cubicBezTo>
                      <a:pt x="845" y="571"/>
                      <a:pt x="845" y="1"/>
                      <a:pt x="571"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0" name="Google Shape;530;p55"/>
              <p:cNvSpPr/>
              <p:nvPr/>
            </p:nvSpPr>
            <p:spPr>
              <a:xfrm>
                <a:off x="4411150" y="3632125"/>
                <a:ext cx="28550" cy="14275"/>
              </a:xfrm>
              <a:custGeom>
                <a:rect b="b" l="l" r="r" t="t"/>
                <a:pathLst>
                  <a:path extrusionOk="0" h="571" w="1142">
                    <a:moveTo>
                      <a:pt x="571" y="0"/>
                    </a:moveTo>
                    <a:cubicBezTo>
                      <a:pt x="0" y="0"/>
                      <a:pt x="0" y="571"/>
                      <a:pt x="571" y="571"/>
                    </a:cubicBezTo>
                    <a:lnTo>
                      <a:pt x="845" y="571"/>
                    </a:lnTo>
                    <a:cubicBezTo>
                      <a:pt x="1142" y="571"/>
                      <a:pt x="1142" y="0"/>
                      <a:pt x="845"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1" name="Google Shape;531;p55"/>
              <p:cNvSpPr/>
              <p:nvPr/>
            </p:nvSpPr>
            <p:spPr>
              <a:xfrm>
                <a:off x="4924725" y="3646375"/>
                <a:ext cx="14275" cy="14300"/>
              </a:xfrm>
              <a:custGeom>
                <a:rect b="b" l="l" r="r" t="t"/>
                <a:pathLst>
                  <a:path extrusionOk="0" h="572" w="571">
                    <a:moveTo>
                      <a:pt x="274" y="1"/>
                    </a:moveTo>
                    <a:cubicBezTo>
                      <a:pt x="0" y="1"/>
                      <a:pt x="0" y="572"/>
                      <a:pt x="274" y="572"/>
                    </a:cubicBezTo>
                    <a:cubicBezTo>
                      <a:pt x="571" y="572"/>
                      <a:pt x="571" y="1"/>
                      <a:pt x="274"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2" name="Google Shape;532;p55"/>
              <p:cNvSpPr/>
              <p:nvPr/>
            </p:nvSpPr>
            <p:spPr>
              <a:xfrm>
                <a:off x="4532125" y="4095475"/>
                <a:ext cx="21700" cy="14300"/>
              </a:xfrm>
              <a:custGeom>
                <a:rect b="b" l="l" r="r" t="t"/>
                <a:pathLst>
                  <a:path extrusionOk="0" h="572" w="868">
                    <a:moveTo>
                      <a:pt x="571" y="0"/>
                    </a:moveTo>
                    <a:cubicBezTo>
                      <a:pt x="0" y="0"/>
                      <a:pt x="0" y="571"/>
                      <a:pt x="571" y="571"/>
                    </a:cubicBezTo>
                    <a:cubicBezTo>
                      <a:pt x="868" y="571"/>
                      <a:pt x="868" y="0"/>
                      <a:pt x="571"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3" name="Google Shape;533;p55"/>
              <p:cNvSpPr/>
              <p:nvPr/>
            </p:nvSpPr>
            <p:spPr>
              <a:xfrm>
                <a:off x="5416600" y="2676300"/>
                <a:ext cx="21725" cy="14300"/>
              </a:xfrm>
              <a:custGeom>
                <a:rect b="b" l="l" r="r" t="t"/>
                <a:pathLst>
                  <a:path extrusionOk="0" h="572" w="869">
                    <a:moveTo>
                      <a:pt x="571" y="1"/>
                    </a:moveTo>
                    <a:cubicBezTo>
                      <a:pt x="1" y="1"/>
                      <a:pt x="1" y="572"/>
                      <a:pt x="571" y="572"/>
                    </a:cubicBezTo>
                    <a:cubicBezTo>
                      <a:pt x="868" y="572"/>
                      <a:pt x="868" y="1"/>
                      <a:pt x="571"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4" name="Google Shape;534;p55"/>
              <p:cNvSpPr/>
              <p:nvPr/>
            </p:nvSpPr>
            <p:spPr>
              <a:xfrm>
                <a:off x="5067375" y="3096875"/>
                <a:ext cx="14300" cy="14275"/>
              </a:xfrm>
              <a:custGeom>
                <a:rect b="b" l="l" r="r" t="t"/>
                <a:pathLst>
                  <a:path extrusionOk="0" h="571" w="572">
                    <a:moveTo>
                      <a:pt x="274" y="0"/>
                    </a:moveTo>
                    <a:cubicBezTo>
                      <a:pt x="1" y="0"/>
                      <a:pt x="1" y="571"/>
                      <a:pt x="274" y="571"/>
                    </a:cubicBezTo>
                    <a:cubicBezTo>
                      <a:pt x="571" y="571"/>
                      <a:pt x="571" y="0"/>
                      <a:pt x="274"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5" name="Google Shape;535;p55"/>
              <p:cNvSpPr/>
              <p:nvPr/>
            </p:nvSpPr>
            <p:spPr>
              <a:xfrm>
                <a:off x="5110175" y="3318275"/>
                <a:ext cx="14300" cy="14300"/>
              </a:xfrm>
              <a:custGeom>
                <a:rect b="b" l="l" r="r" t="t"/>
                <a:pathLst>
                  <a:path extrusionOk="0" h="572" w="572">
                    <a:moveTo>
                      <a:pt x="274" y="0"/>
                    </a:moveTo>
                    <a:cubicBezTo>
                      <a:pt x="0" y="0"/>
                      <a:pt x="0" y="571"/>
                      <a:pt x="274" y="571"/>
                    </a:cubicBezTo>
                    <a:cubicBezTo>
                      <a:pt x="571" y="571"/>
                      <a:pt x="571" y="0"/>
                      <a:pt x="274"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6" name="Google Shape;536;p55"/>
              <p:cNvSpPr/>
              <p:nvPr/>
            </p:nvSpPr>
            <p:spPr>
              <a:xfrm>
                <a:off x="4839125" y="3196725"/>
                <a:ext cx="21125" cy="14300"/>
              </a:xfrm>
              <a:custGeom>
                <a:rect b="b" l="l" r="r" t="t"/>
                <a:pathLst>
                  <a:path extrusionOk="0" h="572" w="845">
                    <a:moveTo>
                      <a:pt x="274" y="1"/>
                    </a:moveTo>
                    <a:cubicBezTo>
                      <a:pt x="0" y="1"/>
                      <a:pt x="0" y="571"/>
                      <a:pt x="274" y="571"/>
                    </a:cubicBezTo>
                    <a:cubicBezTo>
                      <a:pt x="845" y="571"/>
                      <a:pt x="845" y="1"/>
                      <a:pt x="274"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7" name="Google Shape;537;p55"/>
              <p:cNvSpPr/>
              <p:nvPr/>
            </p:nvSpPr>
            <p:spPr>
              <a:xfrm>
                <a:off x="2784850" y="4238125"/>
                <a:ext cx="21125" cy="14300"/>
              </a:xfrm>
              <a:custGeom>
                <a:rect b="b" l="l" r="r" t="t"/>
                <a:pathLst>
                  <a:path extrusionOk="0" h="572" w="845">
                    <a:moveTo>
                      <a:pt x="274" y="1"/>
                    </a:moveTo>
                    <a:cubicBezTo>
                      <a:pt x="0" y="1"/>
                      <a:pt x="0" y="571"/>
                      <a:pt x="274" y="571"/>
                    </a:cubicBezTo>
                    <a:cubicBezTo>
                      <a:pt x="845" y="571"/>
                      <a:pt x="845" y="1"/>
                      <a:pt x="274"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8" name="Google Shape;538;p55"/>
              <p:cNvSpPr/>
              <p:nvPr/>
            </p:nvSpPr>
            <p:spPr>
              <a:xfrm>
                <a:off x="2756325" y="4587925"/>
                <a:ext cx="21125" cy="14300"/>
              </a:xfrm>
              <a:custGeom>
                <a:rect b="b" l="l" r="r" t="t"/>
                <a:pathLst>
                  <a:path extrusionOk="0" h="572" w="845">
                    <a:moveTo>
                      <a:pt x="274" y="1"/>
                    </a:moveTo>
                    <a:cubicBezTo>
                      <a:pt x="0" y="1"/>
                      <a:pt x="0" y="571"/>
                      <a:pt x="274" y="571"/>
                    </a:cubicBezTo>
                    <a:cubicBezTo>
                      <a:pt x="845" y="571"/>
                      <a:pt x="845" y="1"/>
                      <a:pt x="274"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9" name="Google Shape;539;p55"/>
              <p:cNvSpPr/>
              <p:nvPr/>
            </p:nvSpPr>
            <p:spPr>
              <a:xfrm>
                <a:off x="3170025" y="4773375"/>
                <a:ext cx="14300" cy="14300"/>
              </a:xfrm>
              <a:custGeom>
                <a:rect b="b" l="l" r="r" t="t"/>
                <a:pathLst>
                  <a:path extrusionOk="0" h="572" w="572">
                    <a:moveTo>
                      <a:pt x="274" y="1"/>
                    </a:moveTo>
                    <a:cubicBezTo>
                      <a:pt x="0" y="1"/>
                      <a:pt x="0" y="571"/>
                      <a:pt x="274" y="571"/>
                    </a:cubicBezTo>
                    <a:cubicBezTo>
                      <a:pt x="571" y="571"/>
                      <a:pt x="571" y="1"/>
                      <a:pt x="274"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0" name="Google Shape;540;p55"/>
              <p:cNvSpPr/>
              <p:nvPr/>
            </p:nvSpPr>
            <p:spPr>
              <a:xfrm>
                <a:off x="3633375" y="4445275"/>
                <a:ext cx="21700" cy="14275"/>
              </a:xfrm>
              <a:custGeom>
                <a:rect b="b" l="l" r="r" t="t"/>
                <a:pathLst>
                  <a:path extrusionOk="0" h="571" w="868">
                    <a:moveTo>
                      <a:pt x="297" y="0"/>
                    </a:moveTo>
                    <a:cubicBezTo>
                      <a:pt x="1" y="0"/>
                      <a:pt x="1" y="571"/>
                      <a:pt x="297" y="571"/>
                    </a:cubicBezTo>
                    <a:cubicBezTo>
                      <a:pt x="868" y="571"/>
                      <a:pt x="868" y="0"/>
                      <a:pt x="297"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1" name="Google Shape;541;p55"/>
              <p:cNvSpPr/>
              <p:nvPr/>
            </p:nvSpPr>
            <p:spPr>
              <a:xfrm>
                <a:off x="1878675" y="4723175"/>
                <a:ext cx="14300" cy="14275"/>
              </a:xfrm>
              <a:custGeom>
                <a:rect b="b" l="l" r="r" t="t"/>
                <a:pathLst>
                  <a:path extrusionOk="0" h="571" w="572">
                    <a:moveTo>
                      <a:pt x="297" y="0"/>
                    </a:moveTo>
                    <a:cubicBezTo>
                      <a:pt x="1" y="0"/>
                      <a:pt x="1" y="571"/>
                      <a:pt x="297" y="571"/>
                    </a:cubicBezTo>
                    <a:cubicBezTo>
                      <a:pt x="571" y="571"/>
                      <a:pt x="571" y="0"/>
                      <a:pt x="297"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2" name="Google Shape;542;p55"/>
              <p:cNvSpPr/>
              <p:nvPr/>
            </p:nvSpPr>
            <p:spPr>
              <a:xfrm>
                <a:off x="1957425" y="5015900"/>
                <a:ext cx="14300" cy="14300"/>
              </a:xfrm>
              <a:custGeom>
                <a:rect b="b" l="l" r="r" t="t"/>
                <a:pathLst>
                  <a:path extrusionOk="0" h="572" w="572">
                    <a:moveTo>
                      <a:pt x="275" y="1"/>
                    </a:moveTo>
                    <a:cubicBezTo>
                      <a:pt x="1" y="1"/>
                      <a:pt x="1" y="571"/>
                      <a:pt x="275" y="571"/>
                    </a:cubicBezTo>
                    <a:cubicBezTo>
                      <a:pt x="571" y="571"/>
                      <a:pt x="571" y="1"/>
                      <a:pt x="275"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3" name="Google Shape;543;p55"/>
              <p:cNvSpPr/>
              <p:nvPr/>
            </p:nvSpPr>
            <p:spPr>
              <a:xfrm>
                <a:off x="1051275" y="4188475"/>
                <a:ext cx="14275" cy="14300"/>
              </a:xfrm>
              <a:custGeom>
                <a:rect b="b" l="l" r="r" t="t"/>
                <a:pathLst>
                  <a:path extrusionOk="0" h="572" w="571">
                    <a:moveTo>
                      <a:pt x="297" y="1"/>
                    </a:moveTo>
                    <a:cubicBezTo>
                      <a:pt x="0" y="1"/>
                      <a:pt x="0" y="572"/>
                      <a:pt x="297" y="572"/>
                    </a:cubicBezTo>
                    <a:cubicBezTo>
                      <a:pt x="571" y="572"/>
                      <a:pt x="571" y="1"/>
                      <a:pt x="297"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4" name="Google Shape;544;p55"/>
              <p:cNvSpPr/>
              <p:nvPr/>
            </p:nvSpPr>
            <p:spPr>
              <a:xfrm>
                <a:off x="1379375" y="3831850"/>
                <a:ext cx="21700" cy="14275"/>
              </a:xfrm>
              <a:custGeom>
                <a:rect b="b" l="l" r="r" t="t"/>
                <a:pathLst>
                  <a:path extrusionOk="0" h="571" w="868">
                    <a:moveTo>
                      <a:pt x="571" y="0"/>
                    </a:moveTo>
                    <a:cubicBezTo>
                      <a:pt x="1" y="0"/>
                      <a:pt x="1" y="571"/>
                      <a:pt x="571" y="571"/>
                    </a:cubicBezTo>
                    <a:cubicBezTo>
                      <a:pt x="868" y="571"/>
                      <a:pt x="868" y="0"/>
                      <a:pt x="571"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5" name="Google Shape;545;p55"/>
              <p:cNvSpPr/>
              <p:nvPr/>
            </p:nvSpPr>
            <p:spPr>
              <a:xfrm>
                <a:off x="1379375" y="4009875"/>
                <a:ext cx="21700" cy="14300"/>
              </a:xfrm>
              <a:custGeom>
                <a:rect b="b" l="l" r="r" t="t"/>
                <a:pathLst>
                  <a:path extrusionOk="0" h="572" w="868">
                    <a:moveTo>
                      <a:pt x="571" y="1"/>
                    </a:moveTo>
                    <a:cubicBezTo>
                      <a:pt x="1" y="1"/>
                      <a:pt x="1" y="571"/>
                      <a:pt x="571" y="571"/>
                    </a:cubicBezTo>
                    <a:cubicBezTo>
                      <a:pt x="868" y="571"/>
                      <a:pt x="868" y="1"/>
                      <a:pt x="571"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6" name="Google Shape;546;p55"/>
              <p:cNvSpPr/>
              <p:nvPr/>
            </p:nvSpPr>
            <p:spPr>
              <a:xfrm>
                <a:off x="1543725" y="4102900"/>
                <a:ext cx="21125" cy="14275"/>
              </a:xfrm>
              <a:custGeom>
                <a:rect b="b" l="l" r="r" t="t"/>
                <a:pathLst>
                  <a:path extrusionOk="0" h="571" w="845">
                    <a:moveTo>
                      <a:pt x="274" y="0"/>
                    </a:moveTo>
                    <a:cubicBezTo>
                      <a:pt x="0" y="0"/>
                      <a:pt x="0" y="571"/>
                      <a:pt x="274" y="571"/>
                    </a:cubicBezTo>
                    <a:cubicBezTo>
                      <a:pt x="845" y="571"/>
                      <a:pt x="845" y="0"/>
                      <a:pt x="274"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7" name="Google Shape;547;p55"/>
              <p:cNvSpPr/>
              <p:nvPr/>
            </p:nvSpPr>
            <p:spPr>
              <a:xfrm>
                <a:off x="1493500" y="4466375"/>
                <a:ext cx="21725" cy="14300"/>
              </a:xfrm>
              <a:custGeom>
                <a:rect b="b" l="l" r="r" t="t"/>
                <a:pathLst>
                  <a:path extrusionOk="0" h="572" w="869">
                    <a:moveTo>
                      <a:pt x="571" y="1"/>
                    </a:moveTo>
                    <a:cubicBezTo>
                      <a:pt x="1" y="1"/>
                      <a:pt x="1" y="571"/>
                      <a:pt x="571" y="571"/>
                    </a:cubicBezTo>
                    <a:cubicBezTo>
                      <a:pt x="868" y="571"/>
                      <a:pt x="868" y="1"/>
                      <a:pt x="571"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8" name="Google Shape;548;p55"/>
              <p:cNvSpPr/>
              <p:nvPr/>
            </p:nvSpPr>
            <p:spPr>
              <a:xfrm>
                <a:off x="502325" y="5122600"/>
                <a:ext cx="21125" cy="14300"/>
              </a:xfrm>
              <a:custGeom>
                <a:rect b="b" l="l" r="r" t="t"/>
                <a:pathLst>
                  <a:path extrusionOk="0" h="572" w="845">
                    <a:moveTo>
                      <a:pt x="571" y="1"/>
                    </a:moveTo>
                    <a:cubicBezTo>
                      <a:pt x="0" y="1"/>
                      <a:pt x="0" y="572"/>
                      <a:pt x="571" y="572"/>
                    </a:cubicBezTo>
                    <a:cubicBezTo>
                      <a:pt x="845" y="572"/>
                      <a:pt x="845" y="1"/>
                      <a:pt x="571"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9" name="Google Shape;549;p55"/>
              <p:cNvSpPr/>
              <p:nvPr/>
            </p:nvSpPr>
            <p:spPr>
              <a:xfrm>
                <a:off x="452100" y="4509175"/>
                <a:ext cx="21700" cy="14300"/>
              </a:xfrm>
              <a:custGeom>
                <a:rect b="b" l="l" r="r" t="t"/>
                <a:pathLst>
                  <a:path extrusionOk="0" h="572" w="868">
                    <a:moveTo>
                      <a:pt x="571" y="1"/>
                    </a:moveTo>
                    <a:cubicBezTo>
                      <a:pt x="0" y="1"/>
                      <a:pt x="0" y="571"/>
                      <a:pt x="571" y="571"/>
                    </a:cubicBezTo>
                    <a:cubicBezTo>
                      <a:pt x="868" y="571"/>
                      <a:pt x="868" y="1"/>
                      <a:pt x="571"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0" name="Google Shape;550;p55"/>
              <p:cNvSpPr/>
              <p:nvPr/>
            </p:nvSpPr>
            <p:spPr>
              <a:xfrm>
                <a:off x="751675" y="4559400"/>
                <a:ext cx="21725" cy="14275"/>
              </a:xfrm>
              <a:custGeom>
                <a:rect b="b" l="l" r="r" t="t"/>
                <a:pathLst>
                  <a:path extrusionOk="0" h="571" w="869">
                    <a:moveTo>
                      <a:pt x="298" y="0"/>
                    </a:moveTo>
                    <a:cubicBezTo>
                      <a:pt x="1" y="0"/>
                      <a:pt x="1" y="571"/>
                      <a:pt x="298" y="571"/>
                    </a:cubicBezTo>
                    <a:cubicBezTo>
                      <a:pt x="868" y="571"/>
                      <a:pt x="868" y="0"/>
                      <a:pt x="298"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1" name="Google Shape;551;p55"/>
              <p:cNvSpPr/>
              <p:nvPr/>
            </p:nvSpPr>
            <p:spPr>
              <a:xfrm>
                <a:off x="673500" y="4716325"/>
                <a:ext cx="21150" cy="14275"/>
              </a:xfrm>
              <a:custGeom>
                <a:rect b="b" l="l" r="r" t="t"/>
                <a:pathLst>
                  <a:path extrusionOk="0" h="571" w="846">
                    <a:moveTo>
                      <a:pt x="275" y="0"/>
                    </a:moveTo>
                    <a:cubicBezTo>
                      <a:pt x="1" y="0"/>
                      <a:pt x="1" y="571"/>
                      <a:pt x="275" y="571"/>
                    </a:cubicBezTo>
                    <a:cubicBezTo>
                      <a:pt x="845" y="571"/>
                      <a:pt x="845" y="0"/>
                      <a:pt x="275"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2" name="Google Shape;552;p55"/>
              <p:cNvSpPr/>
              <p:nvPr/>
            </p:nvSpPr>
            <p:spPr>
              <a:xfrm>
                <a:off x="587900" y="3147075"/>
                <a:ext cx="21150" cy="14300"/>
              </a:xfrm>
              <a:custGeom>
                <a:rect b="b" l="l" r="r" t="t"/>
                <a:pathLst>
                  <a:path extrusionOk="0" h="572" w="846">
                    <a:moveTo>
                      <a:pt x="275" y="1"/>
                    </a:moveTo>
                    <a:cubicBezTo>
                      <a:pt x="1" y="1"/>
                      <a:pt x="1" y="571"/>
                      <a:pt x="275" y="571"/>
                    </a:cubicBezTo>
                    <a:cubicBezTo>
                      <a:pt x="845" y="571"/>
                      <a:pt x="845" y="1"/>
                      <a:pt x="275"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3" name="Google Shape;553;p55"/>
              <p:cNvSpPr/>
              <p:nvPr/>
            </p:nvSpPr>
            <p:spPr>
              <a:xfrm>
                <a:off x="858950" y="2711700"/>
                <a:ext cx="14300" cy="14275"/>
              </a:xfrm>
              <a:custGeom>
                <a:rect b="b" l="l" r="r" t="t"/>
                <a:pathLst>
                  <a:path extrusionOk="0" h="571" w="572">
                    <a:moveTo>
                      <a:pt x="275" y="0"/>
                    </a:moveTo>
                    <a:cubicBezTo>
                      <a:pt x="1" y="0"/>
                      <a:pt x="1" y="571"/>
                      <a:pt x="275" y="571"/>
                    </a:cubicBezTo>
                    <a:cubicBezTo>
                      <a:pt x="572" y="571"/>
                      <a:pt x="572" y="0"/>
                      <a:pt x="275"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4" name="Google Shape;554;p55"/>
              <p:cNvSpPr/>
              <p:nvPr/>
            </p:nvSpPr>
            <p:spPr>
              <a:xfrm>
                <a:off x="602175" y="2362475"/>
                <a:ext cx="21150" cy="14275"/>
              </a:xfrm>
              <a:custGeom>
                <a:rect b="b" l="l" r="r" t="t"/>
                <a:pathLst>
                  <a:path extrusionOk="0" h="571" w="846">
                    <a:moveTo>
                      <a:pt x="274" y="0"/>
                    </a:moveTo>
                    <a:cubicBezTo>
                      <a:pt x="1" y="0"/>
                      <a:pt x="1" y="571"/>
                      <a:pt x="274" y="571"/>
                    </a:cubicBezTo>
                    <a:cubicBezTo>
                      <a:pt x="845" y="571"/>
                      <a:pt x="845" y="0"/>
                      <a:pt x="274"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5" name="Google Shape;555;p55"/>
              <p:cNvSpPr/>
              <p:nvPr/>
            </p:nvSpPr>
            <p:spPr>
              <a:xfrm>
                <a:off x="551950" y="2619250"/>
                <a:ext cx="21725" cy="14300"/>
              </a:xfrm>
              <a:custGeom>
                <a:rect b="b" l="l" r="r" t="t"/>
                <a:pathLst>
                  <a:path extrusionOk="0" h="572" w="869">
                    <a:moveTo>
                      <a:pt x="298" y="0"/>
                    </a:moveTo>
                    <a:cubicBezTo>
                      <a:pt x="1" y="0"/>
                      <a:pt x="1" y="571"/>
                      <a:pt x="298" y="571"/>
                    </a:cubicBezTo>
                    <a:cubicBezTo>
                      <a:pt x="868" y="571"/>
                      <a:pt x="868" y="0"/>
                      <a:pt x="298"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6" name="Google Shape;556;p55"/>
              <p:cNvSpPr/>
              <p:nvPr/>
            </p:nvSpPr>
            <p:spPr>
              <a:xfrm>
                <a:off x="445250" y="1791825"/>
                <a:ext cx="21150" cy="14300"/>
              </a:xfrm>
              <a:custGeom>
                <a:rect b="b" l="l" r="r" t="t"/>
                <a:pathLst>
                  <a:path extrusionOk="0" h="572" w="846">
                    <a:moveTo>
                      <a:pt x="571" y="1"/>
                    </a:moveTo>
                    <a:cubicBezTo>
                      <a:pt x="1" y="1"/>
                      <a:pt x="1" y="571"/>
                      <a:pt x="571" y="571"/>
                    </a:cubicBezTo>
                    <a:cubicBezTo>
                      <a:pt x="845" y="571"/>
                      <a:pt x="845" y="1"/>
                      <a:pt x="571"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7" name="Google Shape;557;p55"/>
              <p:cNvSpPr/>
              <p:nvPr/>
            </p:nvSpPr>
            <p:spPr>
              <a:xfrm>
                <a:off x="423575" y="1228050"/>
                <a:ext cx="21700" cy="14300"/>
              </a:xfrm>
              <a:custGeom>
                <a:rect b="b" l="l" r="r" t="t"/>
                <a:pathLst>
                  <a:path extrusionOk="0" h="572" w="868">
                    <a:moveTo>
                      <a:pt x="571" y="0"/>
                    </a:moveTo>
                    <a:cubicBezTo>
                      <a:pt x="0" y="0"/>
                      <a:pt x="0" y="571"/>
                      <a:pt x="571" y="571"/>
                    </a:cubicBezTo>
                    <a:cubicBezTo>
                      <a:pt x="868" y="571"/>
                      <a:pt x="868" y="0"/>
                      <a:pt x="571"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8" name="Google Shape;558;p55"/>
              <p:cNvSpPr/>
              <p:nvPr/>
            </p:nvSpPr>
            <p:spPr>
              <a:xfrm>
                <a:off x="958825" y="978675"/>
                <a:ext cx="14275" cy="14300"/>
              </a:xfrm>
              <a:custGeom>
                <a:rect b="b" l="l" r="r" t="t"/>
                <a:pathLst>
                  <a:path extrusionOk="0" h="572" w="571">
                    <a:moveTo>
                      <a:pt x="274" y="1"/>
                    </a:moveTo>
                    <a:cubicBezTo>
                      <a:pt x="0" y="1"/>
                      <a:pt x="0" y="571"/>
                      <a:pt x="274" y="571"/>
                    </a:cubicBezTo>
                    <a:cubicBezTo>
                      <a:pt x="571" y="571"/>
                      <a:pt x="571" y="1"/>
                      <a:pt x="274"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9" name="Google Shape;559;p55"/>
              <p:cNvSpPr/>
              <p:nvPr/>
            </p:nvSpPr>
            <p:spPr>
              <a:xfrm>
                <a:off x="837275" y="1820375"/>
                <a:ext cx="14300" cy="14275"/>
              </a:xfrm>
              <a:custGeom>
                <a:rect b="b" l="l" r="r" t="t"/>
                <a:pathLst>
                  <a:path extrusionOk="0" h="571" w="572">
                    <a:moveTo>
                      <a:pt x="297" y="0"/>
                    </a:moveTo>
                    <a:cubicBezTo>
                      <a:pt x="1" y="0"/>
                      <a:pt x="1" y="571"/>
                      <a:pt x="297" y="571"/>
                    </a:cubicBezTo>
                    <a:cubicBezTo>
                      <a:pt x="571" y="571"/>
                      <a:pt x="571" y="0"/>
                      <a:pt x="297"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0" name="Google Shape;560;p55"/>
              <p:cNvSpPr/>
              <p:nvPr/>
            </p:nvSpPr>
            <p:spPr>
              <a:xfrm>
                <a:off x="1308050" y="2255175"/>
                <a:ext cx="21700" cy="14300"/>
              </a:xfrm>
              <a:custGeom>
                <a:rect b="b" l="l" r="r" t="t"/>
                <a:pathLst>
                  <a:path extrusionOk="0" h="572" w="868">
                    <a:moveTo>
                      <a:pt x="571" y="1"/>
                    </a:moveTo>
                    <a:cubicBezTo>
                      <a:pt x="0" y="1"/>
                      <a:pt x="0" y="572"/>
                      <a:pt x="571" y="572"/>
                    </a:cubicBezTo>
                    <a:cubicBezTo>
                      <a:pt x="868" y="572"/>
                      <a:pt x="868" y="1"/>
                      <a:pt x="571"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1" name="Google Shape;561;p55"/>
              <p:cNvSpPr/>
              <p:nvPr/>
            </p:nvSpPr>
            <p:spPr>
              <a:xfrm>
                <a:off x="5381225" y="4309450"/>
                <a:ext cx="21150" cy="14300"/>
              </a:xfrm>
              <a:custGeom>
                <a:rect b="b" l="l" r="r" t="t"/>
                <a:pathLst>
                  <a:path extrusionOk="0" h="572" w="846">
                    <a:moveTo>
                      <a:pt x="571" y="1"/>
                    </a:moveTo>
                    <a:cubicBezTo>
                      <a:pt x="0" y="1"/>
                      <a:pt x="0" y="572"/>
                      <a:pt x="571" y="572"/>
                    </a:cubicBezTo>
                    <a:cubicBezTo>
                      <a:pt x="845" y="572"/>
                      <a:pt x="845" y="1"/>
                      <a:pt x="571"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2" name="Google Shape;562;p55"/>
              <p:cNvSpPr/>
              <p:nvPr/>
            </p:nvSpPr>
            <p:spPr>
              <a:xfrm>
                <a:off x="5302475" y="4794500"/>
                <a:ext cx="14300" cy="14275"/>
              </a:xfrm>
              <a:custGeom>
                <a:rect b="b" l="l" r="r" t="t"/>
                <a:pathLst>
                  <a:path extrusionOk="0" h="571" w="572">
                    <a:moveTo>
                      <a:pt x="297" y="0"/>
                    </a:moveTo>
                    <a:cubicBezTo>
                      <a:pt x="1" y="0"/>
                      <a:pt x="1" y="571"/>
                      <a:pt x="297" y="571"/>
                    </a:cubicBezTo>
                    <a:cubicBezTo>
                      <a:pt x="571" y="571"/>
                      <a:pt x="571" y="0"/>
                      <a:pt x="297"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3" name="Google Shape;563;p55"/>
              <p:cNvSpPr/>
              <p:nvPr/>
            </p:nvSpPr>
            <p:spPr>
              <a:xfrm>
                <a:off x="6094525" y="3910025"/>
                <a:ext cx="14275" cy="14275"/>
              </a:xfrm>
              <a:custGeom>
                <a:rect b="b" l="l" r="r" t="t"/>
                <a:pathLst>
                  <a:path extrusionOk="0" h="571" w="571">
                    <a:moveTo>
                      <a:pt x="274" y="0"/>
                    </a:moveTo>
                    <a:cubicBezTo>
                      <a:pt x="0" y="0"/>
                      <a:pt x="0" y="571"/>
                      <a:pt x="274" y="571"/>
                    </a:cubicBezTo>
                    <a:cubicBezTo>
                      <a:pt x="571" y="571"/>
                      <a:pt x="571" y="0"/>
                      <a:pt x="274"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4" name="Google Shape;564;p55"/>
              <p:cNvSpPr/>
              <p:nvPr/>
            </p:nvSpPr>
            <p:spPr>
              <a:xfrm>
                <a:off x="2905825" y="3881475"/>
                <a:ext cx="14275" cy="14300"/>
              </a:xfrm>
              <a:custGeom>
                <a:rect b="b" l="l" r="r" t="t"/>
                <a:pathLst>
                  <a:path extrusionOk="0" h="572" w="571">
                    <a:moveTo>
                      <a:pt x="297" y="1"/>
                    </a:moveTo>
                    <a:cubicBezTo>
                      <a:pt x="0" y="1"/>
                      <a:pt x="0" y="572"/>
                      <a:pt x="297" y="572"/>
                    </a:cubicBezTo>
                    <a:cubicBezTo>
                      <a:pt x="571" y="572"/>
                      <a:pt x="571" y="1"/>
                      <a:pt x="297"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5" name="Google Shape;565;p55"/>
              <p:cNvSpPr/>
              <p:nvPr/>
            </p:nvSpPr>
            <p:spPr>
              <a:xfrm>
                <a:off x="2399675" y="3032950"/>
                <a:ext cx="21125" cy="14300"/>
              </a:xfrm>
              <a:custGeom>
                <a:rect b="b" l="l" r="r" t="t"/>
                <a:pathLst>
                  <a:path extrusionOk="0" h="572" w="845">
                    <a:moveTo>
                      <a:pt x="571" y="1"/>
                    </a:moveTo>
                    <a:cubicBezTo>
                      <a:pt x="0" y="1"/>
                      <a:pt x="0" y="571"/>
                      <a:pt x="571" y="571"/>
                    </a:cubicBezTo>
                    <a:cubicBezTo>
                      <a:pt x="845" y="571"/>
                      <a:pt x="845" y="1"/>
                      <a:pt x="571"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6" name="Google Shape;566;p55"/>
              <p:cNvSpPr/>
              <p:nvPr/>
            </p:nvSpPr>
            <p:spPr>
              <a:xfrm>
                <a:off x="2663300" y="2797275"/>
                <a:ext cx="21700" cy="14300"/>
              </a:xfrm>
              <a:custGeom>
                <a:rect b="b" l="l" r="r" t="t"/>
                <a:pathLst>
                  <a:path extrusionOk="0" h="572" w="868">
                    <a:moveTo>
                      <a:pt x="297" y="1"/>
                    </a:moveTo>
                    <a:cubicBezTo>
                      <a:pt x="1" y="1"/>
                      <a:pt x="1" y="572"/>
                      <a:pt x="297" y="572"/>
                    </a:cubicBezTo>
                    <a:cubicBezTo>
                      <a:pt x="868" y="572"/>
                      <a:pt x="868" y="1"/>
                      <a:pt x="297"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7" name="Google Shape;567;p55"/>
              <p:cNvSpPr/>
              <p:nvPr/>
            </p:nvSpPr>
            <p:spPr>
              <a:xfrm>
                <a:off x="2905825" y="2861775"/>
                <a:ext cx="14275" cy="14275"/>
              </a:xfrm>
              <a:custGeom>
                <a:rect b="b" l="l" r="r" t="t"/>
                <a:pathLst>
                  <a:path extrusionOk="0" h="571" w="571">
                    <a:moveTo>
                      <a:pt x="297" y="0"/>
                    </a:moveTo>
                    <a:cubicBezTo>
                      <a:pt x="0" y="0"/>
                      <a:pt x="0" y="571"/>
                      <a:pt x="297" y="571"/>
                    </a:cubicBezTo>
                    <a:cubicBezTo>
                      <a:pt x="571" y="571"/>
                      <a:pt x="571" y="0"/>
                      <a:pt x="297"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8" name="Google Shape;568;p55"/>
              <p:cNvSpPr/>
              <p:nvPr/>
            </p:nvSpPr>
            <p:spPr>
              <a:xfrm>
                <a:off x="2691825" y="3175625"/>
                <a:ext cx="21725" cy="14275"/>
              </a:xfrm>
              <a:custGeom>
                <a:rect b="b" l="l" r="r" t="t"/>
                <a:pathLst>
                  <a:path extrusionOk="0" h="571" w="869">
                    <a:moveTo>
                      <a:pt x="298" y="0"/>
                    </a:moveTo>
                    <a:cubicBezTo>
                      <a:pt x="1" y="0"/>
                      <a:pt x="1" y="571"/>
                      <a:pt x="298" y="571"/>
                    </a:cubicBezTo>
                    <a:cubicBezTo>
                      <a:pt x="868" y="571"/>
                      <a:pt x="868" y="0"/>
                      <a:pt x="298"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9" name="Google Shape;569;p55"/>
              <p:cNvSpPr/>
              <p:nvPr/>
            </p:nvSpPr>
            <p:spPr>
              <a:xfrm>
                <a:off x="2121200" y="3795900"/>
                <a:ext cx="14300" cy="14275"/>
              </a:xfrm>
              <a:custGeom>
                <a:rect b="b" l="l" r="r" t="t"/>
                <a:pathLst>
                  <a:path extrusionOk="0" h="571" w="572">
                    <a:moveTo>
                      <a:pt x="297" y="0"/>
                    </a:moveTo>
                    <a:cubicBezTo>
                      <a:pt x="1" y="0"/>
                      <a:pt x="1" y="571"/>
                      <a:pt x="297" y="571"/>
                    </a:cubicBezTo>
                    <a:cubicBezTo>
                      <a:pt x="571" y="571"/>
                      <a:pt x="571" y="0"/>
                      <a:pt x="297"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0" name="Google Shape;570;p55"/>
              <p:cNvSpPr/>
              <p:nvPr/>
            </p:nvSpPr>
            <p:spPr>
              <a:xfrm>
                <a:off x="2192525" y="3325125"/>
                <a:ext cx="14300" cy="14275"/>
              </a:xfrm>
              <a:custGeom>
                <a:rect b="b" l="l" r="r" t="t"/>
                <a:pathLst>
                  <a:path extrusionOk="0" h="571" w="572">
                    <a:moveTo>
                      <a:pt x="297" y="0"/>
                    </a:moveTo>
                    <a:cubicBezTo>
                      <a:pt x="1" y="0"/>
                      <a:pt x="1" y="571"/>
                      <a:pt x="297" y="571"/>
                    </a:cubicBezTo>
                    <a:cubicBezTo>
                      <a:pt x="571" y="571"/>
                      <a:pt x="571" y="0"/>
                      <a:pt x="297"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1" name="Google Shape;571;p55"/>
              <p:cNvSpPr/>
              <p:nvPr/>
            </p:nvSpPr>
            <p:spPr>
              <a:xfrm>
                <a:off x="2413925" y="2055475"/>
                <a:ext cx="21150" cy="14275"/>
              </a:xfrm>
              <a:custGeom>
                <a:rect b="b" l="l" r="r" t="t"/>
                <a:pathLst>
                  <a:path extrusionOk="0" h="571" w="846">
                    <a:moveTo>
                      <a:pt x="572" y="0"/>
                    </a:moveTo>
                    <a:cubicBezTo>
                      <a:pt x="1" y="0"/>
                      <a:pt x="1" y="571"/>
                      <a:pt x="572" y="571"/>
                    </a:cubicBezTo>
                    <a:cubicBezTo>
                      <a:pt x="845" y="571"/>
                      <a:pt x="845" y="0"/>
                      <a:pt x="572"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2" name="Google Shape;572;p55"/>
              <p:cNvSpPr/>
              <p:nvPr/>
            </p:nvSpPr>
            <p:spPr>
              <a:xfrm>
                <a:off x="2670725" y="2276875"/>
                <a:ext cx="21125" cy="14275"/>
              </a:xfrm>
              <a:custGeom>
                <a:rect b="b" l="l" r="r" t="t"/>
                <a:pathLst>
                  <a:path extrusionOk="0" h="571" w="845">
                    <a:moveTo>
                      <a:pt x="274" y="0"/>
                    </a:moveTo>
                    <a:cubicBezTo>
                      <a:pt x="0" y="0"/>
                      <a:pt x="0" y="571"/>
                      <a:pt x="274" y="571"/>
                    </a:cubicBezTo>
                    <a:cubicBezTo>
                      <a:pt x="845" y="571"/>
                      <a:pt x="845" y="0"/>
                      <a:pt x="274"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3" name="Google Shape;573;p55"/>
              <p:cNvSpPr/>
              <p:nvPr/>
            </p:nvSpPr>
            <p:spPr>
              <a:xfrm>
                <a:off x="2485275" y="2633525"/>
                <a:ext cx="21125" cy="14275"/>
              </a:xfrm>
              <a:custGeom>
                <a:rect b="b" l="l" r="r" t="t"/>
                <a:pathLst>
                  <a:path extrusionOk="0" h="571" w="845">
                    <a:moveTo>
                      <a:pt x="571" y="0"/>
                    </a:moveTo>
                    <a:cubicBezTo>
                      <a:pt x="0" y="0"/>
                      <a:pt x="0" y="571"/>
                      <a:pt x="571" y="571"/>
                    </a:cubicBezTo>
                    <a:cubicBezTo>
                      <a:pt x="845" y="571"/>
                      <a:pt x="845" y="0"/>
                      <a:pt x="571"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4" name="Google Shape;574;p55"/>
              <p:cNvSpPr/>
              <p:nvPr/>
            </p:nvSpPr>
            <p:spPr>
              <a:xfrm>
                <a:off x="2477850" y="721900"/>
                <a:ext cx="21700" cy="14300"/>
              </a:xfrm>
              <a:custGeom>
                <a:rect b="b" l="l" r="r" t="t"/>
                <a:pathLst>
                  <a:path extrusionOk="0" h="572" w="868">
                    <a:moveTo>
                      <a:pt x="571" y="0"/>
                    </a:moveTo>
                    <a:cubicBezTo>
                      <a:pt x="0" y="0"/>
                      <a:pt x="0" y="571"/>
                      <a:pt x="571" y="571"/>
                    </a:cubicBezTo>
                    <a:cubicBezTo>
                      <a:pt x="868" y="571"/>
                      <a:pt x="868" y="0"/>
                      <a:pt x="571"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5" name="Google Shape;575;p55"/>
              <p:cNvSpPr/>
              <p:nvPr/>
            </p:nvSpPr>
            <p:spPr>
              <a:xfrm>
                <a:off x="2071550" y="2155325"/>
                <a:ext cx="14300" cy="14300"/>
              </a:xfrm>
              <a:custGeom>
                <a:rect b="b" l="l" r="r" t="t"/>
                <a:pathLst>
                  <a:path extrusionOk="0" h="572" w="572">
                    <a:moveTo>
                      <a:pt x="275" y="1"/>
                    </a:moveTo>
                    <a:cubicBezTo>
                      <a:pt x="1" y="1"/>
                      <a:pt x="1" y="571"/>
                      <a:pt x="275" y="571"/>
                    </a:cubicBezTo>
                    <a:cubicBezTo>
                      <a:pt x="571" y="571"/>
                      <a:pt x="571" y="1"/>
                      <a:pt x="275"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6" name="Google Shape;576;p55"/>
              <p:cNvSpPr/>
              <p:nvPr/>
            </p:nvSpPr>
            <p:spPr>
              <a:xfrm>
                <a:off x="1664700" y="3061500"/>
                <a:ext cx="21700" cy="14275"/>
              </a:xfrm>
              <a:custGeom>
                <a:rect b="b" l="l" r="r" t="t"/>
                <a:pathLst>
                  <a:path extrusionOk="0" h="571" w="868">
                    <a:moveTo>
                      <a:pt x="297" y="0"/>
                    </a:moveTo>
                    <a:cubicBezTo>
                      <a:pt x="0" y="0"/>
                      <a:pt x="0" y="571"/>
                      <a:pt x="297" y="571"/>
                    </a:cubicBezTo>
                    <a:cubicBezTo>
                      <a:pt x="868" y="571"/>
                      <a:pt x="868" y="0"/>
                      <a:pt x="297"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7" name="Google Shape;577;p55"/>
              <p:cNvSpPr/>
              <p:nvPr/>
            </p:nvSpPr>
            <p:spPr>
              <a:xfrm>
                <a:off x="573650" y="3539100"/>
                <a:ext cx="21125" cy="14300"/>
              </a:xfrm>
              <a:custGeom>
                <a:rect b="b" l="l" r="r" t="t"/>
                <a:pathLst>
                  <a:path extrusionOk="0" h="572" w="845">
                    <a:moveTo>
                      <a:pt x="274" y="1"/>
                    </a:moveTo>
                    <a:cubicBezTo>
                      <a:pt x="0" y="1"/>
                      <a:pt x="0" y="571"/>
                      <a:pt x="274" y="571"/>
                    </a:cubicBezTo>
                    <a:cubicBezTo>
                      <a:pt x="845" y="571"/>
                      <a:pt x="845" y="1"/>
                      <a:pt x="274"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8" name="Google Shape;578;p55"/>
              <p:cNvSpPr/>
              <p:nvPr/>
            </p:nvSpPr>
            <p:spPr>
              <a:xfrm>
                <a:off x="2392250" y="4274075"/>
                <a:ext cx="21700" cy="14300"/>
              </a:xfrm>
              <a:custGeom>
                <a:rect b="b" l="l" r="r" t="t"/>
                <a:pathLst>
                  <a:path extrusionOk="0" h="572" w="868">
                    <a:moveTo>
                      <a:pt x="571" y="1"/>
                    </a:moveTo>
                    <a:cubicBezTo>
                      <a:pt x="1" y="1"/>
                      <a:pt x="1" y="571"/>
                      <a:pt x="571" y="571"/>
                    </a:cubicBezTo>
                    <a:cubicBezTo>
                      <a:pt x="868" y="571"/>
                      <a:pt x="868" y="1"/>
                      <a:pt x="571"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9" name="Google Shape;579;p55"/>
              <p:cNvSpPr/>
              <p:nvPr/>
            </p:nvSpPr>
            <p:spPr>
              <a:xfrm>
                <a:off x="3818825" y="4102900"/>
                <a:ext cx="21725" cy="14275"/>
              </a:xfrm>
              <a:custGeom>
                <a:rect b="b" l="l" r="r" t="t"/>
                <a:pathLst>
                  <a:path extrusionOk="0" h="571" w="869">
                    <a:moveTo>
                      <a:pt x="298" y="0"/>
                    </a:moveTo>
                    <a:cubicBezTo>
                      <a:pt x="1" y="0"/>
                      <a:pt x="1" y="571"/>
                      <a:pt x="298" y="571"/>
                    </a:cubicBezTo>
                    <a:cubicBezTo>
                      <a:pt x="868" y="571"/>
                      <a:pt x="868" y="0"/>
                      <a:pt x="298"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0" name="Google Shape;580;p55"/>
              <p:cNvSpPr/>
              <p:nvPr/>
            </p:nvSpPr>
            <p:spPr>
              <a:xfrm>
                <a:off x="4617725" y="5151150"/>
                <a:ext cx="21700" cy="14275"/>
              </a:xfrm>
              <a:custGeom>
                <a:rect b="b" l="l" r="r" t="t"/>
                <a:pathLst>
                  <a:path extrusionOk="0" h="571" w="868">
                    <a:moveTo>
                      <a:pt x="571" y="0"/>
                    </a:moveTo>
                    <a:cubicBezTo>
                      <a:pt x="0" y="0"/>
                      <a:pt x="0" y="571"/>
                      <a:pt x="571" y="571"/>
                    </a:cubicBezTo>
                    <a:cubicBezTo>
                      <a:pt x="868" y="571"/>
                      <a:pt x="868" y="0"/>
                      <a:pt x="571"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1" name="Google Shape;581;p55"/>
              <p:cNvSpPr/>
              <p:nvPr/>
            </p:nvSpPr>
            <p:spPr>
              <a:xfrm>
                <a:off x="6094525" y="4437850"/>
                <a:ext cx="14275" cy="14300"/>
              </a:xfrm>
              <a:custGeom>
                <a:rect b="b" l="l" r="r" t="t"/>
                <a:pathLst>
                  <a:path extrusionOk="0" h="572" w="571">
                    <a:moveTo>
                      <a:pt x="274" y="1"/>
                    </a:moveTo>
                    <a:cubicBezTo>
                      <a:pt x="0" y="1"/>
                      <a:pt x="0" y="571"/>
                      <a:pt x="274" y="571"/>
                    </a:cubicBezTo>
                    <a:cubicBezTo>
                      <a:pt x="571" y="571"/>
                      <a:pt x="571" y="1"/>
                      <a:pt x="274"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2" name="Google Shape;582;p55"/>
              <p:cNvSpPr/>
              <p:nvPr/>
            </p:nvSpPr>
            <p:spPr>
              <a:xfrm>
                <a:off x="6900250" y="4423575"/>
                <a:ext cx="21700" cy="14300"/>
              </a:xfrm>
              <a:custGeom>
                <a:rect b="b" l="l" r="r" t="t"/>
                <a:pathLst>
                  <a:path extrusionOk="0" h="572" w="868">
                    <a:moveTo>
                      <a:pt x="297" y="1"/>
                    </a:moveTo>
                    <a:cubicBezTo>
                      <a:pt x="0" y="1"/>
                      <a:pt x="0" y="572"/>
                      <a:pt x="297" y="572"/>
                    </a:cubicBezTo>
                    <a:cubicBezTo>
                      <a:pt x="868" y="572"/>
                      <a:pt x="868" y="1"/>
                      <a:pt x="297"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3" name="Google Shape;583;p55"/>
              <p:cNvSpPr/>
              <p:nvPr/>
            </p:nvSpPr>
            <p:spPr>
              <a:xfrm>
                <a:off x="6950475" y="4109750"/>
                <a:ext cx="21125" cy="14275"/>
              </a:xfrm>
              <a:custGeom>
                <a:rect b="b" l="l" r="r" t="t"/>
                <a:pathLst>
                  <a:path extrusionOk="0" h="571" w="845">
                    <a:moveTo>
                      <a:pt x="274" y="0"/>
                    </a:moveTo>
                    <a:cubicBezTo>
                      <a:pt x="0" y="0"/>
                      <a:pt x="0" y="571"/>
                      <a:pt x="274" y="571"/>
                    </a:cubicBezTo>
                    <a:cubicBezTo>
                      <a:pt x="845" y="571"/>
                      <a:pt x="845" y="0"/>
                      <a:pt x="274"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4" name="Google Shape;584;p55"/>
              <p:cNvSpPr/>
              <p:nvPr/>
            </p:nvSpPr>
            <p:spPr>
              <a:xfrm>
                <a:off x="6557875" y="3967075"/>
                <a:ext cx="21700" cy="14300"/>
              </a:xfrm>
              <a:custGeom>
                <a:rect b="b" l="l" r="r" t="t"/>
                <a:pathLst>
                  <a:path extrusionOk="0" h="572" w="868">
                    <a:moveTo>
                      <a:pt x="571" y="1"/>
                    </a:moveTo>
                    <a:cubicBezTo>
                      <a:pt x="0" y="1"/>
                      <a:pt x="0" y="571"/>
                      <a:pt x="571" y="571"/>
                    </a:cubicBezTo>
                    <a:cubicBezTo>
                      <a:pt x="868" y="571"/>
                      <a:pt x="868" y="1"/>
                      <a:pt x="571"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5" name="Google Shape;585;p55"/>
              <p:cNvSpPr/>
              <p:nvPr/>
            </p:nvSpPr>
            <p:spPr>
              <a:xfrm>
                <a:off x="6515075" y="4388200"/>
                <a:ext cx="21700" cy="14300"/>
              </a:xfrm>
              <a:custGeom>
                <a:rect b="b" l="l" r="r" t="t"/>
                <a:pathLst>
                  <a:path extrusionOk="0" h="572" w="868">
                    <a:moveTo>
                      <a:pt x="571" y="1"/>
                    </a:moveTo>
                    <a:cubicBezTo>
                      <a:pt x="0" y="1"/>
                      <a:pt x="0" y="571"/>
                      <a:pt x="571" y="571"/>
                    </a:cubicBezTo>
                    <a:cubicBezTo>
                      <a:pt x="868" y="571"/>
                      <a:pt x="868" y="1"/>
                      <a:pt x="571"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6" name="Google Shape;586;p55"/>
              <p:cNvSpPr/>
              <p:nvPr/>
            </p:nvSpPr>
            <p:spPr>
              <a:xfrm>
                <a:off x="6707950" y="4131425"/>
                <a:ext cx="21125" cy="14300"/>
              </a:xfrm>
              <a:custGeom>
                <a:rect b="b" l="l" r="r" t="t"/>
                <a:pathLst>
                  <a:path extrusionOk="0" h="572" w="845">
                    <a:moveTo>
                      <a:pt x="274" y="0"/>
                    </a:moveTo>
                    <a:cubicBezTo>
                      <a:pt x="0" y="0"/>
                      <a:pt x="0" y="571"/>
                      <a:pt x="274" y="571"/>
                    </a:cubicBezTo>
                    <a:cubicBezTo>
                      <a:pt x="845" y="571"/>
                      <a:pt x="845" y="0"/>
                      <a:pt x="274"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7" name="Google Shape;587;p55"/>
              <p:cNvSpPr/>
              <p:nvPr/>
            </p:nvSpPr>
            <p:spPr>
              <a:xfrm>
                <a:off x="6800400" y="4045825"/>
                <a:ext cx="21700" cy="14300"/>
              </a:xfrm>
              <a:custGeom>
                <a:rect b="b" l="l" r="r" t="t"/>
                <a:pathLst>
                  <a:path extrusionOk="0" h="572" w="868">
                    <a:moveTo>
                      <a:pt x="297" y="1"/>
                    </a:moveTo>
                    <a:cubicBezTo>
                      <a:pt x="0" y="1"/>
                      <a:pt x="0" y="571"/>
                      <a:pt x="297" y="571"/>
                    </a:cubicBezTo>
                    <a:cubicBezTo>
                      <a:pt x="867" y="571"/>
                      <a:pt x="867" y="1"/>
                      <a:pt x="297"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8" name="Google Shape;588;p55"/>
              <p:cNvSpPr/>
              <p:nvPr/>
            </p:nvSpPr>
            <p:spPr>
              <a:xfrm>
                <a:off x="6822075" y="4409325"/>
                <a:ext cx="21125" cy="14275"/>
              </a:xfrm>
              <a:custGeom>
                <a:rect b="b" l="l" r="r" t="t"/>
                <a:pathLst>
                  <a:path extrusionOk="0" h="571" w="845">
                    <a:moveTo>
                      <a:pt x="274" y="0"/>
                    </a:moveTo>
                    <a:cubicBezTo>
                      <a:pt x="0" y="0"/>
                      <a:pt x="0" y="571"/>
                      <a:pt x="274" y="571"/>
                    </a:cubicBezTo>
                    <a:cubicBezTo>
                      <a:pt x="845" y="571"/>
                      <a:pt x="845" y="0"/>
                      <a:pt x="274"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9" name="Google Shape;589;p55"/>
              <p:cNvSpPr/>
              <p:nvPr/>
            </p:nvSpPr>
            <p:spPr>
              <a:xfrm>
                <a:off x="6921925" y="5201350"/>
                <a:ext cx="21150" cy="14300"/>
              </a:xfrm>
              <a:custGeom>
                <a:rect b="b" l="l" r="r" t="t"/>
                <a:pathLst>
                  <a:path extrusionOk="0" h="572" w="846">
                    <a:moveTo>
                      <a:pt x="275" y="1"/>
                    </a:moveTo>
                    <a:cubicBezTo>
                      <a:pt x="1" y="1"/>
                      <a:pt x="1" y="571"/>
                      <a:pt x="275" y="571"/>
                    </a:cubicBezTo>
                    <a:cubicBezTo>
                      <a:pt x="845" y="571"/>
                      <a:pt x="845" y="1"/>
                      <a:pt x="275"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0" name="Google Shape;590;p55"/>
              <p:cNvSpPr/>
              <p:nvPr/>
            </p:nvSpPr>
            <p:spPr>
              <a:xfrm>
                <a:off x="7150175" y="4060100"/>
                <a:ext cx="14300" cy="14275"/>
              </a:xfrm>
              <a:custGeom>
                <a:rect b="b" l="l" r="r" t="t"/>
                <a:pathLst>
                  <a:path extrusionOk="0" h="571" w="572">
                    <a:moveTo>
                      <a:pt x="275" y="0"/>
                    </a:moveTo>
                    <a:cubicBezTo>
                      <a:pt x="1" y="0"/>
                      <a:pt x="1" y="571"/>
                      <a:pt x="275" y="571"/>
                    </a:cubicBezTo>
                    <a:cubicBezTo>
                      <a:pt x="572" y="571"/>
                      <a:pt x="572" y="0"/>
                      <a:pt x="275"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1" name="Google Shape;591;p55"/>
              <p:cNvSpPr/>
              <p:nvPr/>
            </p:nvSpPr>
            <p:spPr>
              <a:xfrm>
                <a:off x="5794925" y="2990150"/>
                <a:ext cx="21150" cy="14300"/>
              </a:xfrm>
              <a:custGeom>
                <a:rect b="b" l="l" r="r" t="t"/>
                <a:pathLst>
                  <a:path extrusionOk="0" h="572" w="846">
                    <a:moveTo>
                      <a:pt x="275" y="1"/>
                    </a:moveTo>
                    <a:cubicBezTo>
                      <a:pt x="1" y="1"/>
                      <a:pt x="1" y="572"/>
                      <a:pt x="275" y="572"/>
                    </a:cubicBezTo>
                    <a:cubicBezTo>
                      <a:pt x="845" y="572"/>
                      <a:pt x="845" y="1"/>
                      <a:pt x="275"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2" name="Google Shape;592;p55"/>
              <p:cNvSpPr/>
              <p:nvPr/>
            </p:nvSpPr>
            <p:spPr>
              <a:xfrm>
                <a:off x="5944450" y="2169600"/>
                <a:ext cx="21700" cy="14275"/>
              </a:xfrm>
              <a:custGeom>
                <a:rect b="b" l="l" r="r" t="t"/>
                <a:pathLst>
                  <a:path extrusionOk="0" h="571" w="868">
                    <a:moveTo>
                      <a:pt x="297" y="0"/>
                    </a:moveTo>
                    <a:cubicBezTo>
                      <a:pt x="0" y="0"/>
                      <a:pt x="0" y="571"/>
                      <a:pt x="297" y="571"/>
                    </a:cubicBezTo>
                    <a:cubicBezTo>
                      <a:pt x="571" y="571"/>
                      <a:pt x="867" y="0"/>
                      <a:pt x="297"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3" name="Google Shape;593;p55"/>
              <p:cNvSpPr/>
              <p:nvPr/>
            </p:nvSpPr>
            <p:spPr>
              <a:xfrm>
                <a:off x="4917300" y="907350"/>
                <a:ext cx="21700" cy="14300"/>
              </a:xfrm>
              <a:custGeom>
                <a:rect b="b" l="l" r="r" t="t"/>
                <a:pathLst>
                  <a:path extrusionOk="0" h="572" w="868">
                    <a:moveTo>
                      <a:pt x="297" y="1"/>
                    </a:moveTo>
                    <a:cubicBezTo>
                      <a:pt x="1" y="1"/>
                      <a:pt x="1" y="571"/>
                      <a:pt x="297" y="571"/>
                    </a:cubicBezTo>
                    <a:cubicBezTo>
                      <a:pt x="571" y="571"/>
                      <a:pt x="868" y="1"/>
                      <a:pt x="297"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4" name="Google Shape;594;p55"/>
              <p:cNvSpPr/>
              <p:nvPr/>
            </p:nvSpPr>
            <p:spPr>
              <a:xfrm>
                <a:off x="3783450" y="2177000"/>
                <a:ext cx="21150" cy="14300"/>
              </a:xfrm>
              <a:custGeom>
                <a:rect b="b" l="l" r="r" t="t"/>
                <a:pathLst>
                  <a:path extrusionOk="0" h="572" w="846">
                    <a:moveTo>
                      <a:pt x="275" y="1"/>
                    </a:moveTo>
                    <a:cubicBezTo>
                      <a:pt x="1" y="1"/>
                      <a:pt x="1" y="572"/>
                      <a:pt x="275" y="572"/>
                    </a:cubicBezTo>
                    <a:cubicBezTo>
                      <a:pt x="845" y="572"/>
                      <a:pt x="845" y="1"/>
                      <a:pt x="275"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5" name="Google Shape;595;p55"/>
              <p:cNvSpPr/>
              <p:nvPr/>
            </p:nvSpPr>
            <p:spPr>
              <a:xfrm>
                <a:off x="3890150" y="2476600"/>
                <a:ext cx="21725" cy="14275"/>
              </a:xfrm>
              <a:custGeom>
                <a:rect b="b" l="l" r="r" t="t"/>
                <a:pathLst>
                  <a:path extrusionOk="0" h="571" w="869">
                    <a:moveTo>
                      <a:pt x="298" y="0"/>
                    </a:moveTo>
                    <a:cubicBezTo>
                      <a:pt x="1" y="0"/>
                      <a:pt x="1" y="571"/>
                      <a:pt x="298" y="571"/>
                    </a:cubicBezTo>
                    <a:cubicBezTo>
                      <a:pt x="572" y="571"/>
                      <a:pt x="868" y="0"/>
                      <a:pt x="298"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6" name="Google Shape;596;p55"/>
              <p:cNvSpPr/>
              <p:nvPr/>
            </p:nvSpPr>
            <p:spPr>
              <a:xfrm>
                <a:off x="4867650" y="3353650"/>
                <a:ext cx="21150" cy="14300"/>
              </a:xfrm>
              <a:custGeom>
                <a:rect b="b" l="l" r="r" t="t"/>
                <a:pathLst>
                  <a:path extrusionOk="0" h="572" w="846">
                    <a:moveTo>
                      <a:pt x="275" y="1"/>
                    </a:moveTo>
                    <a:cubicBezTo>
                      <a:pt x="1" y="1"/>
                      <a:pt x="1" y="571"/>
                      <a:pt x="275" y="571"/>
                    </a:cubicBezTo>
                    <a:cubicBezTo>
                      <a:pt x="845" y="571"/>
                      <a:pt x="845" y="1"/>
                      <a:pt x="275"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7" name="Google Shape;597;p55"/>
              <p:cNvSpPr/>
              <p:nvPr/>
            </p:nvSpPr>
            <p:spPr>
              <a:xfrm>
                <a:off x="4731850" y="3567650"/>
                <a:ext cx="21700" cy="14275"/>
              </a:xfrm>
              <a:custGeom>
                <a:rect b="b" l="l" r="r" t="t"/>
                <a:pathLst>
                  <a:path extrusionOk="0" h="571" w="868">
                    <a:moveTo>
                      <a:pt x="297" y="0"/>
                    </a:moveTo>
                    <a:cubicBezTo>
                      <a:pt x="0" y="0"/>
                      <a:pt x="0" y="571"/>
                      <a:pt x="297" y="571"/>
                    </a:cubicBezTo>
                    <a:cubicBezTo>
                      <a:pt x="868" y="571"/>
                      <a:pt x="868" y="0"/>
                      <a:pt x="297"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8" name="Google Shape;598;p55"/>
              <p:cNvSpPr/>
              <p:nvPr/>
            </p:nvSpPr>
            <p:spPr>
              <a:xfrm>
                <a:off x="6979000" y="1050000"/>
                <a:ext cx="14275" cy="14300"/>
              </a:xfrm>
              <a:custGeom>
                <a:rect b="b" l="l" r="r" t="t"/>
                <a:pathLst>
                  <a:path extrusionOk="0" h="572" w="571">
                    <a:moveTo>
                      <a:pt x="274" y="1"/>
                    </a:moveTo>
                    <a:cubicBezTo>
                      <a:pt x="0" y="1"/>
                      <a:pt x="0" y="572"/>
                      <a:pt x="274" y="572"/>
                    </a:cubicBezTo>
                    <a:cubicBezTo>
                      <a:pt x="571" y="572"/>
                      <a:pt x="571" y="1"/>
                      <a:pt x="274"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9" name="Google Shape;599;p55"/>
              <p:cNvSpPr/>
              <p:nvPr/>
            </p:nvSpPr>
            <p:spPr>
              <a:xfrm>
                <a:off x="5331000" y="728750"/>
                <a:ext cx="14300" cy="14275"/>
              </a:xfrm>
              <a:custGeom>
                <a:rect b="b" l="l" r="r" t="t"/>
                <a:pathLst>
                  <a:path extrusionOk="0" h="571" w="572">
                    <a:moveTo>
                      <a:pt x="298" y="0"/>
                    </a:moveTo>
                    <a:cubicBezTo>
                      <a:pt x="1" y="0"/>
                      <a:pt x="1" y="571"/>
                      <a:pt x="298" y="571"/>
                    </a:cubicBezTo>
                    <a:cubicBezTo>
                      <a:pt x="571" y="571"/>
                      <a:pt x="571" y="0"/>
                      <a:pt x="298"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0" name="Google Shape;600;p55"/>
              <p:cNvSpPr/>
              <p:nvPr/>
            </p:nvSpPr>
            <p:spPr>
              <a:xfrm>
                <a:off x="3883325" y="671675"/>
                <a:ext cx="21125" cy="14300"/>
              </a:xfrm>
              <a:custGeom>
                <a:rect b="b" l="l" r="r" t="t"/>
                <a:pathLst>
                  <a:path extrusionOk="0" h="572" w="845">
                    <a:moveTo>
                      <a:pt x="274" y="1"/>
                    </a:moveTo>
                    <a:cubicBezTo>
                      <a:pt x="0" y="1"/>
                      <a:pt x="0" y="571"/>
                      <a:pt x="274" y="571"/>
                    </a:cubicBezTo>
                    <a:cubicBezTo>
                      <a:pt x="845" y="571"/>
                      <a:pt x="845" y="1"/>
                      <a:pt x="274"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1" name="Google Shape;601;p55"/>
              <p:cNvSpPr/>
              <p:nvPr/>
            </p:nvSpPr>
            <p:spPr>
              <a:xfrm>
                <a:off x="3947225" y="957000"/>
                <a:ext cx="14300" cy="14300"/>
              </a:xfrm>
              <a:custGeom>
                <a:rect b="b" l="l" r="r" t="t"/>
                <a:pathLst>
                  <a:path extrusionOk="0" h="572" w="572">
                    <a:moveTo>
                      <a:pt x="297" y="0"/>
                    </a:moveTo>
                    <a:cubicBezTo>
                      <a:pt x="0" y="0"/>
                      <a:pt x="0" y="571"/>
                      <a:pt x="297" y="571"/>
                    </a:cubicBezTo>
                    <a:cubicBezTo>
                      <a:pt x="571" y="571"/>
                      <a:pt x="571" y="0"/>
                      <a:pt x="297"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2" name="Google Shape;602;p55"/>
              <p:cNvSpPr/>
              <p:nvPr/>
            </p:nvSpPr>
            <p:spPr>
              <a:xfrm>
                <a:off x="3191125" y="1763300"/>
                <a:ext cx="14300" cy="14300"/>
              </a:xfrm>
              <a:custGeom>
                <a:rect b="b" l="l" r="r" t="t"/>
                <a:pathLst>
                  <a:path extrusionOk="0" h="572" w="572">
                    <a:moveTo>
                      <a:pt x="298" y="1"/>
                    </a:moveTo>
                    <a:cubicBezTo>
                      <a:pt x="1" y="1"/>
                      <a:pt x="1" y="571"/>
                      <a:pt x="298" y="571"/>
                    </a:cubicBezTo>
                    <a:cubicBezTo>
                      <a:pt x="572" y="571"/>
                      <a:pt x="572" y="1"/>
                      <a:pt x="298"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3" name="Google Shape;603;p55"/>
              <p:cNvSpPr/>
              <p:nvPr/>
            </p:nvSpPr>
            <p:spPr>
              <a:xfrm>
                <a:off x="3369750" y="2505125"/>
                <a:ext cx="21125" cy="14300"/>
              </a:xfrm>
              <a:custGeom>
                <a:rect b="b" l="l" r="r" t="t"/>
                <a:pathLst>
                  <a:path extrusionOk="0" h="572" w="845">
                    <a:moveTo>
                      <a:pt x="571" y="0"/>
                    </a:moveTo>
                    <a:cubicBezTo>
                      <a:pt x="0" y="0"/>
                      <a:pt x="0" y="571"/>
                      <a:pt x="571" y="571"/>
                    </a:cubicBezTo>
                    <a:cubicBezTo>
                      <a:pt x="845" y="571"/>
                      <a:pt x="845" y="0"/>
                      <a:pt x="571"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4" name="Google Shape;604;p55"/>
              <p:cNvSpPr/>
              <p:nvPr/>
            </p:nvSpPr>
            <p:spPr>
              <a:xfrm>
                <a:off x="3198550" y="3567650"/>
                <a:ext cx="14300" cy="14275"/>
              </a:xfrm>
              <a:custGeom>
                <a:rect b="b" l="l" r="r" t="t"/>
                <a:pathLst>
                  <a:path extrusionOk="0" h="571" w="572">
                    <a:moveTo>
                      <a:pt x="275" y="0"/>
                    </a:moveTo>
                    <a:cubicBezTo>
                      <a:pt x="1" y="0"/>
                      <a:pt x="1" y="571"/>
                      <a:pt x="275" y="571"/>
                    </a:cubicBezTo>
                    <a:cubicBezTo>
                      <a:pt x="571" y="571"/>
                      <a:pt x="571" y="0"/>
                      <a:pt x="275"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5" name="Google Shape;605;p55"/>
              <p:cNvSpPr/>
              <p:nvPr/>
            </p:nvSpPr>
            <p:spPr>
              <a:xfrm>
                <a:off x="4796325" y="1763300"/>
                <a:ext cx="21150" cy="14300"/>
              </a:xfrm>
              <a:custGeom>
                <a:rect b="b" l="l" r="r" t="t"/>
                <a:pathLst>
                  <a:path extrusionOk="0" h="572" w="846">
                    <a:moveTo>
                      <a:pt x="274" y="1"/>
                    </a:moveTo>
                    <a:cubicBezTo>
                      <a:pt x="1" y="1"/>
                      <a:pt x="1" y="571"/>
                      <a:pt x="274" y="571"/>
                    </a:cubicBezTo>
                    <a:cubicBezTo>
                      <a:pt x="845" y="571"/>
                      <a:pt x="845" y="1"/>
                      <a:pt x="274"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6" name="Google Shape;606;p55"/>
              <p:cNvSpPr/>
              <p:nvPr/>
            </p:nvSpPr>
            <p:spPr>
              <a:xfrm>
                <a:off x="2442475" y="3232675"/>
                <a:ext cx="21125" cy="14300"/>
              </a:xfrm>
              <a:custGeom>
                <a:rect b="b" l="l" r="r" t="t"/>
                <a:pathLst>
                  <a:path extrusionOk="0" h="572" w="845">
                    <a:moveTo>
                      <a:pt x="571" y="1"/>
                    </a:moveTo>
                    <a:cubicBezTo>
                      <a:pt x="0" y="1"/>
                      <a:pt x="0" y="571"/>
                      <a:pt x="571" y="571"/>
                    </a:cubicBezTo>
                    <a:cubicBezTo>
                      <a:pt x="845" y="571"/>
                      <a:pt x="845" y="1"/>
                      <a:pt x="571"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7" name="Google Shape;607;p55"/>
              <p:cNvSpPr/>
              <p:nvPr/>
            </p:nvSpPr>
            <p:spPr>
              <a:xfrm>
                <a:off x="2585125" y="3054075"/>
                <a:ext cx="21150" cy="14275"/>
              </a:xfrm>
              <a:custGeom>
                <a:rect b="b" l="l" r="r" t="t"/>
                <a:pathLst>
                  <a:path extrusionOk="0" h="571" w="846">
                    <a:moveTo>
                      <a:pt x="274" y="0"/>
                    </a:moveTo>
                    <a:cubicBezTo>
                      <a:pt x="0" y="0"/>
                      <a:pt x="0" y="571"/>
                      <a:pt x="274" y="571"/>
                    </a:cubicBezTo>
                    <a:cubicBezTo>
                      <a:pt x="845" y="571"/>
                      <a:pt x="845" y="0"/>
                      <a:pt x="274"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8" name="Google Shape;608;p55"/>
              <p:cNvSpPr/>
              <p:nvPr/>
            </p:nvSpPr>
            <p:spPr>
              <a:xfrm>
                <a:off x="2898975" y="2483450"/>
                <a:ext cx="14300" cy="14275"/>
              </a:xfrm>
              <a:custGeom>
                <a:rect b="b" l="l" r="r" t="t"/>
                <a:pathLst>
                  <a:path extrusionOk="0" h="571" w="572">
                    <a:moveTo>
                      <a:pt x="274" y="0"/>
                    </a:moveTo>
                    <a:cubicBezTo>
                      <a:pt x="0" y="0"/>
                      <a:pt x="0" y="571"/>
                      <a:pt x="274" y="571"/>
                    </a:cubicBezTo>
                    <a:cubicBezTo>
                      <a:pt x="571" y="571"/>
                      <a:pt x="571" y="0"/>
                      <a:pt x="274"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9" name="Google Shape;609;p55"/>
              <p:cNvSpPr/>
              <p:nvPr/>
            </p:nvSpPr>
            <p:spPr>
              <a:xfrm>
                <a:off x="1336575" y="1749025"/>
                <a:ext cx="21725" cy="14300"/>
              </a:xfrm>
              <a:custGeom>
                <a:rect b="b" l="l" r="r" t="t"/>
                <a:pathLst>
                  <a:path extrusionOk="0" h="572" w="869">
                    <a:moveTo>
                      <a:pt x="571" y="1"/>
                    </a:moveTo>
                    <a:cubicBezTo>
                      <a:pt x="1" y="1"/>
                      <a:pt x="1" y="572"/>
                      <a:pt x="571" y="572"/>
                    </a:cubicBezTo>
                    <a:cubicBezTo>
                      <a:pt x="868" y="572"/>
                      <a:pt x="868" y="1"/>
                      <a:pt x="571"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0" name="Google Shape;610;p55"/>
              <p:cNvSpPr/>
              <p:nvPr/>
            </p:nvSpPr>
            <p:spPr>
              <a:xfrm>
                <a:off x="1393650" y="2005825"/>
                <a:ext cx="21700" cy="14275"/>
              </a:xfrm>
              <a:custGeom>
                <a:rect b="b" l="l" r="r" t="t"/>
                <a:pathLst>
                  <a:path extrusionOk="0" h="571" w="868">
                    <a:moveTo>
                      <a:pt x="571" y="0"/>
                    </a:moveTo>
                    <a:cubicBezTo>
                      <a:pt x="0" y="0"/>
                      <a:pt x="0" y="571"/>
                      <a:pt x="571" y="571"/>
                    </a:cubicBezTo>
                    <a:cubicBezTo>
                      <a:pt x="868" y="571"/>
                      <a:pt x="868" y="0"/>
                      <a:pt x="571"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1" name="Google Shape;611;p55"/>
              <p:cNvSpPr/>
              <p:nvPr/>
            </p:nvSpPr>
            <p:spPr>
              <a:xfrm>
                <a:off x="1557975" y="2276875"/>
                <a:ext cx="21150" cy="14275"/>
              </a:xfrm>
              <a:custGeom>
                <a:rect b="b" l="l" r="r" t="t"/>
                <a:pathLst>
                  <a:path extrusionOk="0" h="571" w="846">
                    <a:moveTo>
                      <a:pt x="275" y="0"/>
                    </a:moveTo>
                    <a:cubicBezTo>
                      <a:pt x="1" y="0"/>
                      <a:pt x="1" y="571"/>
                      <a:pt x="275" y="571"/>
                    </a:cubicBezTo>
                    <a:cubicBezTo>
                      <a:pt x="845" y="571"/>
                      <a:pt x="845" y="0"/>
                      <a:pt x="275"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2" name="Google Shape;612;p55"/>
              <p:cNvSpPr/>
              <p:nvPr/>
            </p:nvSpPr>
            <p:spPr>
              <a:xfrm>
                <a:off x="1786250" y="1848900"/>
                <a:ext cx="21125" cy="14275"/>
              </a:xfrm>
              <a:custGeom>
                <a:rect b="b" l="l" r="r" t="t"/>
                <a:pathLst>
                  <a:path extrusionOk="0" h="571" w="845">
                    <a:moveTo>
                      <a:pt x="274" y="0"/>
                    </a:moveTo>
                    <a:cubicBezTo>
                      <a:pt x="0" y="0"/>
                      <a:pt x="0" y="571"/>
                      <a:pt x="274" y="571"/>
                    </a:cubicBezTo>
                    <a:cubicBezTo>
                      <a:pt x="845" y="571"/>
                      <a:pt x="845" y="0"/>
                      <a:pt x="274"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3" name="Google Shape;613;p55"/>
              <p:cNvSpPr/>
              <p:nvPr/>
            </p:nvSpPr>
            <p:spPr>
              <a:xfrm>
                <a:off x="1401050" y="1798675"/>
                <a:ext cx="21150" cy="14300"/>
              </a:xfrm>
              <a:custGeom>
                <a:rect b="b" l="l" r="r" t="t"/>
                <a:pathLst>
                  <a:path extrusionOk="0" h="572" w="846">
                    <a:moveTo>
                      <a:pt x="572" y="1"/>
                    </a:moveTo>
                    <a:cubicBezTo>
                      <a:pt x="1" y="1"/>
                      <a:pt x="1" y="571"/>
                      <a:pt x="572" y="571"/>
                    </a:cubicBezTo>
                    <a:cubicBezTo>
                      <a:pt x="846" y="571"/>
                      <a:pt x="846" y="1"/>
                      <a:pt x="572"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4" name="Google Shape;614;p55"/>
              <p:cNvSpPr/>
              <p:nvPr/>
            </p:nvSpPr>
            <p:spPr>
              <a:xfrm>
                <a:off x="1743450" y="2205550"/>
                <a:ext cx="21125" cy="14275"/>
              </a:xfrm>
              <a:custGeom>
                <a:rect b="b" l="l" r="r" t="t"/>
                <a:pathLst>
                  <a:path extrusionOk="0" h="571" w="845">
                    <a:moveTo>
                      <a:pt x="274" y="0"/>
                    </a:moveTo>
                    <a:cubicBezTo>
                      <a:pt x="0" y="0"/>
                      <a:pt x="0" y="571"/>
                      <a:pt x="274" y="571"/>
                    </a:cubicBezTo>
                    <a:cubicBezTo>
                      <a:pt x="845" y="571"/>
                      <a:pt x="845" y="0"/>
                      <a:pt x="274"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5" name="Google Shape;615;p55"/>
              <p:cNvSpPr/>
              <p:nvPr/>
            </p:nvSpPr>
            <p:spPr>
              <a:xfrm>
                <a:off x="1458125" y="771550"/>
                <a:ext cx="21150" cy="14275"/>
              </a:xfrm>
              <a:custGeom>
                <a:rect b="b" l="l" r="r" t="t"/>
                <a:pathLst>
                  <a:path extrusionOk="0" h="571" w="846">
                    <a:moveTo>
                      <a:pt x="571" y="0"/>
                    </a:moveTo>
                    <a:cubicBezTo>
                      <a:pt x="1" y="0"/>
                      <a:pt x="1" y="571"/>
                      <a:pt x="571" y="571"/>
                    </a:cubicBezTo>
                    <a:cubicBezTo>
                      <a:pt x="845" y="571"/>
                      <a:pt x="845" y="0"/>
                      <a:pt x="571"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6" name="Google Shape;616;p55"/>
              <p:cNvSpPr/>
              <p:nvPr/>
            </p:nvSpPr>
            <p:spPr>
              <a:xfrm>
                <a:off x="965675" y="728750"/>
                <a:ext cx="14275" cy="14275"/>
              </a:xfrm>
              <a:custGeom>
                <a:rect b="b" l="l" r="r" t="t"/>
                <a:pathLst>
                  <a:path extrusionOk="0" h="571" w="571">
                    <a:moveTo>
                      <a:pt x="297" y="0"/>
                    </a:moveTo>
                    <a:cubicBezTo>
                      <a:pt x="0" y="0"/>
                      <a:pt x="0" y="571"/>
                      <a:pt x="297" y="571"/>
                    </a:cubicBezTo>
                    <a:cubicBezTo>
                      <a:pt x="571" y="571"/>
                      <a:pt x="571" y="0"/>
                      <a:pt x="297"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7" name="Google Shape;617;p55"/>
              <p:cNvSpPr/>
              <p:nvPr/>
            </p:nvSpPr>
            <p:spPr>
              <a:xfrm>
                <a:off x="1336575" y="4637575"/>
                <a:ext cx="21725" cy="14300"/>
              </a:xfrm>
              <a:custGeom>
                <a:rect b="b" l="l" r="r" t="t"/>
                <a:pathLst>
                  <a:path extrusionOk="0" h="572" w="869">
                    <a:moveTo>
                      <a:pt x="571" y="0"/>
                    </a:moveTo>
                    <a:cubicBezTo>
                      <a:pt x="1" y="0"/>
                      <a:pt x="1" y="571"/>
                      <a:pt x="571" y="571"/>
                    </a:cubicBezTo>
                    <a:cubicBezTo>
                      <a:pt x="868" y="571"/>
                      <a:pt x="868" y="0"/>
                      <a:pt x="571"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8" name="Google Shape;618;p55"/>
              <p:cNvSpPr/>
              <p:nvPr/>
            </p:nvSpPr>
            <p:spPr>
              <a:xfrm>
                <a:off x="1707500" y="4238125"/>
                <a:ext cx="21700" cy="14300"/>
              </a:xfrm>
              <a:custGeom>
                <a:rect b="b" l="l" r="r" t="t"/>
                <a:pathLst>
                  <a:path extrusionOk="0" h="572" w="868">
                    <a:moveTo>
                      <a:pt x="297" y="1"/>
                    </a:moveTo>
                    <a:cubicBezTo>
                      <a:pt x="0" y="1"/>
                      <a:pt x="0" y="571"/>
                      <a:pt x="297" y="571"/>
                    </a:cubicBezTo>
                    <a:cubicBezTo>
                      <a:pt x="868" y="571"/>
                      <a:pt x="868" y="1"/>
                      <a:pt x="297"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9" name="Google Shape;619;p55"/>
              <p:cNvSpPr/>
              <p:nvPr/>
            </p:nvSpPr>
            <p:spPr>
              <a:xfrm>
                <a:off x="1322325" y="4338000"/>
                <a:ext cx="21700" cy="14275"/>
              </a:xfrm>
              <a:custGeom>
                <a:rect b="b" l="l" r="r" t="t"/>
                <a:pathLst>
                  <a:path extrusionOk="0" h="571" w="868">
                    <a:moveTo>
                      <a:pt x="571" y="0"/>
                    </a:moveTo>
                    <a:cubicBezTo>
                      <a:pt x="0" y="0"/>
                      <a:pt x="0" y="571"/>
                      <a:pt x="571" y="571"/>
                    </a:cubicBezTo>
                    <a:cubicBezTo>
                      <a:pt x="867" y="571"/>
                      <a:pt x="867" y="0"/>
                      <a:pt x="571"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0" name="Google Shape;620;p55"/>
              <p:cNvSpPr/>
              <p:nvPr/>
            </p:nvSpPr>
            <p:spPr>
              <a:xfrm>
                <a:off x="2998825" y="4823025"/>
                <a:ext cx="14300" cy="14300"/>
              </a:xfrm>
              <a:custGeom>
                <a:rect b="b" l="l" r="r" t="t"/>
                <a:pathLst>
                  <a:path extrusionOk="0" h="572" w="572">
                    <a:moveTo>
                      <a:pt x="275" y="1"/>
                    </a:moveTo>
                    <a:cubicBezTo>
                      <a:pt x="1" y="1"/>
                      <a:pt x="1" y="571"/>
                      <a:pt x="275" y="571"/>
                    </a:cubicBezTo>
                    <a:cubicBezTo>
                      <a:pt x="571" y="571"/>
                      <a:pt x="571" y="1"/>
                      <a:pt x="275"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1" name="Google Shape;621;p55"/>
              <p:cNvSpPr/>
              <p:nvPr/>
            </p:nvSpPr>
            <p:spPr>
              <a:xfrm>
                <a:off x="3184300" y="4402475"/>
                <a:ext cx="14275" cy="14300"/>
              </a:xfrm>
              <a:custGeom>
                <a:rect b="b" l="l" r="r" t="t"/>
                <a:pathLst>
                  <a:path extrusionOk="0" h="572" w="571">
                    <a:moveTo>
                      <a:pt x="274" y="0"/>
                    </a:moveTo>
                    <a:cubicBezTo>
                      <a:pt x="0" y="0"/>
                      <a:pt x="0" y="571"/>
                      <a:pt x="274" y="571"/>
                    </a:cubicBezTo>
                    <a:cubicBezTo>
                      <a:pt x="571" y="571"/>
                      <a:pt x="571" y="0"/>
                      <a:pt x="274"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2" name="Google Shape;622;p55"/>
              <p:cNvSpPr/>
              <p:nvPr/>
            </p:nvSpPr>
            <p:spPr>
              <a:xfrm>
                <a:off x="3077000" y="4666100"/>
                <a:ext cx="14300" cy="14300"/>
              </a:xfrm>
              <a:custGeom>
                <a:rect b="b" l="l" r="r" t="t"/>
                <a:pathLst>
                  <a:path extrusionOk="0" h="572" w="572">
                    <a:moveTo>
                      <a:pt x="298" y="1"/>
                    </a:moveTo>
                    <a:cubicBezTo>
                      <a:pt x="1" y="1"/>
                      <a:pt x="1" y="571"/>
                      <a:pt x="298" y="571"/>
                    </a:cubicBezTo>
                    <a:cubicBezTo>
                      <a:pt x="572" y="571"/>
                      <a:pt x="572" y="1"/>
                      <a:pt x="298"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3" name="Google Shape;623;p55"/>
              <p:cNvSpPr/>
              <p:nvPr/>
            </p:nvSpPr>
            <p:spPr>
              <a:xfrm>
                <a:off x="2748900" y="4402475"/>
                <a:ext cx="21700" cy="14300"/>
              </a:xfrm>
              <a:custGeom>
                <a:rect b="b" l="l" r="r" t="t"/>
                <a:pathLst>
                  <a:path extrusionOk="0" h="572" w="868">
                    <a:moveTo>
                      <a:pt x="297" y="0"/>
                    </a:moveTo>
                    <a:cubicBezTo>
                      <a:pt x="0" y="0"/>
                      <a:pt x="0" y="571"/>
                      <a:pt x="297" y="571"/>
                    </a:cubicBezTo>
                    <a:cubicBezTo>
                      <a:pt x="868" y="571"/>
                      <a:pt x="868" y="0"/>
                      <a:pt x="297"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4" name="Google Shape;624;p55"/>
              <p:cNvSpPr/>
              <p:nvPr/>
            </p:nvSpPr>
            <p:spPr>
              <a:xfrm>
                <a:off x="3013100" y="4302600"/>
                <a:ext cx="14300" cy="14300"/>
              </a:xfrm>
              <a:custGeom>
                <a:rect b="b" l="l" r="r" t="t"/>
                <a:pathLst>
                  <a:path extrusionOk="0" h="572" w="572">
                    <a:moveTo>
                      <a:pt x="274" y="1"/>
                    </a:moveTo>
                    <a:cubicBezTo>
                      <a:pt x="0" y="1"/>
                      <a:pt x="0" y="572"/>
                      <a:pt x="274" y="572"/>
                    </a:cubicBezTo>
                    <a:cubicBezTo>
                      <a:pt x="571" y="572"/>
                      <a:pt x="571" y="1"/>
                      <a:pt x="274"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5" name="Google Shape;625;p55"/>
              <p:cNvSpPr/>
              <p:nvPr/>
            </p:nvSpPr>
            <p:spPr>
              <a:xfrm>
                <a:off x="6265700" y="4894350"/>
                <a:ext cx="14300" cy="14300"/>
              </a:xfrm>
              <a:custGeom>
                <a:rect b="b" l="l" r="r" t="t"/>
                <a:pathLst>
                  <a:path extrusionOk="0" h="572" w="572">
                    <a:moveTo>
                      <a:pt x="275" y="1"/>
                    </a:moveTo>
                    <a:cubicBezTo>
                      <a:pt x="1" y="1"/>
                      <a:pt x="1" y="571"/>
                      <a:pt x="275" y="571"/>
                    </a:cubicBezTo>
                    <a:cubicBezTo>
                      <a:pt x="571" y="571"/>
                      <a:pt x="571" y="1"/>
                      <a:pt x="275"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6" name="Google Shape;626;p55"/>
              <p:cNvSpPr/>
              <p:nvPr/>
            </p:nvSpPr>
            <p:spPr>
              <a:xfrm>
                <a:off x="5994650" y="5130025"/>
                <a:ext cx="14300" cy="14300"/>
              </a:xfrm>
              <a:custGeom>
                <a:rect b="b" l="l" r="r" t="t"/>
                <a:pathLst>
                  <a:path extrusionOk="0" h="572" w="572">
                    <a:moveTo>
                      <a:pt x="275" y="1"/>
                    </a:moveTo>
                    <a:cubicBezTo>
                      <a:pt x="1" y="1"/>
                      <a:pt x="1" y="571"/>
                      <a:pt x="275" y="571"/>
                    </a:cubicBezTo>
                    <a:cubicBezTo>
                      <a:pt x="571" y="571"/>
                      <a:pt x="571" y="1"/>
                      <a:pt x="275"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7" name="Google Shape;627;p55"/>
              <p:cNvSpPr/>
              <p:nvPr/>
            </p:nvSpPr>
            <p:spPr>
              <a:xfrm>
                <a:off x="4011700" y="3018700"/>
                <a:ext cx="14300" cy="14275"/>
              </a:xfrm>
              <a:custGeom>
                <a:rect b="b" l="l" r="r" t="t"/>
                <a:pathLst>
                  <a:path extrusionOk="0" h="571" w="572">
                    <a:moveTo>
                      <a:pt x="275" y="0"/>
                    </a:moveTo>
                    <a:cubicBezTo>
                      <a:pt x="1" y="0"/>
                      <a:pt x="1" y="571"/>
                      <a:pt x="275" y="571"/>
                    </a:cubicBezTo>
                    <a:cubicBezTo>
                      <a:pt x="571" y="571"/>
                      <a:pt x="571" y="0"/>
                      <a:pt x="275"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8" name="Google Shape;628;p55"/>
              <p:cNvSpPr/>
              <p:nvPr/>
            </p:nvSpPr>
            <p:spPr>
              <a:xfrm>
                <a:off x="4018550" y="4423575"/>
                <a:ext cx="14300" cy="14300"/>
              </a:xfrm>
              <a:custGeom>
                <a:rect b="b" l="l" r="r" t="t"/>
                <a:pathLst>
                  <a:path extrusionOk="0" h="572" w="572">
                    <a:moveTo>
                      <a:pt x="297" y="1"/>
                    </a:moveTo>
                    <a:cubicBezTo>
                      <a:pt x="1" y="1"/>
                      <a:pt x="1" y="572"/>
                      <a:pt x="297" y="572"/>
                    </a:cubicBezTo>
                    <a:cubicBezTo>
                      <a:pt x="571" y="572"/>
                      <a:pt x="571" y="1"/>
                      <a:pt x="297"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9" name="Google Shape;629;p55"/>
              <p:cNvSpPr/>
              <p:nvPr/>
            </p:nvSpPr>
            <p:spPr>
              <a:xfrm>
                <a:off x="6008925" y="3218400"/>
                <a:ext cx="14275" cy="14300"/>
              </a:xfrm>
              <a:custGeom>
                <a:rect b="b" l="l" r="r" t="t"/>
                <a:pathLst>
                  <a:path extrusionOk="0" h="572" w="571">
                    <a:moveTo>
                      <a:pt x="274" y="1"/>
                    </a:moveTo>
                    <a:cubicBezTo>
                      <a:pt x="0" y="1"/>
                      <a:pt x="0" y="572"/>
                      <a:pt x="274" y="572"/>
                    </a:cubicBezTo>
                    <a:cubicBezTo>
                      <a:pt x="571" y="572"/>
                      <a:pt x="571" y="1"/>
                      <a:pt x="274"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grpSp>
        <p:nvGrpSpPr>
          <p:cNvPr id="630" name="Google Shape;630;p55"/>
          <p:cNvGrpSpPr/>
          <p:nvPr/>
        </p:nvGrpSpPr>
        <p:grpSpPr>
          <a:xfrm>
            <a:off x="274813" y="285764"/>
            <a:ext cx="8605925" cy="4712003"/>
            <a:chOff x="274813" y="285764"/>
            <a:chExt cx="8605925" cy="4712003"/>
          </a:xfrm>
        </p:grpSpPr>
        <p:sp>
          <p:nvSpPr>
            <p:cNvPr id="631" name="Google Shape;631;p55"/>
            <p:cNvSpPr/>
            <p:nvPr/>
          </p:nvSpPr>
          <p:spPr>
            <a:xfrm rot="10800000">
              <a:off x="8103203" y="4578458"/>
              <a:ext cx="201200" cy="201398"/>
            </a:xfrm>
            <a:custGeom>
              <a:rect b="b" l="l" r="r" t="t"/>
              <a:pathLst>
                <a:path extrusionOk="0" h="2086" w="2084">
                  <a:moveTo>
                    <a:pt x="1314" y="1"/>
                  </a:moveTo>
                  <a:lnTo>
                    <a:pt x="1314" y="1"/>
                  </a:lnTo>
                  <a:cubicBezTo>
                    <a:pt x="1137" y="666"/>
                    <a:pt x="1027" y="902"/>
                    <a:pt x="673" y="902"/>
                  </a:cubicBezTo>
                  <a:cubicBezTo>
                    <a:pt x="510" y="902"/>
                    <a:pt x="296" y="853"/>
                    <a:pt x="1" y="773"/>
                  </a:cubicBezTo>
                  <a:lnTo>
                    <a:pt x="1" y="773"/>
                  </a:lnTo>
                  <a:cubicBezTo>
                    <a:pt x="942" y="1028"/>
                    <a:pt x="999" y="1115"/>
                    <a:pt x="770" y="2086"/>
                  </a:cubicBezTo>
                  <a:cubicBezTo>
                    <a:pt x="927" y="1420"/>
                    <a:pt x="1030" y="1184"/>
                    <a:pt x="1392" y="1184"/>
                  </a:cubicBezTo>
                  <a:cubicBezTo>
                    <a:pt x="1558" y="1184"/>
                    <a:pt x="1779" y="1233"/>
                    <a:pt x="2084" y="1314"/>
                  </a:cubicBezTo>
                  <a:cubicBezTo>
                    <a:pt x="1113" y="1058"/>
                    <a:pt x="1056" y="971"/>
                    <a:pt x="1314"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632" name="Google Shape;632;p55"/>
            <p:cNvGrpSpPr/>
            <p:nvPr/>
          </p:nvGrpSpPr>
          <p:grpSpPr>
            <a:xfrm rot="10800000">
              <a:off x="8021900" y="4641048"/>
              <a:ext cx="858544" cy="356719"/>
              <a:chOff x="219125" y="484675"/>
              <a:chExt cx="1622650" cy="674200"/>
            </a:xfrm>
          </p:grpSpPr>
          <p:sp>
            <p:nvSpPr>
              <p:cNvPr id="633" name="Google Shape;633;p55"/>
              <p:cNvSpPr/>
              <p:nvPr/>
            </p:nvSpPr>
            <p:spPr>
              <a:xfrm>
                <a:off x="236475" y="505250"/>
                <a:ext cx="1587600" cy="629875"/>
              </a:xfrm>
              <a:custGeom>
                <a:rect b="b" l="l" r="r" t="t"/>
                <a:pathLst>
                  <a:path extrusionOk="0" h="25195" w="63504">
                    <a:moveTo>
                      <a:pt x="0" y="5330"/>
                    </a:moveTo>
                    <a:lnTo>
                      <a:pt x="19865" y="25195"/>
                    </a:lnTo>
                    <a:lnTo>
                      <a:pt x="63504" y="0"/>
                    </a:lnTo>
                    <a:close/>
                  </a:path>
                </a:pathLst>
              </a:custGeom>
              <a:noFill/>
              <a:ln cap="flat" cmpd="sng" w="9525">
                <a:solidFill>
                  <a:schemeClr val="accent2"/>
                </a:solidFill>
                <a:prstDash val="solid"/>
                <a:round/>
                <a:headEnd len="sm" w="sm" type="none"/>
                <a:tailEnd len="sm" w="sm" type="none"/>
              </a:ln>
            </p:spPr>
          </p:sp>
          <p:grpSp>
            <p:nvGrpSpPr>
              <p:cNvPr id="634" name="Google Shape;634;p55"/>
              <p:cNvGrpSpPr/>
              <p:nvPr/>
            </p:nvGrpSpPr>
            <p:grpSpPr>
              <a:xfrm>
                <a:off x="219125" y="484675"/>
                <a:ext cx="1622650" cy="674200"/>
                <a:chOff x="219125" y="484675"/>
                <a:chExt cx="1622650" cy="674200"/>
              </a:xfrm>
            </p:grpSpPr>
            <p:sp>
              <p:nvSpPr>
                <p:cNvPr id="635" name="Google Shape;635;p55"/>
                <p:cNvSpPr/>
                <p:nvPr/>
              </p:nvSpPr>
              <p:spPr>
                <a:xfrm>
                  <a:off x="709825" y="1114775"/>
                  <a:ext cx="44100" cy="44100"/>
                </a:xfrm>
                <a:prstGeom prst="ellips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6" name="Google Shape;636;p55"/>
                <p:cNvSpPr/>
                <p:nvPr/>
              </p:nvSpPr>
              <p:spPr>
                <a:xfrm>
                  <a:off x="219125" y="614750"/>
                  <a:ext cx="44100" cy="44100"/>
                </a:xfrm>
                <a:prstGeom prst="ellips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7" name="Google Shape;637;p55"/>
                <p:cNvSpPr/>
                <p:nvPr/>
              </p:nvSpPr>
              <p:spPr>
                <a:xfrm>
                  <a:off x="1797675" y="484675"/>
                  <a:ext cx="44100" cy="44100"/>
                </a:xfrm>
                <a:prstGeom prst="ellips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grpSp>
          <p:nvGrpSpPr>
            <p:cNvPr id="638" name="Google Shape;638;p55"/>
            <p:cNvGrpSpPr/>
            <p:nvPr/>
          </p:nvGrpSpPr>
          <p:grpSpPr>
            <a:xfrm rot="10800000">
              <a:off x="274828" y="285765"/>
              <a:ext cx="498909" cy="721242"/>
              <a:chOff x="8233275" y="1900925"/>
              <a:chExt cx="753525" cy="1089325"/>
            </a:xfrm>
          </p:grpSpPr>
          <p:sp>
            <p:nvSpPr>
              <p:cNvPr id="639" name="Google Shape;639;p55"/>
              <p:cNvSpPr/>
              <p:nvPr/>
            </p:nvSpPr>
            <p:spPr>
              <a:xfrm>
                <a:off x="8253250" y="1915500"/>
                <a:ext cx="721275" cy="1052350"/>
              </a:xfrm>
              <a:custGeom>
                <a:rect b="b" l="l" r="r" t="t"/>
                <a:pathLst>
                  <a:path extrusionOk="0" h="42094" w="28851">
                    <a:moveTo>
                      <a:pt x="17973" y="0"/>
                    </a:moveTo>
                    <a:lnTo>
                      <a:pt x="0" y="42094"/>
                    </a:lnTo>
                    <a:lnTo>
                      <a:pt x="28851" y="20338"/>
                    </a:lnTo>
                  </a:path>
                </a:pathLst>
              </a:custGeom>
              <a:noFill/>
              <a:ln cap="flat" cmpd="sng" w="9525">
                <a:solidFill>
                  <a:schemeClr val="accent2"/>
                </a:solidFill>
                <a:prstDash val="solid"/>
                <a:round/>
                <a:headEnd len="sm" w="sm" type="none"/>
                <a:tailEnd len="sm" w="sm" type="none"/>
              </a:ln>
            </p:spPr>
          </p:sp>
          <p:sp>
            <p:nvSpPr>
              <p:cNvPr id="640" name="Google Shape;640;p55"/>
              <p:cNvSpPr/>
              <p:nvPr/>
            </p:nvSpPr>
            <p:spPr>
              <a:xfrm>
                <a:off x="8679625" y="1900925"/>
                <a:ext cx="44100" cy="44100"/>
              </a:xfrm>
              <a:prstGeom prst="ellips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1" name="Google Shape;641;p55"/>
              <p:cNvSpPr/>
              <p:nvPr/>
            </p:nvSpPr>
            <p:spPr>
              <a:xfrm>
                <a:off x="8942700" y="2405175"/>
                <a:ext cx="44100" cy="44100"/>
              </a:xfrm>
              <a:prstGeom prst="ellips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2" name="Google Shape;642;p55"/>
              <p:cNvSpPr/>
              <p:nvPr/>
            </p:nvSpPr>
            <p:spPr>
              <a:xfrm>
                <a:off x="8233275" y="2946150"/>
                <a:ext cx="44100" cy="44100"/>
              </a:xfrm>
              <a:prstGeom prst="ellips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643" name="Google Shape;643;p55"/>
            <p:cNvGrpSpPr/>
            <p:nvPr/>
          </p:nvGrpSpPr>
          <p:grpSpPr>
            <a:xfrm rot="10800000">
              <a:off x="8442613" y="285764"/>
              <a:ext cx="438102" cy="483364"/>
              <a:chOff x="6715777" y="3950739"/>
              <a:chExt cx="586325" cy="646900"/>
            </a:xfrm>
          </p:grpSpPr>
          <p:sp>
            <p:nvSpPr>
              <p:cNvPr id="644" name="Google Shape;644;p55"/>
              <p:cNvSpPr/>
              <p:nvPr/>
            </p:nvSpPr>
            <p:spPr>
              <a:xfrm>
                <a:off x="6727925" y="4221225"/>
                <a:ext cx="484800" cy="366550"/>
              </a:xfrm>
              <a:custGeom>
                <a:rect b="b" l="l" r="r" t="t"/>
                <a:pathLst>
                  <a:path extrusionOk="0" h="14662" w="19392">
                    <a:moveTo>
                      <a:pt x="19392" y="2128"/>
                    </a:moveTo>
                    <a:lnTo>
                      <a:pt x="0" y="14662"/>
                    </a:lnTo>
                    <a:lnTo>
                      <a:pt x="1656" y="0"/>
                    </a:lnTo>
                    <a:close/>
                  </a:path>
                </a:pathLst>
              </a:custGeom>
              <a:noFill/>
              <a:ln cap="flat" cmpd="sng" w="9525">
                <a:solidFill>
                  <a:schemeClr val="accent2"/>
                </a:solidFill>
                <a:prstDash val="solid"/>
                <a:round/>
                <a:headEnd len="sm" w="sm" type="none"/>
                <a:tailEnd len="sm" w="sm" type="none"/>
              </a:ln>
            </p:spPr>
          </p:sp>
          <p:sp>
            <p:nvSpPr>
              <p:cNvPr id="645" name="Google Shape;645;p55"/>
              <p:cNvSpPr/>
              <p:nvPr/>
            </p:nvSpPr>
            <p:spPr>
              <a:xfrm>
                <a:off x="7112225" y="3967000"/>
                <a:ext cx="177350" cy="307425"/>
              </a:xfrm>
              <a:custGeom>
                <a:rect b="b" l="l" r="r" t="t"/>
                <a:pathLst>
                  <a:path extrusionOk="0" h="12297" w="7094">
                    <a:moveTo>
                      <a:pt x="4729" y="12297"/>
                    </a:moveTo>
                    <a:lnTo>
                      <a:pt x="0" y="473"/>
                    </a:lnTo>
                    <a:lnTo>
                      <a:pt x="7094" y="0"/>
                    </a:lnTo>
                  </a:path>
                </a:pathLst>
              </a:custGeom>
              <a:noFill/>
              <a:ln cap="flat" cmpd="sng" w="9525">
                <a:solidFill>
                  <a:schemeClr val="accent2"/>
                </a:solidFill>
                <a:prstDash val="solid"/>
                <a:round/>
                <a:headEnd len="sm" w="sm" type="none"/>
                <a:tailEnd len="sm" w="sm" type="none"/>
              </a:ln>
            </p:spPr>
          </p:sp>
          <p:sp>
            <p:nvSpPr>
              <p:cNvPr id="646" name="Google Shape;646;p55"/>
              <p:cNvSpPr/>
              <p:nvPr/>
            </p:nvSpPr>
            <p:spPr>
              <a:xfrm>
                <a:off x="7203502" y="4257489"/>
                <a:ext cx="30600" cy="30600"/>
              </a:xfrm>
              <a:prstGeom prst="ellips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7" name="Google Shape;647;p55"/>
              <p:cNvSpPr/>
              <p:nvPr/>
            </p:nvSpPr>
            <p:spPr>
              <a:xfrm>
                <a:off x="7271502" y="3950739"/>
                <a:ext cx="30600" cy="30600"/>
              </a:xfrm>
              <a:prstGeom prst="ellips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8" name="Google Shape;648;p55"/>
              <p:cNvSpPr/>
              <p:nvPr/>
            </p:nvSpPr>
            <p:spPr>
              <a:xfrm>
                <a:off x="7103027" y="3966989"/>
                <a:ext cx="30600" cy="30600"/>
              </a:xfrm>
              <a:prstGeom prst="ellips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9" name="Google Shape;649;p55"/>
              <p:cNvSpPr/>
              <p:nvPr/>
            </p:nvSpPr>
            <p:spPr>
              <a:xfrm>
                <a:off x="6755677" y="4207889"/>
                <a:ext cx="30600" cy="30600"/>
              </a:xfrm>
              <a:prstGeom prst="ellips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0" name="Google Shape;650;p55"/>
              <p:cNvSpPr/>
              <p:nvPr/>
            </p:nvSpPr>
            <p:spPr>
              <a:xfrm>
                <a:off x="6715777" y="4567039"/>
                <a:ext cx="30600" cy="30600"/>
              </a:xfrm>
              <a:prstGeom prst="ellips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651" name="Google Shape;651;p55"/>
            <p:cNvSpPr/>
            <p:nvPr/>
          </p:nvSpPr>
          <p:spPr>
            <a:xfrm rot="10800000">
              <a:off x="274813" y="756266"/>
              <a:ext cx="201200" cy="201382"/>
            </a:xfrm>
            <a:custGeom>
              <a:rect b="b" l="l" r="r" t="t"/>
              <a:pathLst>
                <a:path extrusionOk="0" h="2086" w="2084">
                  <a:moveTo>
                    <a:pt x="1314" y="1"/>
                  </a:moveTo>
                  <a:lnTo>
                    <a:pt x="1314" y="1"/>
                  </a:lnTo>
                  <a:cubicBezTo>
                    <a:pt x="1137" y="666"/>
                    <a:pt x="1027" y="902"/>
                    <a:pt x="673" y="902"/>
                  </a:cubicBezTo>
                  <a:cubicBezTo>
                    <a:pt x="510" y="902"/>
                    <a:pt x="296" y="853"/>
                    <a:pt x="1" y="773"/>
                  </a:cubicBezTo>
                  <a:lnTo>
                    <a:pt x="1" y="773"/>
                  </a:lnTo>
                  <a:cubicBezTo>
                    <a:pt x="942" y="1028"/>
                    <a:pt x="999" y="1115"/>
                    <a:pt x="770" y="2086"/>
                  </a:cubicBezTo>
                  <a:cubicBezTo>
                    <a:pt x="927" y="1420"/>
                    <a:pt x="1030" y="1184"/>
                    <a:pt x="1392" y="1184"/>
                  </a:cubicBezTo>
                  <a:cubicBezTo>
                    <a:pt x="1558" y="1184"/>
                    <a:pt x="1779" y="1233"/>
                    <a:pt x="2084" y="1314"/>
                  </a:cubicBezTo>
                  <a:cubicBezTo>
                    <a:pt x="1113" y="1058"/>
                    <a:pt x="1056" y="971"/>
                    <a:pt x="1314"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2" name="Google Shape;652;p55"/>
            <p:cNvSpPr/>
            <p:nvPr/>
          </p:nvSpPr>
          <p:spPr>
            <a:xfrm rot="10800000">
              <a:off x="8679538" y="655566"/>
              <a:ext cx="201200" cy="201382"/>
            </a:xfrm>
            <a:custGeom>
              <a:rect b="b" l="l" r="r" t="t"/>
              <a:pathLst>
                <a:path extrusionOk="0" h="2086" w="2084">
                  <a:moveTo>
                    <a:pt x="1314" y="1"/>
                  </a:moveTo>
                  <a:lnTo>
                    <a:pt x="1314" y="1"/>
                  </a:lnTo>
                  <a:cubicBezTo>
                    <a:pt x="1137" y="666"/>
                    <a:pt x="1027" y="902"/>
                    <a:pt x="673" y="902"/>
                  </a:cubicBezTo>
                  <a:cubicBezTo>
                    <a:pt x="510" y="902"/>
                    <a:pt x="296" y="853"/>
                    <a:pt x="1" y="773"/>
                  </a:cubicBezTo>
                  <a:lnTo>
                    <a:pt x="1" y="773"/>
                  </a:lnTo>
                  <a:cubicBezTo>
                    <a:pt x="942" y="1028"/>
                    <a:pt x="999" y="1115"/>
                    <a:pt x="770" y="2086"/>
                  </a:cubicBezTo>
                  <a:cubicBezTo>
                    <a:pt x="927" y="1420"/>
                    <a:pt x="1030" y="1184"/>
                    <a:pt x="1392" y="1184"/>
                  </a:cubicBezTo>
                  <a:cubicBezTo>
                    <a:pt x="1558" y="1184"/>
                    <a:pt x="1779" y="1233"/>
                    <a:pt x="2084" y="1314"/>
                  </a:cubicBezTo>
                  <a:cubicBezTo>
                    <a:pt x="1113" y="1058"/>
                    <a:pt x="1056" y="971"/>
                    <a:pt x="1314"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653" name="Google Shape;653;p55"/>
          <p:cNvSpPr txBox="1"/>
          <p:nvPr>
            <p:ph type="title"/>
          </p:nvPr>
        </p:nvSpPr>
        <p:spPr>
          <a:xfrm>
            <a:off x="713225" y="445025"/>
            <a:ext cx="7717800" cy="5727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654" name="Google Shape;654;p55"/>
          <p:cNvSpPr txBox="1"/>
          <p:nvPr>
            <p:ph idx="1" type="body"/>
          </p:nvPr>
        </p:nvSpPr>
        <p:spPr>
          <a:xfrm>
            <a:off x="713325" y="1256175"/>
            <a:ext cx="7717800" cy="3447600"/>
          </a:xfrm>
          <a:prstGeom prst="rect">
            <a:avLst/>
          </a:prstGeom>
          <a:noFill/>
          <a:ln>
            <a:noFill/>
          </a:ln>
        </p:spPr>
        <p:txBody>
          <a:bodyPr anchorCtr="0" anchor="ctr" bIns="91425" lIns="91425" spcFirstLastPara="1" rIns="91425" wrap="square" tIns="91425">
            <a:noAutofit/>
          </a:bodyPr>
          <a:lstStyle>
            <a:lvl1pPr indent="-317500" lvl="0" marL="457200" algn="l">
              <a:lnSpc>
                <a:spcPct val="100000"/>
              </a:lnSpc>
              <a:spcBef>
                <a:spcPts val="0"/>
              </a:spcBef>
              <a:spcAft>
                <a:spcPts val="0"/>
              </a:spcAft>
              <a:buSzPts val="1400"/>
              <a:buAutoNum type="arabicPeriod"/>
              <a:defRPr sz="1200"/>
            </a:lvl1pPr>
            <a:lvl2pPr indent="-317500" lvl="1" marL="914400" algn="l">
              <a:lnSpc>
                <a:spcPct val="100000"/>
              </a:lnSpc>
              <a:spcBef>
                <a:spcPts val="1600"/>
              </a:spcBef>
              <a:spcAft>
                <a:spcPts val="0"/>
              </a:spcAft>
              <a:buSzPts val="1400"/>
              <a:buAutoNum type="alphaLcPeriod"/>
              <a:defRPr/>
            </a:lvl2pPr>
            <a:lvl3pPr indent="-317500" lvl="2" marL="1371600" algn="l">
              <a:lnSpc>
                <a:spcPct val="100000"/>
              </a:lnSpc>
              <a:spcBef>
                <a:spcPts val="1600"/>
              </a:spcBef>
              <a:spcAft>
                <a:spcPts val="0"/>
              </a:spcAft>
              <a:buSzPts val="1400"/>
              <a:buAutoNum type="romanLcPeriod"/>
              <a:defRPr/>
            </a:lvl3pPr>
            <a:lvl4pPr indent="-317500" lvl="3" marL="1828800" algn="l">
              <a:lnSpc>
                <a:spcPct val="100000"/>
              </a:lnSpc>
              <a:spcBef>
                <a:spcPts val="1600"/>
              </a:spcBef>
              <a:spcAft>
                <a:spcPts val="0"/>
              </a:spcAft>
              <a:buSzPts val="1400"/>
              <a:buAutoNum type="arabicPeriod"/>
              <a:defRPr/>
            </a:lvl4pPr>
            <a:lvl5pPr indent="-317500" lvl="4" marL="2286000" algn="l">
              <a:lnSpc>
                <a:spcPct val="100000"/>
              </a:lnSpc>
              <a:spcBef>
                <a:spcPts val="1600"/>
              </a:spcBef>
              <a:spcAft>
                <a:spcPts val="0"/>
              </a:spcAft>
              <a:buSzPts val="1400"/>
              <a:buAutoNum type="alphaLcPeriod"/>
              <a:defRPr/>
            </a:lvl5pPr>
            <a:lvl6pPr indent="-317500" lvl="5" marL="2743200" algn="l">
              <a:lnSpc>
                <a:spcPct val="100000"/>
              </a:lnSpc>
              <a:spcBef>
                <a:spcPts val="1600"/>
              </a:spcBef>
              <a:spcAft>
                <a:spcPts val="0"/>
              </a:spcAft>
              <a:buSzPts val="1400"/>
              <a:buAutoNum type="romanLcPeriod"/>
              <a:defRPr/>
            </a:lvl6pPr>
            <a:lvl7pPr indent="-317500" lvl="6" marL="3200400" algn="l">
              <a:lnSpc>
                <a:spcPct val="100000"/>
              </a:lnSpc>
              <a:spcBef>
                <a:spcPts val="1600"/>
              </a:spcBef>
              <a:spcAft>
                <a:spcPts val="0"/>
              </a:spcAft>
              <a:buSzPts val="1400"/>
              <a:buAutoNum type="arabicPeriod"/>
              <a:defRPr/>
            </a:lvl7pPr>
            <a:lvl8pPr indent="-317500" lvl="7" marL="3657600" algn="l">
              <a:lnSpc>
                <a:spcPct val="100000"/>
              </a:lnSpc>
              <a:spcBef>
                <a:spcPts val="1600"/>
              </a:spcBef>
              <a:spcAft>
                <a:spcPts val="0"/>
              </a:spcAft>
              <a:buSzPts val="1400"/>
              <a:buAutoNum type="alphaLcPeriod"/>
              <a:defRPr/>
            </a:lvl8pPr>
            <a:lvl9pPr indent="-317500" lvl="8" marL="4114800" algn="l">
              <a:lnSpc>
                <a:spcPct val="100000"/>
              </a:lnSpc>
              <a:spcBef>
                <a:spcPts val="1600"/>
              </a:spcBef>
              <a:spcAft>
                <a:spcPts val="1600"/>
              </a:spcAft>
              <a:buSzPts val="1400"/>
              <a:buAutoNum type="romanLcPeriod"/>
              <a:defRPr/>
            </a:lvl9pPr>
          </a:lstStyle>
          <a:p/>
        </p:txBody>
      </p:sp>
      <p:sp>
        <p:nvSpPr>
          <p:cNvPr id="655" name="Google Shape;655;p55"/>
          <p:cNvSpPr/>
          <p:nvPr/>
        </p:nvSpPr>
        <p:spPr>
          <a:xfrm rot="10800000">
            <a:off x="274813" y="4578466"/>
            <a:ext cx="201200" cy="201382"/>
          </a:xfrm>
          <a:custGeom>
            <a:rect b="b" l="l" r="r" t="t"/>
            <a:pathLst>
              <a:path extrusionOk="0" h="2086" w="2084">
                <a:moveTo>
                  <a:pt x="1314" y="1"/>
                </a:moveTo>
                <a:lnTo>
                  <a:pt x="1314" y="1"/>
                </a:lnTo>
                <a:cubicBezTo>
                  <a:pt x="1137" y="666"/>
                  <a:pt x="1027" y="902"/>
                  <a:pt x="673" y="902"/>
                </a:cubicBezTo>
                <a:cubicBezTo>
                  <a:pt x="510" y="902"/>
                  <a:pt x="296" y="853"/>
                  <a:pt x="1" y="773"/>
                </a:cubicBezTo>
                <a:lnTo>
                  <a:pt x="1" y="773"/>
                </a:lnTo>
                <a:cubicBezTo>
                  <a:pt x="942" y="1028"/>
                  <a:pt x="999" y="1115"/>
                  <a:pt x="770" y="2086"/>
                </a:cubicBezTo>
                <a:cubicBezTo>
                  <a:pt x="927" y="1420"/>
                  <a:pt x="1030" y="1184"/>
                  <a:pt x="1392" y="1184"/>
                </a:cubicBezTo>
                <a:cubicBezTo>
                  <a:pt x="1558" y="1184"/>
                  <a:pt x="1779" y="1233"/>
                  <a:pt x="2084" y="1314"/>
                </a:cubicBezTo>
                <a:cubicBezTo>
                  <a:pt x="1113" y="1058"/>
                  <a:pt x="1056" y="971"/>
                  <a:pt x="1314"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5_1">
    <p:spTree>
      <p:nvGrpSpPr>
        <p:cNvPr id="656" name="Shape 656"/>
        <p:cNvGrpSpPr/>
        <p:nvPr/>
      </p:nvGrpSpPr>
      <p:grpSpPr>
        <a:xfrm>
          <a:off x="0" y="0"/>
          <a:ext cx="0" cy="0"/>
          <a:chOff x="0" y="0"/>
          <a:chExt cx="0" cy="0"/>
        </a:xfrm>
      </p:grpSpPr>
      <p:grpSp>
        <p:nvGrpSpPr>
          <p:cNvPr id="657" name="Google Shape;657;p56"/>
          <p:cNvGrpSpPr/>
          <p:nvPr/>
        </p:nvGrpSpPr>
        <p:grpSpPr>
          <a:xfrm>
            <a:off x="-31525" y="-228650"/>
            <a:ext cx="9175500" cy="6099300"/>
            <a:chOff x="-31525" y="-228650"/>
            <a:chExt cx="9175500" cy="6099300"/>
          </a:xfrm>
        </p:grpSpPr>
        <p:sp>
          <p:nvSpPr>
            <p:cNvPr id="658" name="Google Shape;658;p56"/>
            <p:cNvSpPr/>
            <p:nvPr/>
          </p:nvSpPr>
          <p:spPr>
            <a:xfrm>
              <a:off x="0" y="-228600"/>
              <a:ext cx="9143697" cy="6099216"/>
            </a:xfrm>
            <a:custGeom>
              <a:rect b="b" l="l" r="r" t="t"/>
              <a:pathLst>
                <a:path extrusionOk="0" h="190318" w="285317">
                  <a:moveTo>
                    <a:pt x="0" y="0"/>
                  </a:moveTo>
                  <a:lnTo>
                    <a:pt x="0" y="190317"/>
                  </a:lnTo>
                  <a:lnTo>
                    <a:pt x="285316" y="190317"/>
                  </a:lnTo>
                  <a:lnTo>
                    <a:pt x="285316" y="0"/>
                  </a:lnTo>
                  <a:close/>
                </a:path>
              </a:pathLst>
            </a:custGeom>
            <a:solidFill>
              <a:srgbClr val="0A202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659" name="Google Shape;659;p56"/>
            <p:cNvGrpSpPr/>
            <p:nvPr/>
          </p:nvGrpSpPr>
          <p:grpSpPr>
            <a:xfrm>
              <a:off x="-10" y="-228620"/>
              <a:ext cx="9143697" cy="6099216"/>
              <a:chOff x="238125" y="471975"/>
              <a:chExt cx="7132925" cy="4757950"/>
            </a:xfrm>
          </p:grpSpPr>
          <p:sp>
            <p:nvSpPr>
              <p:cNvPr id="660" name="Google Shape;660;p56"/>
              <p:cNvSpPr/>
              <p:nvPr/>
            </p:nvSpPr>
            <p:spPr>
              <a:xfrm>
                <a:off x="238125" y="471975"/>
                <a:ext cx="7132925" cy="1271425"/>
              </a:xfrm>
              <a:custGeom>
                <a:rect b="b" l="l" r="r" t="t"/>
                <a:pathLst>
                  <a:path extrusionOk="0" h="50857" w="285317">
                    <a:moveTo>
                      <a:pt x="0" y="0"/>
                    </a:moveTo>
                    <a:lnTo>
                      <a:pt x="0" y="32526"/>
                    </a:lnTo>
                    <a:cubicBezTo>
                      <a:pt x="17119" y="33097"/>
                      <a:pt x="33964" y="35379"/>
                      <a:pt x="50512" y="38529"/>
                    </a:cubicBezTo>
                    <a:cubicBezTo>
                      <a:pt x="70758" y="42227"/>
                      <a:pt x="90731" y="46518"/>
                      <a:pt x="110999" y="48504"/>
                    </a:cubicBezTo>
                    <a:cubicBezTo>
                      <a:pt x="124644" y="50149"/>
                      <a:pt x="138299" y="50856"/>
                      <a:pt x="151950" y="50856"/>
                    </a:cubicBezTo>
                    <a:cubicBezTo>
                      <a:pt x="159696" y="50856"/>
                      <a:pt x="167442" y="50629"/>
                      <a:pt x="175184" y="50216"/>
                    </a:cubicBezTo>
                    <a:cubicBezTo>
                      <a:pt x="212275" y="48504"/>
                      <a:pt x="249093" y="42227"/>
                      <a:pt x="285316" y="33393"/>
                    </a:cubicBezTo>
                    <a:lnTo>
                      <a:pt x="285316" y="3424"/>
                    </a:lnTo>
                    <a:cubicBezTo>
                      <a:pt x="279610" y="5432"/>
                      <a:pt x="273904" y="7144"/>
                      <a:pt x="268197" y="8856"/>
                    </a:cubicBezTo>
                    <a:cubicBezTo>
                      <a:pt x="249093" y="13992"/>
                      <a:pt x="229394" y="17690"/>
                      <a:pt x="209719" y="19972"/>
                    </a:cubicBezTo>
                    <a:cubicBezTo>
                      <a:pt x="197328" y="21430"/>
                      <a:pt x="184936" y="22310"/>
                      <a:pt x="172467" y="22310"/>
                    </a:cubicBezTo>
                    <a:cubicBezTo>
                      <a:pt x="165414" y="22310"/>
                      <a:pt x="158335" y="22029"/>
                      <a:pt x="151218" y="21410"/>
                    </a:cubicBezTo>
                    <a:cubicBezTo>
                      <a:pt x="122412" y="18557"/>
                      <a:pt x="94451" y="10842"/>
                      <a:pt x="67631" y="0"/>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1" name="Google Shape;661;p56"/>
              <p:cNvSpPr/>
              <p:nvPr/>
            </p:nvSpPr>
            <p:spPr>
              <a:xfrm>
                <a:off x="238125" y="3786525"/>
                <a:ext cx="7132925" cy="1443400"/>
              </a:xfrm>
              <a:custGeom>
                <a:rect b="b" l="l" r="r" t="t"/>
                <a:pathLst>
                  <a:path extrusionOk="0" h="57736" w="285317">
                    <a:moveTo>
                      <a:pt x="162030" y="0"/>
                    </a:moveTo>
                    <a:cubicBezTo>
                      <a:pt x="153770" y="0"/>
                      <a:pt x="145502" y="473"/>
                      <a:pt x="137249" y="1813"/>
                    </a:cubicBezTo>
                    <a:cubicBezTo>
                      <a:pt x="126977" y="3525"/>
                      <a:pt x="116980" y="6081"/>
                      <a:pt x="106708" y="8364"/>
                    </a:cubicBezTo>
                    <a:cubicBezTo>
                      <a:pt x="86166" y="13226"/>
                      <a:pt x="65349" y="16923"/>
                      <a:pt x="44235" y="17220"/>
                    </a:cubicBezTo>
                    <a:cubicBezTo>
                      <a:pt x="42786" y="17247"/>
                      <a:pt x="41336" y="17260"/>
                      <a:pt x="39887" y="17260"/>
                    </a:cubicBezTo>
                    <a:cubicBezTo>
                      <a:pt x="26503" y="17260"/>
                      <a:pt x="13140" y="16130"/>
                      <a:pt x="0" y="14070"/>
                    </a:cubicBezTo>
                    <a:lnTo>
                      <a:pt x="0" y="43173"/>
                    </a:lnTo>
                    <a:cubicBezTo>
                      <a:pt x="15133" y="40890"/>
                      <a:pt x="30244" y="38037"/>
                      <a:pt x="45080" y="35184"/>
                    </a:cubicBezTo>
                    <a:cubicBezTo>
                      <a:pt x="67631" y="31189"/>
                      <a:pt x="90160" y="27492"/>
                      <a:pt x="112985" y="26350"/>
                    </a:cubicBezTo>
                    <a:cubicBezTo>
                      <a:pt x="118569" y="25989"/>
                      <a:pt x="124189" y="25791"/>
                      <a:pt x="129817" y="25791"/>
                    </a:cubicBezTo>
                    <a:cubicBezTo>
                      <a:pt x="146622" y="25791"/>
                      <a:pt x="163506" y="27560"/>
                      <a:pt x="179749" y="32057"/>
                    </a:cubicBezTo>
                    <a:cubicBezTo>
                      <a:pt x="200292" y="37763"/>
                      <a:pt x="219420" y="47738"/>
                      <a:pt x="239392" y="55156"/>
                    </a:cubicBezTo>
                    <a:cubicBezTo>
                      <a:pt x="242245" y="56023"/>
                      <a:pt x="244801" y="56868"/>
                      <a:pt x="247655" y="57735"/>
                    </a:cubicBezTo>
                    <a:lnTo>
                      <a:pt x="283034" y="57735"/>
                    </a:lnTo>
                    <a:cubicBezTo>
                      <a:pt x="283901" y="57438"/>
                      <a:pt x="284472" y="57164"/>
                      <a:pt x="285316" y="56868"/>
                    </a:cubicBezTo>
                    <a:lnTo>
                      <a:pt x="285316" y="23771"/>
                    </a:lnTo>
                    <a:cubicBezTo>
                      <a:pt x="267056" y="19503"/>
                      <a:pt x="249093" y="14367"/>
                      <a:pt x="230832" y="9802"/>
                    </a:cubicBezTo>
                    <a:cubicBezTo>
                      <a:pt x="210563" y="4940"/>
                      <a:pt x="189747" y="946"/>
                      <a:pt x="168907" y="101"/>
                    </a:cubicBezTo>
                    <a:cubicBezTo>
                      <a:pt x="166616" y="37"/>
                      <a:pt x="164323" y="0"/>
                      <a:pt x="162030" y="0"/>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2" name="Google Shape;662;p56"/>
              <p:cNvSpPr/>
              <p:nvPr/>
            </p:nvSpPr>
            <p:spPr>
              <a:xfrm>
                <a:off x="238125" y="2457100"/>
                <a:ext cx="7132925" cy="1306725"/>
              </a:xfrm>
              <a:custGeom>
                <a:rect b="b" l="l" r="r" t="t"/>
                <a:pathLst>
                  <a:path extrusionOk="0" h="52269" w="285317">
                    <a:moveTo>
                      <a:pt x="192964" y="1"/>
                    </a:moveTo>
                    <a:cubicBezTo>
                      <a:pt x="189513" y="1"/>
                      <a:pt x="186058" y="73"/>
                      <a:pt x="182602" y="210"/>
                    </a:cubicBezTo>
                    <a:cubicBezTo>
                      <a:pt x="159777" y="1054"/>
                      <a:pt x="137249" y="4478"/>
                      <a:pt x="114994" y="8198"/>
                    </a:cubicBezTo>
                    <a:cubicBezTo>
                      <a:pt x="92739" y="11622"/>
                      <a:pt x="70758" y="15617"/>
                      <a:pt x="48504" y="16758"/>
                    </a:cubicBezTo>
                    <a:cubicBezTo>
                      <a:pt x="42364" y="16973"/>
                      <a:pt x="36264" y="17065"/>
                      <a:pt x="30172" y="17065"/>
                    </a:cubicBezTo>
                    <a:cubicBezTo>
                      <a:pt x="20138" y="17065"/>
                      <a:pt x="10126" y="16816"/>
                      <a:pt x="0" y="16461"/>
                    </a:cubicBezTo>
                    <a:lnTo>
                      <a:pt x="0" y="51840"/>
                    </a:lnTo>
                    <a:cubicBezTo>
                      <a:pt x="5855" y="52126"/>
                      <a:pt x="11704" y="52268"/>
                      <a:pt x="17553" y="52268"/>
                    </a:cubicBezTo>
                    <a:cubicBezTo>
                      <a:pt x="23402" y="52268"/>
                      <a:pt x="29251" y="52126"/>
                      <a:pt x="35105" y="51840"/>
                    </a:cubicBezTo>
                    <a:cubicBezTo>
                      <a:pt x="55922" y="50699"/>
                      <a:pt x="76465" y="47572"/>
                      <a:pt x="96734" y="43007"/>
                    </a:cubicBezTo>
                    <a:cubicBezTo>
                      <a:pt x="117550" y="38442"/>
                      <a:pt x="137522" y="31868"/>
                      <a:pt x="158065" y="27303"/>
                    </a:cubicBezTo>
                    <a:cubicBezTo>
                      <a:pt x="171879" y="24192"/>
                      <a:pt x="185681" y="22279"/>
                      <a:pt x="199575" y="22279"/>
                    </a:cubicBezTo>
                    <a:cubicBezTo>
                      <a:pt x="206067" y="22279"/>
                      <a:pt x="212580" y="22697"/>
                      <a:pt x="219123" y="23605"/>
                    </a:cubicBezTo>
                    <a:cubicBezTo>
                      <a:pt x="239392" y="26162"/>
                      <a:pt x="259067" y="32439"/>
                      <a:pt x="277898" y="39857"/>
                    </a:cubicBezTo>
                    <a:cubicBezTo>
                      <a:pt x="278195" y="39857"/>
                      <a:pt x="278469" y="40154"/>
                      <a:pt x="278469" y="40428"/>
                    </a:cubicBezTo>
                    <a:cubicBezTo>
                      <a:pt x="280751" y="40998"/>
                      <a:pt x="283034" y="41569"/>
                      <a:pt x="285316" y="42436"/>
                    </a:cubicBezTo>
                    <a:lnTo>
                      <a:pt x="285316" y="20752"/>
                    </a:lnTo>
                    <a:cubicBezTo>
                      <a:pt x="272762" y="16758"/>
                      <a:pt x="260208" y="11896"/>
                      <a:pt x="247655" y="7628"/>
                    </a:cubicBezTo>
                    <a:cubicBezTo>
                      <a:pt x="229860" y="2087"/>
                      <a:pt x="211466" y="1"/>
                      <a:pt x="192964" y="1"/>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663" name="Google Shape;663;p56"/>
            <p:cNvSpPr/>
            <p:nvPr/>
          </p:nvSpPr>
          <p:spPr>
            <a:xfrm>
              <a:off x="-31525" y="-228650"/>
              <a:ext cx="9175500" cy="6099300"/>
            </a:xfrm>
            <a:prstGeom prst="rect">
              <a:avLst/>
            </a:prstGeom>
            <a:solidFill>
              <a:srgbClr val="000000">
                <a:alpha val="5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664" name="Google Shape;664;p56"/>
            <p:cNvGrpSpPr/>
            <p:nvPr/>
          </p:nvGrpSpPr>
          <p:grpSpPr>
            <a:xfrm>
              <a:off x="201120" y="-173787"/>
              <a:ext cx="8824055" cy="6026084"/>
              <a:chOff x="395025" y="514750"/>
              <a:chExt cx="6883575" cy="4700900"/>
            </a:xfrm>
          </p:grpSpPr>
          <p:sp>
            <p:nvSpPr>
              <p:cNvPr id="665" name="Google Shape;665;p56"/>
              <p:cNvSpPr/>
              <p:nvPr/>
            </p:nvSpPr>
            <p:spPr>
              <a:xfrm>
                <a:off x="523425" y="864550"/>
                <a:ext cx="35975" cy="28575"/>
              </a:xfrm>
              <a:custGeom>
                <a:rect b="b" l="l" r="r" t="t"/>
                <a:pathLst>
                  <a:path extrusionOk="0" h="1143" w="1439">
                    <a:moveTo>
                      <a:pt x="571" y="1"/>
                    </a:moveTo>
                    <a:cubicBezTo>
                      <a:pt x="1" y="1"/>
                      <a:pt x="1" y="1142"/>
                      <a:pt x="571" y="1142"/>
                    </a:cubicBezTo>
                    <a:cubicBezTo>
                      <a:pt x="1439" y="1142"/>
                      <a:pt x="1439" y="1"/>
                      <a:pt x="571"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6" name="Google Shape;666;p56"/>
              <p:cNvSpPr/>
              <p:nvPr/>
            </p:nvSpPr>
            <p:spPr>
              <a:xfrm>
                <a:off x="1992800" y="1170975"/>
                <a:ext cx="42825" cy="28575"/>
              </a:xfrm>
              <a:custGeom>
                <a:rect b="b" l="l" r="r" t="t"/>
                <a:pathLst>
                  <a:path extrusionOk="0" h="1143" w="1713">
                    <a:moveTo>
                      <a:pt x="868" y="1"/>
                    </a:moveTo>
                    <a:cubicBezTo>
                      <a:pt x="1" y="1"/>
                      <a:pt x="1" y="1142"/>
                      <a:pt x="868" y="1142"/>
                    </a:cubicBezTo>
                    <a:cubicBezTo>
                      <a:pt x="1713" y="1142"/>
                      <a:pt x="1713" y="1"/>
                      <a:pt x="868"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7" name="Google Shape;667;p56"/>
              <p:cNvSpPr/>
              <p:nvPr/>
            </p:nvSpPr>
            <p:spPr>
              <a:xfrm>
                <a:off x="1187075" y="2854350"/>
                <a:ext cx="35400" cy="28550"/>
              </a:xfrm>
              <a:custGeom>
                <a:rect b="b" l="l" r="r" t="t"/>
                <a:pathLst>
                  <a:path extrusionOk="0" h="1142" w="1416">
                    <a:moveTo>
                      <a:pt x="845" y="0"/>
                    </a:moveTo>
                    <a:cubicBezTo>
                      <a:pt x="0" y="0"/>
                      <a:pt x="0" y="1142"/>
                      <a:pt x="845" y="1142"/>
                    </a:cubicBezTo>
                    <a:cubicBezTo>
                      <a:pt x="1416" y="1142"/>
                      <a:pt x="1416" y="0"/>
                      <a:pt x="845"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8" name="Google Shape;668;p56"/>
              <p:cNvSpPr/>
              <p:nvPr/>
            </p:nvSpPr>
            <p:spPr>
              <a:xfrm>
                <a:off x="2149725" y="3518000"/>
                <a:ext cx="35975" cy="28550"/>
              </a:xfrm>
              <a:custGeom>
                <a:rect b="b" l="l" r="r" t="t"/>
                <a:pathLst>
                  <a:path extrusionOk="0" h="1142" w="1439">
                    <a:moveTo>
                      <a:pt x="868" y="0"/>
                    </a:moveTo>
                    <a:cubicBezTo>
                      <a:pt x="1" y="0"/>
                      <a:pt x="1" y="1142"/>
                      <a:pt x="868" y="1142"/>
                    </a:cubicBezTo>
                    <a:cubicBezTo>
                      <a:pt x="1439" y="1142"/>
                      <a:pt x="1439" y="0"/>
                      <a:pt x="868"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9" name="Google Shape;669;p56"/>
              <p:cNvSpPr/>
              <p:nvPr/>
            </p:nvSpPr>
            <p:spPr>
              <a:xfrm>
                <a:off x="6337025" y="1598950"/>
                <a:ext cx="35425" cy="28575"/>
              </a:xfrm>
              <a:custGeom>
                <a:rect b="b" l="l" r="r" t="t"/>
                <a:pathLst>
                  <a:path extrusionOk="0" h="1143" w="1417">
                    <a:moveTo>
                      <a:pt x="845" y="1"/>
                    </a:moveTo>
                    <a:cubicBezTo>
                      <a:pt x="1" y="1"/>
                      <a:pt x="1" y="1142"/>
                      <a:pt x="845" y="1142"/>
                    </a:cubicBezTo>
                    <a:cubicBezTo>
                      <a:pt x="1416" y="1142"/>
                      <a:pt x="1416" y="1"/>
                      <a:pt x="845"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0" name="Google Shape;670;p56"/>
              <p:cNvSpPr/>
              <p:nvPr/>
            </p:nvSpPr>
            <p:spPr>
              <a:xfrm>
                <a:off x="6586400" y="2562175"/>
                <a:ext cx="35975" cy="28575"/>
              </a:xfrm>
              <a:custGeom>
                <a:rect b="b" l="l" r="r" t="t"/>
                <a:pathLst>
                  <a:path extrusionOk="0" h="1143" w="1439">
                    <a:moveTo>
                      <a:pt x="868" y="1"/>
                    </a:moveTo>
                    <a:cubicBezTo>
                      <a:pt x="1" y="1"/>
                      <a:pt x="1" y="1142"/>
                      <a:pt x="868" y="1142"/>
                    </a:cubicBezTo>
                    <a:cubicBezTo>
                      <a:pt x="1439" y="1142"/>
                      <a:pt x="1439" y="1"/>
                      <a:pt x="868"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1" name="Google Shape;671;p56"/>
              <p:cNvSpPr/>
              <p:nvPr/>
            </p:nvSpPr>
            <p:spPr>
              <a:xfrm>
                <a:off x="5002900" y="2191275"/>
                <a:ext cx="35975" cy="28550"/>
              </a:xfrm>
              <a:custGeom>
                <a:rect b="b" l="l" r="r" t="t"/>
                <a:pathLst>
                  <a:path extrusionOk="0" h="1142" w="1439">
                    <a:moveTo>
                      <a:pt x="571" y="1"/>
                    </a:moveTo>
                    <a:cubicBezTo>
                      <a:pt x="0" y="1"/>
                      <a:pt x="0" y="1142"/>
                      <a:pt x="571" y="1142"/>
                    </a:cubicBezTo>
                    <a:cubicBezTo>
                      <a:pt x="1438" y="1142"/>
                      <a:pt x="1438" y="1"/>
                      <a:pt x="571"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2" name="Google Shape;672;p56"/>
              <p:cNvSpPr/>
              <p:nvPr/>
            </p:nvSpPr>
            <p:spPr>
              <a:xfrm>
                <a:off x="3661900" y="1649175"/>
                <a:ext cx="35975" cy="28550"/>
              </a:xfrm>
              <a:custGeom>
                <a:rect b="b" l="l" r="r" t="t"/>
                <a:pathLst>
                  <a:path extrusionOk="0" h="1142" w="1439">
                    <a:moveTo>
                      <a:pt x="571" y="1"/>
                    </a:moveTo>
                    <a:cubicBezTo>
                      <a:pt x="1" y="1"/>
                      <a:pt x="1" y="1142"/>
                      <a:pt x="571" y="1142"/>
                    </a:cubicBezTo>
                    <a:cubicBezTo>
                      <a:pt x="1439" y="1142"/>
                      <a:pt x="1439" y="1"/>
                      <a:pt x="571"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3" name="Google Shape;673;p56"/>
              <p:cNvSpPr/>
              <p:nvPr/>
            </p:nvSpPr>
            <p:spPr>
              <a:xfrm>
                <a:off x="3619100" y="3410725"/>
                <a:ext cx="35975" cy="28550"/>
              </a:xfrm>
              <a:custGeom>
                <a:rect b="b" l="l" r="r" t="t"/>
                <a:pathLst>
                  <a:path extrusionOk="0" h="1142" w="1439">
                    <a:moveTo>
                      <a:pt x="572" y="0"/>
                    </a:moveTo>
                    <a:cubicBezTo>
                      <a:pt x="1" y="0"/>
                      <a:pt x="1" y="1141"/>
                      <a:pt x="572" y="1141"/>
                    </a:cubicBezTo>
                    <a:cubicBezTo>
                      <a:pt x="1439" y="1141"/>
                      <a:pt x="1439" y="0"/>
                      <a:pt x="572"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4" name="Google Shape;674;p56"/>
              <p:cNvSpPr/>
              <p:nvPr/>
            </p:nvSpPr>
            <p:spPr>
              <a:xfrm>
                <a:off x="744825" y="4794500"/>
                <a:ext cx="35425" cy="28550"/>
              </a:xfrm>
              <a:custGeom>
                <a:rect b="b" l="l" r="r" t="t"/>
                <a:pathLst>
                  <a:path extrusionOk="0" h="1142" w="1417">
                    <a:moveTo>
                      <a:pt x="572" y="0"/>
                    </a:moveTo>
                    <a:cubicBezTo>
                      <a:pt x="1" y="0"/>
                      <a:pt x="1" y="1142"/>
                      <a:pt x="572" y="1142"/>
                    </a:cubicBezTo>
                    <a:cubicBezTo>
                      <a:pt x="1416" y="1142"/>
                      <a:pt x="1416" y="0"/>
                      <a:pt x="572"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5" name="Google Shape;675;p56"/>
              <p:cNvSpPr/>
              <p:nvPr/>
            </p:nvSpPr>
            <p:spPr>
              <a:xfrm>
                <a:off x="3833100" y="4930300"/>
                <a:ext cx="35975" cy="28575"/>
              </a:xfrm>
              <a:custGeom>
                <a:rect b="b" l="l" r="r" t="t"/>
                <a:pathLst>
                  <a:path extrusionOk="0" h="1143" w="1439">
                    <a:moveTo>
                      <a:pt x="571" y="1"/>
                    </a:moveTo>
                    <a:cubicBezTo>
                      <a:pt x="0" y="1"/>
                      <a:pt x="0" y="1142"/>
                      <a:pt x="571" y="1142"/>
                    </a:cubicBezTo>
                    <a:cubicBezTo>
                      <a:pt x="1438" y="1142"/>
                      <a:pt x="1438" y="1"/>
                      <a:pt x="571"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6" name="Google Shape;676;p56"/>
              <p:cNvSpPr/>
              <p:nvPr/>
            </p:nvSpPr>
            <p:spPr>
              <a:xfrm>
                <a:off x="5430875" y="3396450"/>
                <a:ext cx="35975" cy="28550"/>
              </a:xfrm>
              <a:custGeom>
                <a:rect b="b" l="l" r="r" t="t"/>
                <a:pathLst>
                  <a:path extrusionOk="0" h="1142" w="1439">
                    <a:moveTo>
                      <a:pt x="868" y="0"/>
                    </a:moveTo>
                    <a:cubicBezTo>
                      <a:pt x="0" y="0"/>
                      <a:pt x="0" y="1142"/>
                      <a:pt x="868" y="1142"/>
                    </a:cubicBezTo>
                    <a:cubicBezTo>
                      <a:pt x="1438" y="1142"/>
                      <a:pt x="1438" y="0"/>
                      <a:pt x="868"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7" name="Google Shape;677;p56"/>
              <p:cNvSpPr/>
              <p:nvPr/>
            </p:nvSpPr>
            <p:spPr>
              <a:xfrm>
                <a:off x="6586400" y="5072975"/>
                <a:ext cx="35975" cy="28550"/>
              </a:xfrm>
              <a:custGeom>
                <a:rect b="b" l="l" r="r" t="t"/>
                <a:pathLst>
                  <a:path extrusionOk="0" h="1142" w="1439">
                    <a:moveTo>
                      <a:pt x="868" y="0"/>
                    </a:moveTo>
                    <a:cubicBezTo>
                      <a:pt x="1" y="0"/>
                      <a:pt x="1" y="1141"/>
                      <a:pt x="868" y="1141"/>
                    </a:cubicBezTo>
                    <a:cubicBezTo>
                      <a:pt x="1439" y="1141"/>
                      <a:pt x="1439" y="0"/>
                      <a:pt x="868"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8" name="Google Shape;678;p56"/>
              <p:cNvSpPr/>
              <p:nvPr/>
            </p:nvSpPr>
            <p:spPr>
              <a:xfrm>
                <a:off x="6843175" y="3367925"/>
                <a:ext cx="35975" cy="28550"/>
              </a:xfrm>
              <a:custGeom>
                <a:rect b="b" l="l" r="r" t="t"/>
                <a:pathLst>
                  <a:path extrusionOk="0" h="1142" w="1439">
                    <a:moveTo>
                      <a:pt x="572" y="0"/>
                    </a:moveTo>
                    <a:cubicBezTo>
                      <a:pt x="1" y="0"/>
                      <a:pt x="1" y="1141"/>
                      <a:pt x="572" y="1141"/>
                    </a:cubicBezTo>
                    <a:cubicBezTo>
                      <a:pt x="1439" y="1141"/>
                      <a:pt x="1439" y="0"/>
                      <a:pt x="572"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9" name="Google Shape;679;p56"/>
              <p:cNvSpPr/>
              <p:nvPr/>
            </p:nvSpPr>
            <p:spPr>
              <a:xfrm>
                <a:off x="4610875" y="3738825"/>
                <a:ext cx="35400" cy="28550"/>
              </a:xfrm>
              <a:custGeom>
                <a:rect b="b" l="l" r="r" t="t"/>
                <a:pathLst>
                  <a:path extrusionOk="0" h="1142" w="1416">
                    <a:moveTo>
                      <a:pt x="845" y="1"/>
                    </a:moveTo>
                    <a:cubicBezTo>
                      <a:pt x="0" y="1"/>
                      <a:pt x="0" y="1142"/>
                      <a:pt x="845" y="1142"/>
                    </a:cubicBezTo>
                    <a:cubicBezTo>
                      <a:pt x="1415" y="1142"/>
                      <a:pt x="1415" y="1"/>
                      <a:pt x="845"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0" name="Google Shape;680;p56"/>
              <p:cNvSpPr/>
              <p:nvPr/>
            </p:nvSpPr>
            <p:spPr>
              <a:xfrm>
                <a:off x="5324150" y="964425"/>
                <a:ext cx="35425" cy="28550"/>
              </a:xfrm>
              <a:custGeom>
                <a:rect b="b" l="l" r="r" t="t"/>
                <a:pathLst>
                  <a:path extrusionOk="0" h="1142" w="1417">
                    <a:moveTo>
                      <a:pt x="845" y="0"/>
                    </a:moveTo>
                    <a:cubicBezTo>
                      <a:pt x="1" y="0"/>
                      <a:pt x="1" y="1141"/>
                      <a:pt x="845" y="1141"/>
                    </a:cubicBezTo>
                    <a:cubicBezTo>
                      <a:pt x="1416" y="1141"/>
                      <a:pt x="1416" y="0"/>
                      <a:pt x="845"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1" name="Google Shape;681;p56"/>
              <p:cNvSpPr/>
              <p:nvPr/>
            </p:nvSpPr>
            <p:spPr>
              <a:xfrm>
                <a:off x="3148350" y="807500"/>
                <a:ext cx="42800" cy="28550"/>
              </a:xfrm>
              <a:custGeom>
                <a:rect b="b" l="l" r="r" t="t"/>
                <a:pathLst>
                  <a:path extrusionOk="0" h="1142" w="1712">
                    <a:moveTo>
                      <a:pt x="867" y="0"/>
                    </a:moveTo>
                    <a:cubicBezTo>
                      <a:pt x="0" y="0"/>
                      <a:pt x="0" y="1142"/>
                      <a:pt x="867" y="1142"/>
                    </a:cubicBezTo>
                    <a:cubicBezTo>
                      <a:pt x="1438" y="1142"/>
                      <a:pt x="1712" y="0"/>
                      <a:pt x="867"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2" name="Google Shape;682;p56"/>
              <p:cNvSpPr/>
              <p:nvPr/>
            </p:nvSpPr>
            <p:spPr>
              <a:xfrm>
                <a:off x="2534900" y="2355050"/>
                <a:ext cx="35975" cy="28550"/>
              </a:xfrm>
              <a:custGeom>
                <a:rect b="b" l="l" r="r" t="t"/>
                <a:pathLst>
                  <a:path extrusionOk="0" h="1142" w="1439">
                    <a:moveTo>
                      <a:pt x="868" y="0"/>
                    </a:moveTo>
                    <a:cubicBezTo>
                      <a:pt x="1" y="0"/>
                      <a:pt x="1" y="1142"/>
                      <a:pt x="868" y="1142"/>
                    </a:cubicBezTo>
                    <a:cubicBezTo>
                      <a:pt x="1439" y="1142"/>
                      <a:pt x="1439" y="0"/>
                      <a:pt x="868"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3" name="Google Shape;683;p56"/>
              <p:cNvSpPr/>
              <p:nvPr/>
            </p:nvSpPr>
            <p:spPr>
              <a:xfrm>
                <a:off x="466375" y="2191275"/>
                <a:ext cx="35975" cy="28550"/>
              </a:xfrm>
              <a:custGeom>
                <a:rect b="b" l="l" r="r" t="t"/>
                <a:pathLst>
                  <a:path extrusionOk="0" h="1142" w="1439">
                    <a:moveTo>
                      <a:pt x="867" y="1"/>
                    </a:moveTo>
                    <a:cubicBezTo>
                      <a:pt x="0" y="1"/>
                      <a:pt x="0" y="1142"/>
                      <a:pt x="867" y="1142"/>
                    </a:cubicBezTo>
                    <a:cubicBezTo>
                      <a:pt x="1438" y="1142"/>
                      <a:pt x="1438" y="1"/>
                      <a:pt x="867"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4" name="Google Shape;684;p56"/>
              <p:cNvSpPr/>
              <p:nvPr/>
            </p:nvSpPr>
            <p:spPr>
              <a:xfrm>
                <a:off x="616450" y="3931700"/>
                <a:ext cx="35400" cy="28550"/>
              </a:xfrm>
              <a:custGeom>
                <a:rect b="b" l="l" r="r" t="t"/>
                <a:pathLst>
                  <a:path extrusionOk="0" h="1142" w="1416">
                    <a:moveTo>
                      <a:pt x="571" y="1"/>
                    </a:moveTo>
                    <a:cubicBezTo>
                      <a:pt x="0" y="1"/>
                      <a:pt x="0" y="1142"/>
                      <a:pt x="571" y="1142"/>
                    </a:cubicBezTo>
                    <a:cubicBezTo>
                      <a:pt x="1415" y="1142"/>
                      <a:pt x="1415" y="1"/>
                      <a:pt x="571"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5" name="Google Shape;685;p56"/>
              <p:cNvSpPr/>
              <p:nvPr/>
            </p:nvSpPr>
            <p:spPr>
              <a:xfrm>
                <a:off x="2185675" y="4830450"/>
                <a:ext cx="35400" cy="28550"/>
              </a:xfrm>
              <a:custGeom>
                <a:rect b="b" l="l" r="r" t="t"/>
                <a:pathLst>
                  <a:path extrusionOk="0" h="1142" w="1416">
                    <a:moveTo>
                      <a:pt x="845" y="0"/>
                    </a:moveTo>
                    <a:cubicBezTo>
                      <a:pt x="1" y="0"/>
                      <a:pt x="1" y="1142"/>
                      <a:pt x="845" y="1142"/>
                    </a:cubicBezTo>
                    <a:cubicBezTo>
                      <a:pt x="1416" y="1142"/>
                      <a:pt x="1416" y="0"/>
                      <a:pt x="845"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6" name="Google Shape;686;p56"/>
              <p:cNvSpPr/>
              <p:nvPr/>
            </p:nvSpPr>
            <p:spPr>
              <a:xfrm>
                <a:off x="7028650" y="700225"/>
                <a:ext cx="35975" cy="28550"/>
              </a:xfrm>
              <a:custGeom>
                <a:rect b="b" l="l" r="r" t="t"/>
                <a:pathLst>
                  <a:path extrusionOk="0" h="1142" w="1439">
                    <a:moveTo>
                      <a:pt x="571" y="0"/>
                    </a:moveTo>
                    <a:cubicBezTo>
                      <a:pt x="0" y="0"/>
                      <a:pt x="0" y="1141"/>
                      <a:pt x="571" y="1141"/>
                    </a:cubicBezTo>
                    <a:cubicBezTo>
                      <a:pt x="1438" y="1141"/>
                      <a:pt x="1438" y="0"/>
                      <a:pt x="571"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7" name="Google Shape;687;p56"/>
              <p:cNvSpPr/>
              <p:nvPr/>
            </p:nvSpPr>
            <p:spPr>
              <a:xfrm>
                <a:off x="1308050" y="671675"/>
                <a:ext cx="71350" cy="57100"/>
              </a:xfrm>
              <a:custGeom>
                <a:rect b="b" l="l" r="r" t="t"/>
                <a:pathLst>
                  <a:path extrusionOk="0" h="2284" w="2854">
                    <a:moveTo>
                      <a:pt x="1438" y="1"/>
                    </a:moveTo>
                    <a:cubicBezTo>
                      <a:pt x="0" y="1"/>
                      <a:pt x="0" y="2283"/>
                      <a:pt x="1438" y="2283"/>
                    </a:cubicBezTo>
                    <a:cubicBezTo>
                      <a:pt x="2854" y="2283"/>
                      <a:pt x="2854" y="1"/>
                      <a:pt x="1438"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8" name="Google Shape;688;p56"/>
              <p:cNvSpPr/>
              <p:nvPr/>
            </p:nvSpPr>
            <p:spPr>
              <a:xfrm>
                <a:off x="502325" y="2761900"/>
                <a:ext cx="78200" cy="57100"/>
              </a:xfrm>
              <a:custGeom>
                <a:rect b="b" l="l" r="r" t="t"/>
                <a:pathLst>
                  <a:path extrusionOk="0" h="2284" w="3128">
                    <a:moveTo>
                      <a:pt x="1415" y="1"/>
                    </a:moveTo>
                    <a:cubicBezTo>
                      <a:pt x="0" y="1"/>
                      <a:pt x="0" y="2283"/>
                      <a:pt x="1415" y="2283"/>
                    </a:cubicBezTo>
                    <a:cubicBezTo>
                      <a:pt x="3127" y="2283"/>
                      <a:pt x="3127" y="1"/>
                      <a:pt x="1415"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9" name="Google Shape;689;p56"/>
              <p:cNvSpPr/>
              <p:nvPr/>
            </p:nvSpPr>
            <p:spPr>
              <a:xfrm>
                <a:off x="2663300" y="2911400"/>
                <a:ext cx="78775" cy="57100"/>
              </a:xfrm>
              <a:custGeom>
                <a:rect b="b" l="l" r="r" t="t"/>
                <a:pathLst>
                  <a:path extrusionOk="0" h="2284" w="3151">
                    <a:moveTo>
                      <a:pt x="1439" y="1"/>
                    </a:moveTo>
                    <a:cubicBezTo>
                      <a:pt x="1" y="1"/>
                      <a:pt x="1" y="2284"/>
                      <a:pt x="1439" y="2284"/>
                    </a:cubicBezTo>
                    <a:cubicBezTo>
                      <a:pt x="3150" y="2284"/>
                      <a:pt x="3150" y="1"/>
                      <a:pt x="1439"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0" name="Google Shape;690;p56"/>
              <p:cNvSpPr/>
              <p:nvPr/>
            </p:nvSpPr>
            <p:spPr>
              <a:xfrm>
                <a:off x="4853400" y="728750"/>
                <a:ext cx="71350" cy="57075"/>
              </a:xfrm>
              <a:custGeom>
                <a:rect b="b" l="l" r="r" t="t"/>
                <a:pathLst>
                  <a:path extrusionOk="0" h="2283" w="2854">
                    <a:moveTo>
                      <a:pt x="1415" y="0"/>
                    </a:moveTo>
                    <a:cubicBezTo>
                      <a:pt x="0" y="0"/>
                      <a:pt x="0" y="2283"/>
                      <a:pt x="1415" y="2283"/>
                    </a:cubicBezTo>
                    <a:cubicBezTo>
                      <a:pt x="2853" y="2283"/>
                      <a:pt x="2853" y="0"/>
                      <a:pt x="1415"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1" name="Google Shape;691;p56"/>
              <p:cNvSpPr/>
              <p:nvPr/>
            </p:nvSpPr>
            <p:spPr>
              <a:xfrm>
                <a:off x="7107400" y="1520775"/>
                <a:ext cx="71350" cy="57100"/>
              </a:xfrm>
              <a:custGeom>
                <a:rect b="b" l="l" r="r" t="t"/>
                <a:pathLst>
                  <a:path extrusionOk="0" h="2284" w="2854">
                    <a:moveTo>
                      <a:pt x="1415" y="1"/>
                    </a:moveTo>
                    <a:cubicBezTo>
                      <a:pt x="0" y="1"/>
                      <a:pt x="0" y="2283"/>
                      <a:pt x="1415" y="2283"/>
                    </a:cubicBezTo>
                    <a:cubicBezTo>
                      <a:pt x="2853" y="2283"/>
                      <a:pt x="2853" y="1"/>
                      <a:pt x="1415"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2" name="Google Shape;692;p56"/>
              <p:cNvSpPr/>
              <p:nvPr/>
            </p:nvSpPr>
            <p:spPr>
              <a:xfrm>
                <a:off x="6793550" y="4252400"/>
                <a:ext cx="78200" cy="57075"/>
              </a:xfrm>
              <a:custGeom>
                <a:rect b="b" l="l" r="r" t="t"/>
                <a:pathLst>
                  <a:path extrusionOk="0" h="2283" w="3128">
                    <a:moveTo>
                      <a:pt x="1415" y="0"/>
                    </a:moveTo>
                    <a:cubicBezTo>
                      <a:pt x="0" y="0"/>
                      <a:pt x="0" y="2283"/>
                      <a:pt x="1415" y="2283"/>
                    </a:cubicBezTo>
                    <a:cubicBezTo>
                      <a:pt x="3127" y="2283"/>
                      <a:pt x="3127" y="0"/>
                      <a:pt x="1415"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3" name="Google Shape;693;p56"/>
              <p:cNvSpPr/>
              <p:nvPr/>
            </p:nvSpPr>
            <p:spPr>
              <a:xfrm>
                <a:off x="4839125" y="3054075"/>
                <a:ext cx="71350" cy="57075"/>
              </a:xfrm>
              <a:custGeom>
                <a:rect b="b" l="l" r="r" t="t"/>
                <a:pathLst>
                  <a:path extrusionOk="0" h="2283" w="2854">
                    <a:moveTo>
                      <a:pt x="1416" y="0"/>
                    </a:moveTo>
                    <a:cubicBezTo>
                      <a:pt x="0" y="0"/>
                      <a:pt x="0" y="2283"/>
                      <a:pt x="1416" y="2283"/>
                    </a:cubicBezTo>
                    <a:cubicBezTo>
                      <a:pt x="2854" y="2283"/>
                      <a:pt x="2854" y="0"/>
                      <a:pt x="1416"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4" name="Google Shape;694;p56"/>
              <p:cNvSpPr/>
              <p:nvPr/>
            </p:nvSpPr>
            <p:spPr>
              <a:xfrm>
                <a:off x="2927500" y="4466375"/>
                <a:ext cx="71350" cy="57100"/>
              </a:xfrm>
              <a:custGeom>
                <a:rect b="b" l="l" r="r" t="t"/>
                <a:pathLst>
                  <a:path extrusionOk="0" h="2284" w="2854">
                    <a:moveTo>
                      <a:pt x="1416" y="1"/>
                    </a:moveTo>
                    <a:cubicBezTo>
                      <a:pt x="1" y="1"/>
                      <a:pt x="1" y="2283"/>
                      <a:pt x="1416" y="2283"/>
                    </a:cubicBezTo>
                    <a:cubicBezTo>
                      <a:pt x="2854" y="2283"/>
                      <a:pt x="2854" y="1"/>
                      <a:pt x="1416"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5" name="Google Shape;695;p56"/>
              <p:cNvSpPr/>
              <p:nvPr/>
            </p:nvSpPr>
            <p:spPr>
              <a:xfrm>
                <a:off x="1401050" y="4181075"/>
                <a:ext cx="78225" cy="57075"/>
              </a:xfrm>
              <a:custGeom>
                <a:rect b="b" l="l" r="r" t="t"/>
                <a:pathLst>
                  <a:path extrusionOk="0" h="2283" w="3129">
                    <a:moveTo>
                      <a:pt x="1713" y="0"/>
                    </a:moveTo>
                    <a:cubicBezTo>
                      <a:pt x="1" y="0"/>
                      <a:pt x="1" y="2283"/>
                      <a:pt x="1713" y="2283"/>
                    </a:cubicBezTo>
                    <a:cubicBezTo>
                      <a:pt x="3128" y="2283"/>
                      <a:pt x="3128" y="0"/>
                      <a:pt x="1713"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6" name="Google Shape;696;p56"/>
              <p:cNvSpPr/>
              <p:nvPr/>
            </p:nvSpPr>
            <p:spPr>
              <a:xfrm>
                <a:off x="1543725" y="1934500"/>
                <a:ext cx="78200" cy="57075"/>
              </a:xfrm>
              <a:custGeom>
                <a:rect b="b" l="l" r="r" t="t"/>
                <a:pathLst>
                  <a:path extrusionOk="0" h="2283" w="3128">
                    <a:moveTo>
                      <a:pt x="1415" y="0"/>
                    </a:moveTo>
                    <a:cubicBezTo>
                      <a:pt x="0" y="0"/>
                      <a:pt x="0" y="2283"/>
                      <a:pt x="1415" y="2283"/>
                    </a:cubicBezTo>
                    <a:cubicBezTo>
                      <a:pt x="3127" y="2283"/>
                      <a:pt x="3127" y="0"/>
                      <a:pt x="1415"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7" name="Google Shape;697;p56"/>
              <p:cNvSpPr/>
              <p:nvPr/>
            </p:nvSpPr>
            <p:spPr>
              <a:xfrm>
                <a:off x="3990025" y="2269450"/>
                <a:ext cx="71350" cy="57100"/>
              </a:xfrm>
              <a:custGeom>
                <a:rect b="b" l="l" r="r" t="t"/>
                <a:pathLst>
                  <a:path extrusionOk="0" h="2284" w="2854">
                    <a:moveTo>
                      <a:pt x="1438" y="1"/>
                    </a:moveTo>
                    <a:cubicBezTo>
                      <a:pt x="0" y="1"/>
                      <a:pt x="0" y="2283"/>
                      <a:pt x="1438" y="2283"/>
                    </a:cubicBezTo>
                    <a:cubicBezTo>
                      <a:pt x="2854" y="2283"/>
                      <a:pt x="2854" y="1"/>
                      <a:pt x="1438"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8" name="Google Shape;698;p56"/>
              <p:cNvSpPr/>
              <p:nvPr/>
            </p:nvSpPr>
            <p:spPr>
              <a:xfrm>
                <a:off x="395025" y="514750"/>
                <a:ext cx="21725" cy="14300"/>
              </a:xfrm>
              <a:custGeom>
                <a:rect b="b" l="l" r="r" t="t"/>
                <a:pathLst>
                  <a:path extrusionOk="0" h="572" w="869">
                    <a:moveTo>
                      <a:pt x="572" y="1"/>
                    </a:moveTo>
                    <a:cubicBezTo>
                      <a:pt x="1" y="1"/>
                      <a:pt x="1" y="572"/>
                      <a:pt x="572" y="572"/>
                    </a:cubicBezTo>
                    <a:cubicBezTo>
                      <a:pt x="868" y="572"/>
                      <a:pt x="868" y="1"/>
                      <a:pt x="572"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9" name="Google Shape;699;p56"/>
              <p:cNvSpPr/>
              <p:nvPr/>
            </p:nvSpPr>
            <p:spPr>
              <a:xfrm>
                <a:off x="1094050" y="1399250"/>
                <a:ext cx="14300" cy="14275"/>
              </a:xfrm>
              <a:custGeom>
                <a:rect b="b" l="l" r="r" t="t"/>
                <a:pathLst>
                  <a:path extrusionOk="0" h="571" w="572">
                    <a:moveTo>
                      <a:pt x="298" y="0"/>
                    </a:moveTo>
                    <a:cubicBezTo>
                      <a:pt x="1" y="0"/>
                      <a:pt x="1" y="571"/>
                      <a:pt x="298" y="571"/>
                    </a:cubicBezTo>
                    <a:cubicBezTo>
                      <a:pt x="572" y="571"/>
                      <a:pt x="572" y="0"/>
                      <a:pt x="298"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0" name="Google Shape;700;p56"/>
              <p:cNvSpPr/>
              <p:nvPr/>
            </p:nvSpPr>
            <p:spPr>
              <a:xfrm>
                <a:off x="630700" y="1527625"/>
                <a:ext cx="21150" cy="14300"/>
              </a:xfrm>
              <a:custGeom>
                <a:rect b="b" l="l" r="r" t="t"/>
                <a:pathLst>
                  <a:path extrusionOk="0" h="572" w="846">
                    <a:moveTo>
                      <a:pt x="275" y="1"/>
                    </a:moveTo>
                    <a:cubicBezTo>
                      <a:pt x="1" y="1"/>
                      <a:pt x="1" y="571"/>
                      <a:pt x="275" y="571"/>
                    </a:cubicBezTo>
                    <a:cubicBezTo>
                      <a:pt x="845" y="571"/>
                      <a:pt x="845" y="1"/>
                      <a:pt x="275"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1" name="Google Shape;701;p56"/>
              <p:cNvSpPr/>
              <p:nvPr/>
            </p:nvSpPr>
            <p:spPr>
              <a:xfrm>
                <a:off x="987350" y="1256575"/>
                <a:ext cx="14300" cy="14300"/>
              </a:xfrm>
              <a:custGeom>
                <a:rect b="b" l="l" r="r" t="t"/>
                <a:pathLst>
                  <a:path extrusionOk="0" h="572" w="572">
                    <a:moveTo>
                      <a:pt x="275" y="1"/>
                    </a:moveTo>
                    <a:cubicBezTo>
                      <a:pt x="1" y="1"/>
                      <a:pt x="1" y="571"/>
                      <a:pt x="275" y="571"/>
                    </a:cubicBezTo>
                    <a:cubicBezTo>
                      <a:pt x="571" y="571"/>
                      <a:pt x="571" y="1"/>
                      <a:pt x="275"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2" name="Google Shape;702;p56"/>
              <p:cNvSpPr/>
              <p:nvPr/>
            </p:nvSpPr>
            <p:spPr>
              <a:xfrm>
                <a:off x="1778825" y="671675"/>
                <a:ext cx="21700" cy="14300"/>
              </a:xfrm>
              <a:custGeom>
                <a:rect b="b" l="l" r="r" t="t"/>
                <a:pathLst>
                  <a:path extrusionOk="0" h="572" w="868">
                    <a:moveTo>
                      <a:pt x="297" y="1"/>
                    </a:moveTo>
                    <a:cubicBezTo>
                      <a:pt x="0" y="1"/>
                      <a:pt x="0" y="571"/>
                      <a:pt x="297" y="571"/>
                    </a:cubicBezTo>
                    <a:cubicBezTo>
                      <a:pt x="868" y="571"/>
                      <a:pt x="868" y="1"/>
                      <a:pt x="297"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3" name="Google Shape;703;p56"/>
              <p:cNvSpPr/>
              <p:nvPr/>
            </p:nvSpPr>
            <p:spPr>
              <a:xfrm>
                <a:off x="1429600" y="1541900"/>
                <a:ext cx="21125" cy="14275"/>
              </a:xfrm>
              <a:custGeom>
                <a:rect b="b" l="l" r="r" t="t"/>
                <a:pathLst>
                  <a:path extrusionOk="0" h="571" w="845">
                    <a:moveTo>
                      <a:pt x="571" y="0"/>
                    </a:moveTo>
                    <a:cubicBezTo>
                      <a:pt x="0" y="0"/>
                      <a:pt x="0" y="571"/>
                      <a:pt x="571" y="571"/>
                    </a:cubicBezTo>
                    <a:cubicBezTo>
                      <a:pt x="845" y="571"/>
                      <a:pt x="845" y="0"/>
                      <a:pt x="571"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4" name="Google Shape;704;p56"/>
              <p:cNvSpPr/>
              <p:nvPr/>
            </p:nvSpPr>
            <p:spPr>
              <a:xfrm>
                <a:off x="1550575" y="1606375"/>
                <a:ext cx="21700" cy="14300"/>
              </a:xfrm>
              <a:custGeom>
                <a:rect b="b" l="l" r="r" t="t"/>
                <a:pathLst>
                  <a:path extrusionOk="0" h="572" w="868">
                    <a:moveTo>
                      <a:pt x="297" y="1"/>
                    </a:moveTo>
                    <a:cubicBezTo>
                      <a:pt x="0" y="1"/>
                      <a:pt x="0" y="571"/>
                      <a:pt x="297" y="571"/>
                    </a:cubicBezTo>
                    <a:cubicBezTo>
                      <a:pt x="868" y="571"/>
                      <a:pt x="868" y="1"/>
                      <a:pt x="297"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5" name="Google Shape;705;p56"/>
              <p:cNvSpPr/>
              <p:nvPr/>
            </p:nvSpPr>
            <p:spPr>
              <a:xfrm>
                <a:off x="2642200" y="1349600"/>
                <a:ext cx="21125" cy="14275"/>
              </a:xfrm>
              <a:custGeom>
                <a:rect b="b" l="l" r="r" t="t"/>
                <a:pathLst>
                  <a:path extrusionOk="0" h="571" w="845">
                    <a:moveTo>
                      <a:pt x="274" y="0"/>
                    </a:moveTo>
                    <a:cubicBezTo>
                      <a:pt x="0" y="0"/>
                      <a:pt x="0" y="571"/>
                      <a:pt x="274" y="571"/>
                    </a:cubicBezTo>
                    <a:cubicBezTo>
                      <a:pt x="845" y="571"/>
                      <a:pt x="845" y="0"/>
                      <a:pt x="274"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6" name="Google Shape;706;p56"/>
              <p:cNvSpPr/>
              <p:nvPr/>
            </p:nvSpPr>
            <p:spPr>
              <a:xfrm>
                <a:off x="2856175" y="778950"/>
                <a:ext cx="21150" cy="14300"/>
              </a:xfrm>
              <a:custGeom>
                <a:rect b="b" l="l" r="r" t="t"/>
                <a:pathLst>
                  <a:path extrusionOk="0" h="572" w="846">
                    <a:moveTo>
                      <a:pt x="274" y="1"/>
                    </a:moveTo>
                    <a:cubicBezTo>
                      <a:pt x="1" y="1"/>
                      <a:pt x="1" y="572"/>
                      <a:pt x="274" y="572"/>
                    </a:cubicBezTo>
                    <a:cubicBezTo>
                      <a:pt x="845" y="572"/>
                      <a:pt x="845" y="1"/>
                      <a:pt x="274"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7" name="Google Shape;707;p56"/>
              <p:cNvSpPr/>
              <p:nvPr/>
            </p:nvSpPr>
            <p:spPr>
              <a:xfrm>
                <a:off x="3070150" y="1056850"/>
                <a:ext cx="14300" cy="14300"/>
              </a:xfrm>
              <a:custGeom>
                <a:rect b="b" l="l" r="r" t="t"/>
                <a:pathLst>
                  <a:path extrusionOk="0" h="572" w="572">
                    <a:moveTo>
                      <a:pt x="275" y="1"/>
                    </a:moveTo>
                    <a:cubicBezTo>
                      <a:pt x="1" y="1"/>
                      <a:pt x="1" y="572"/>
                      <a:pt x="275" y="572"/>
                    </a:cubicBezTo>
                    <a:cubicBezTo>
                      <a:pt x="572" y="572"/>
                      <a:pt x="572" y="1"/>
                      <a:pt x="275"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8" name="Google Shape;708;p56"/>
              <p:cNvSpPr/>
              <p:nvPr/>
            </p:nvSpPr>
            <p:spPr>
              <a:xfrm>
                <a:off x="3533525" y="778950"/>
                <a:ext cx="21700" cy="14300"/>
              </a:xfrm>
              <a:custGeom>
                <a:rect b="b" l="l" r="r" t="t"/>
                <a:pathLst>
                  <a:path extrusionOk="0" h="572" w="868">
                    <a:moveTo>
                      <a:pt x="571" y="1"/>
                    </a:moveTo>
                    <a:cubicBezTo>
                      <a:pt x="0" y="1"/>
                      <a:pt x="0" y="572"/>
                      <a:pt x="571" y="572"/>
                    </a:cubicBezTo>
                    <a:cubicBezTo>
                      <a:pt x="868" y="572"/>
                      <a:pt x="868" y="1"/>
                      <a:pt x="571"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9" name="Google Shape;709;p56"/>
              <p:cNvSpPr/>
              <p:nvPr/>
            </p:nvSpPr>
            <p:spPr>
              <a:xfrm>
                <a:off x="3284150" y="622050"/>
                <a:ext cx="14300" cy="14275"/>
              </a:xfrm>
              <a:custGeom>
                <a:rect b="b" l="l" r="r" t="t"/>
                <a:pathLst>
                  <a:path extrusionOk="0" h="571" w="572">
                    <a:moveTo>
                      <a:pt x="274" y="0"/>
                    </a:moveTo>
                    <a:cubicBezTo>
                      <a:pt x="0" y="0"/>
                      <a:pt x="0" y="571"/>
                      <a:pt x="274" y="571"/>
                    </a:cubicBezTo>
                    <a:cubicBezTo>
                      <a:pt x="571" y="571"/>
                      <a:pt x="571" y="0"/>
                      <a:pt x="274"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0" name="Google Shape;710;p56"/>
              <p:cNvSpPr/>
              <p:nvPr/>
            </p:nvSpPr>
            <p:spPr>
              <a:xfrm>
                <a:off x="3312675" y="850300"/>
                <a:ext cx="21150" cy="14275"/>
              </a:xfrm>
              <a:custGeom>
                <a:rect b="b" l="l" r="r" t="t"/>
                <a:pathLst>
                  <a:path extrusionOk="0" h="571" w="846">
                    <a:moveTo>
                      <a:pt x="571" y="0"/>
                    </a:moveTo>
                    <a:cubicBezTo>
                      <a:pt x="1" y="0"/>
                      <a:pt x="1" y="571"/>
                      <a:pt x="571" y="571"/>
                    </a:cubicBezTo>
                    <a:cubicBezTo>
                      <a:pt x="845" y="571"/>
                      <a:pt x="845" y="0"/>
                      <a:pt x="571"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1" name="Google Shape;711;p56"/>
              <p:cNvSpPr/>
              <p:nvPr/>
            </p:nvSpPr>
            <p:spPr>
              <a:xfrm>
                <a:off x="4332400" y="2340775"/>
                <a:ext cx="21700" cy="14300"/>
              </a:xfrm>
              <a:custGeom>
                <a:rect b="b" l="l" r="r" t="t"/>
                <a:pathLst>
                  <a:path extrusionOk="0" h="572" w="868">
                    <a:moveTo>
                      <a:pt x="571" y="1"/>
                    </a:moveTo>
                    <a:cubicBezTo>
                      <a:pt x="1" y="1"/>
                      <a:pt x="1" y="571"/>
                      <a:pt x="571" y="571"/>
                    </a:cubicBezTo>
                    <a:cubicBezTo>
                      <a:pt x="868" y="571"/>
                      <a:pt x="868" y="1"/>
                      <a:pt x="571"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2" name="Google Shape;712;p56"/>
              <p:cNvSpPr/>
              <p:nvPr/>
            </p:nvSpPr>
            <p:spPr>
              <a:xfrm>
                <a:off x="3726400" y="2633525"/>
                <a:ext cx="21125" cy="14275"/>
              </a:xfrm>
              <a:custGeom>
                <a:rect b="b" l="l" r="r" t="t"/>
                <a:pathLst>
                  <a:path extrusionOk="0" h="571" w="845">
                    <a:moveTo>
                      <a:pt x="274" y="0"/>
                    </a:moveTo>
                    <a:cubicBezTo>
                      <a:pt x="0" y="0"/>
                      <a:pt x="0" y="571"/>
                      <a:pt x="274" y="571"/>
                    </a:cubicBezTo>
                    <a:cubicBezTo>
                      <a:pt x="845" y="571"/>
                      <a:pt x="845" y="0"/>
                      <a:pt x="274"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3" name="Google Shape;713;p56"/>
              <p:cNvSpPr/>
              <p:nvPr/>
            </p:nvSpPr>
            <p:spPr>
              <a:xfrm>
                <a:off x="4061350" y="2026925"/>
                <a:ext cx="14300" cy="14300"/>
              </a:xfrm>
              <a:custGeom>
                <a:rect b="b" l="l" r="r" t="t"/>
                <a:pathLst>
                  <a:path extrusionOk="0" h="572" w="572">
                    <a:moveTo>
                      <a:pt x="297" y="1"/>
                    </a:moveTo>
                    <a:cubicBezTo>
                      <a:pt x="1" y="1"/>
                      <a:pt x="1" y="571"/>
                      <a:pt x="297" y="571"/>
                    </a:cubicBezTo>
                    <a:cubicBezTo>
                      <a:pt x="571" y="571"/>
                      <a:pt x="571" y="1"/>
                      <a:pt x="297"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4" name="Google Shape;714;p56"/>
              <p:cNvSpPr/>
              <p:nvPr/>
            </p:nvSpPr>
            <p:spPr>
              <a:xfrm>
                <a:off x="2820225" y="1613225"/>
                <a:ext cx="21700" cy="14300"/>
              </a:xfrm>
              <a:custGeom>
                <a:rect b="b" l="l" r="r" t="t"/>
                <a:pathLst>
                  <a:path extrusionOk="0" h="572" w="868">
                    <a:moveTo>
                      <a:pt x="297" y="1"/>
                    </a:moveTo>
                    <a:cubicBezTo>
                      <a:pt x="1" y="1"/>
                      <a:pt x="1" y="571"/>
                      <a:pt x="297" y="571"/>
                    </a:cubicBezTo>
                    <a:cubicBezTo>
                      <a:pt x="868" y="571"/>
                      <a:pt x="868" y="1"/>
                      <a:pt x="297"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5" name="Google Shape;715;p56"/>
              <p:cNvSpPr/>
              <p:nvPr/>
            </p:nvSpPr>
            <p:spPr>
              <a:xfrm>
                <a:off x="3583725" y="1841475"/>
                <a:ext cx="21150" cy="14300"/>
              </a:xfrm>
              <a:custGeom>
                <a:rect b="b" l="l" r="r" t="t"/>
                <a:pathLst>
                  <a:path extrusionOk="0" h="572" w="846">
                    <a:moveTo>
                      <a:pt x="571" y="1"/>
                    </a:moveTo>
                    <a:cubicBezTo>
                      <a:pt x="1" y="1"/>
                      <a:pt x="1" y="571"/>
                      <a:pt x="571" y="571"/>
                    </a:cubicBezTo>
                    <a:cubicBezTo>
                      <a:pt x="845" y="571"/>
                      <a:pt x="845" y="1"/>
                      <a:pt x="571"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6" name="Google Shape;716;p56"/>
              <p:cNvSpPr/>
              <p:nvPr/>
            </p:nvSpPr>
            <p:spPr>
              <a:xfrm>
                <a:off x="3604850" y="1998400"/>
                <a:ext cx="21700" cy="14300"/>
              </a:xfrm>
              <a:custGeom>
                <a:rect b="b" l="l" r="r" t="t"/>
                <a:pathLst>
                  <a:path extrusionOk="0" h="572" w="868">
                    <a:moveTo>
                      <a:pt x="297" y="1"/>
                    </a:moveTo>
                    <a:cubicBezTo>
                      <a:pt x="0" y="1"/>
                      <a:pt x="0" y="571"/>
                      <a:pt x="297" y="571"/>
                    </a:cubicBezTo>
                    <a:cubicBezTo>
                      <a:pt x="868" y="571"/>
                      <a:pt x="868" y="1"/>
                      <a:pt x="297"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7" name="Google Shape;717;p56"/>
              <p:cNvSpPr/>
              <p:nvPr/>
            </p:nvSpPr>
            <p:spPr>
              <a:xfrm>
                <a:off x="3883325" y="1798675"/>
                <a:ext cx="21125" cy="14300"/>
              </a:xfrm>
              <a:custGeom>
                <a:rect b="b" l="l" r="r" t="t"/>
                <a:pathLst>
                  <a:path extrusionOk="0" h="572" w="845">
                    <a:moveTo>
                      <a:pt x="274" y="1"/>
                    </a:moveTo>
                    <a:cubicBezTo>
                      <a:pt x="0" y="1"/>
                      <a:pt x="0" y="571"/>
                      <a:pt x="274" y="571"/>
                    </a:cubicBezTo>
                    <a:cubicBezTo>
                      <a:pt x="845" y="571"/>
                      <a:pt x="845" y="1"/>
                      <a:pt x="274"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8" name="Google Shape;718;p56"/>
              <p:cNvSpPr/>
              <p:nvPr/>
            </p:nvSpPr>
            <p:spPr>
              <a:xfrm>
                <a:off x="4261075" y="1827200"/>
                <a:ext cx="14300" cy="14300"/>
              </a:xfrm>
              <a:custGeom>
                <a:rect b="b" l="l" r="r" t="t"/>
                <a:pathLst>
                  <a:path extrusionOk="0" h="572" w="572">
                    <a:moveTo>
                      <a:pt x="297" y="1"/>
                    </a:moveTo>
                    <a:cubicBezTo>
                      <a:pt x="0" y="1"/>
                      <a:pt x="0" y="572"/>
                      <a:pt x="297" y="572"/>
                    </a:cubicBezTo>
                    <a:cubicBezTo>
                      <a:pt x="571" y="572"/>
                      <a:pt x="571" y="1"/>
                      <a:pt x="297"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9" name="Google Shape;719;p56"/>
              <p:cNvSpPr/>
              <p:nvPr/>
            </p:nvSpPr>
            <p:spPr>
              <a:xfrm>
                <a:off x="4396875" y="793225"/>
                <a:ext cx="21150" cy="14300"/>
              </a:xfrm>
              <a:custGeom>
                <a:rect b="b" l="l" r="r" t="t"/>
                <a:pathLst>
                  <a:path extrusionOk="0" h="572" w="846">
                    <a:moveTo>
                      <a:pt x="571" y="1"/>
                    </a:moveTo>
                    <a:cubicBezTo>
                      <a:pt x="1" y="1"/>
                      <a:pt x="1" y="571"/>
                      <a:pt x="571" y="571"/>
                    </a:cubicBezTo>
                    <a:cubicBezTo>
                      <a:pt x="845" y="571"/>
                      <a:pt x="845" y="1"/>
                      <a:pt x="571"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0" name="Google Shape;720;p56"/>
              <p:cNvSpPr/>
              <p:nvPr/>
            </p:nvSpPr>
            <p:spPr>
              <a:xfrm>
                <a:off x="5102750" y="664825"/>
                <a:ext cx="14300" cy="14300"/>
              </a:xfrm>
              <a:custGeom>
                <a:rect b="b" l="l" r="r" t="t"/>
                <a:pathLst>
                  <a:path extrusionOk="0" h="572" w="572">
                    <a:moveTo>
                      <a:pt x="297" y="1"/>
                    </a:moveTo>
                    <a:cubicBezTo>
                      <a:pt x="1" y="1"/>
                      <a:pt x="1" y="572"/>
                      <a:pt x="297" y="572"/>
                    </a:cubicBezTo>
                    <a:cubicBezTo>
                      <a:pt x="571" y="572"/>
                      <a:pt x="571" y="1"/>
                      <a:pt x="297"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1" name="Google Shape;721;p56"/>
              <p:cNvSpPr/>
              <p:nvPr/>
            </p:nvSpPr>
            <p:spPr>
              <a:xfrm>
                <a:off x="4874500" y="1135600"/>
                <a:ext cx="21700" cy="14300"/>
              </a:xfrm>
              <a:custGeom>
                <a:rect b="b" l="l" r="r" t="t"/>
                <a:pathLst>
                  <a:path extrusionOk="0" h="572" w="868">
                    <a:moveTo>
                      <a:pt x="297" y="1"/>
                    </a:moveTo>
                    <a:cubicBezTo>
                      <a:pt x="1" y="1"/>
                      <a:pt x="1" y="571"/>
                      <a:pt x="297" y="571"/>
                    </a:cubicBezTo>
                    <a:cubicBezTo>
                      <a:pt x="868" y="571"/>
                      <a:pt x="868" y="1"/>
                      <a:pt x="297"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2" name="Google Shape;722;p56"/>
              <p:cNvSpPr/>
              <p:nvPr/>
            </p:nvSpPr>
            <p:spPr>
              <a:xfrm>
                <a:off x="5395500" y="1741625"/>
                <a:ext cx="21125" cy="14275"/>
              </a:xfrm>
              <a:custGeom>
                <a:rect b="b" l="l" r="r" t="t"/>
                <a:pathLst>
                  <a:path extrusionOk="0" h="571" w="845">
                    <a:moveTo>
                      <a:pt x="571" y="0"/>
                    </a:moveTo>
                    <a:cubicBezTo>
                      <a:pt x="0" y="0"/>
                      <a:pt x="0" y="571"/>
                      <a:pt x="571" y="571"/>
                    </a:cubicBezTo>
                    <a:cubicBezTo>
                      <a:pt x="845" y="571"/>
                      <a:pt x="845" y="0"/>
                      <a:pt x="571"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3" name="Google Shape;723;p56"/>
              <p:cNvSpPr/>
              <p:nvPr/>
            </p:nvSpPr>
            <p:spPr>
              <a:xfrm>
                <a:off x="5701925" y="1249725"/>
                <a:ext cx="21700" cy="14300"/>
              </a:xfrm>
              <a:custGeom>
                <a:rect b="b" l="l" r="r" t="t"/>
                <a:pathLst>
                  <a:path extrusionOk="0" h="572" w="868">
                    <a:moveTo>
                      <a:pt x="297" y="1"/>
                    </a:moveTo>
                    <a:cubicBezTo>
                      <a:pt x="0" y="1"/>
                      <a:pt x="0" y="571"/>
                      <a:pt x="297" y="571"/>
                    </a:cubicBezTo>
                    <a:cubicBezTo>
                      <a:pt x="868" y="571"/>
                      <a:pt x="868" y="1"/>
                      <a:pt x="297"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4" name="Google Shape;724;p56"/>
              <p:cNvSpPr/>
              <p:nvPr/>
            </p:nvSpPr>
            <p:spPr>
              <a:xfrm>
                <a:off x="5238575" y="1099650"/>
                <a:ext cx="14275" cy="14300"/>
              </a:xfrm>
              <a:custGeom>
                <a:rect b="b" l="l" r="r" t="t"/>
                <a:pathLst>
                  <a:path extrusionOk="0" h="572" w="571">
                    <a:moveTo>
                      <a:pt x="274" y="1"/>
                    </a:moveTo>
                    <a:cubicBezTo>
                      <a:pt x="0" y="1"/>
                      <a:pt x="0" y="571"/>
                      <a:pt x="274" y="571"/>
                    </a:cubicBezTo>
                    <a:cubicBezTo>
                      <a:pt x="571" y="571"/>
                      <a:pt x="571" y="1"/>
                      <a:pt x="274"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5" name="Google Shape;725;p56"/>
              <p:cNvSpPr/>
              <p:nvPr/>
            </p:nvSpPr>
            <p:spPr>
              <a:xfrm>
                <a:off x="5138700" y="871400"/>
                <a:ext cx="14300" cy="14300"/>
              </a:xfrm>
              <a:custGeom>
                <a:rect b="b" l="l" r="r" t="t"/>
                <a:pathLst>
                  <a:path extrusionOk="0" h="572" w="572">
                    <a:moveTo>
                      <a:pt x="275" y="1"/>
                    </a:moveTo>
                    <a:cubicBezTo>
                      <a:pt x="1" y="1"/>
                      <a:pt x="1" y="571"/>
                      <a:pt x="275" y="571"/>
                    </a:cubicBezTo>
                    <a:cubicBezTo>
                      <a:pt x="571" y="571"/>
                      <a:pt x="571" y="1"/>
                      <a:pt x="275"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6" name="Google Shape;726;p56"/>
              <p:cNvSpPr/>
              <p:nvPr/>
            </p:nvSpPr>
            <p:spPr>
              <a:xfrm>
                <a:off x="6522500" y="614625"/>
                <a:ext cx="21125" cy="14275"/>
              </a:xfrm>
              <a:custGeom>
                <a:rect b="b" l="l" r="r" t="t"/>
                <a:pathLst>
                  <a:path extrusionOk="0" h="571" w="845">
                    <a:moveTo>
                      <a:pt x="571" y="0"/>
                    </a:moveTo>
                    <a:cubicBezTo>
                      <a:pt x="0" y="0"/>
                      <a:pt x="0" y="571"/>
                      <a:pt x="571" y="571"/>
                    </a:cubicBezTo>
                    <a:cubicBezTo>
                      <a:pt x="845" y="571"/>
                      <a:pt x="845" y="0"/>
                      <a:pt x="571"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7" name="Google Shape;727;p56"/>
              <p:cNvSpPr/>
              <p:nvPr/>
            </p:nvSpPr>
            <p:spPr>
              <a:xfrm>
                <a:off x="6714800" y="1256575"/>
                <a:ext cx="21700" cy="14300"/>
              </a:xfrm>
              <a:custGeom>
                <a:rect b="b" l="l" r="r" t="t"/>
                <a:pathLst>
                  <a:path extrusionOk="0" h="572" w="868">
                    <a:moveTo>
                      <a:pt x="297" y="1"/>
                    </a:moveTo>
                    <a:cubicBezTo>
                      <a:pt x="0" y="1"/>
                      <a:pt x="0" y="571"/>
                      <a:pt x="297" y="571"/>
                    </a:cubicBezTo>
                    <a:cubicBezTo>
                      <a:pt x="868" y="571"/>
                      <a:pt x="868" y="1"/>
                      <a:pt x="297"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8" name="Google Shape;728;p56"/>
              <p:cNvSpPr/>
              <p:nvPr/>
            </p:nvSpPr>
            <p:spPr>
              <a:xfrm>
                <a:off x="6329625" y="1349600"/>
                <a:ext cx="14275" cy="14275"/>
              </a:xfrm>
              <a:custGeom>
                <a:rect b="b" l="l" r="r" t="t"/>
                <a:pathLst>
                  <a:path extrusionOk="0" h="571" w="571">
                    <a:moveTo>
                      <a:pt x="297" y="0"/>
                    </a:moveTo>
                    <a:cubicBezTo>
                      <a:pt x="0" y="0"/>
                      <a:pt x="0" y="571"/>
                      <a:pt x="297" y="571"/>
                    </a:cubicBezTo>
                    <a:cubicBezTo>
                      <a:pt x="571" y="571"/>
                      <a:pt x="571" y="0"/>
                      <a:pt x="297"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9" name="Google Shape;729;p56"/>
              <p:cNvSpPr/>
              <p:nvPr/>
            </p:nvSpPr>
            <p:spPr>
              <a:xfrm>
                <a:off x="6793550" y="1698825"/>
                <a:ext cx="21125" cy="14275"/>
              </a:xfrm>
              <a:custGeom>
                <a:rect b="b" l="l" r="r" t="t"/>
                <a:pathLst>
                  <a:path extrusionOk="0" h="571" w="845">
                    <a:moveTo>
                      <a:pt x="274" y="0"/>
                    </a:moveTo>
                    <a:cubicBezTo>
                      <a:pt x="0" y="0"/>
                      <a:pt x="0" y="571"/>
                      <a:pt x="274" y="571"/>
                    </a:cubicBezTo>
                    <a:cubicBezTo>
                      <a:pt x="845" y="571"/>
                      <a:pt x="845" y="0"/>
                      <a:pt x="274"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0" name="Google Shape;730;p56"/>
              <p:cNvSpPr/>
              <p:nvPr/>
            </p:nvSpPr>
            <p:spPr>
              <a:xfrm>
                <a:off x="7214100" y="950150"/>
                <a:ext cx="14275" cy="14300"/>
              </a:xfrm>
              <a:custGeom>
                <a:rect b="b" l="l" r="r" t="t"/>
                <a:pathLst>
                  <a:path extrusionOk="0" h="572" w="571">
                    <a:moveTo>
                      <a:pt x="297" y="1"/>
                    </a:moveTo>
                    <a:cubicBezTo>
                      <a:pt x="0" y="1"/>
                      <a:pt x="0" y="571"/>
                      <a:pt x="297" y="571"/>
                    </a:cubicBezTo>
                    <a:cubicBezTo>
                      <a:pt x="571" y="571"/>
                      <a:pt x="571" y="1"/>
                      <a:pt x="297"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1" name="Google Shape;731;p56"/>
              <p:cNvSpPr/>
              <p:nvPr/>
            </p:nvSpPr>
            <p:spPr>
              <a:xfrm>
                <a:off x="6864875" y="921625"/>
                <a:ext cx="21125" cy="14275"/>
              </a:xfrm>
              <a:custGeom>
                <a:rect b="b" l="l" r="r" t="t"/>
                <a:pathLst>
                  <a:path extrusionOk="0" h="571" w="845">
                    <a:moveTo>
                      <a:pt x="274" y="0"/>
                    </a:moveTo>
                    <a:cubicBezTo>
                      <a:pt x="0" y="0"/>
                      <a:pt x="0" y="571"/>
                      <a:pt x="274" y="571"/>
                    </a:cubicBezTo>
                    <a:cubicBezTo>
                      <a:pt x="845" y="571"/>
                      <a:pt x="845" y="0"/>
                      <a:pt x="274"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2" name="Google Shape;732;p56"/>
              <p:cNvSpPr/>
              <p:nvPr/>
            </p:nvSpPr>
            <p:spPr>
              <a:xfrm>
                <a:off x="7264325" y="557550"/>
                <a:ext cx="14275" cy="14300"/>
              </a:xfrm>
              <a:custGeom>
                <a:rect b="b" l="l" r="r" t="t"/>
                <a:pathLst>
                  <a:path extrusionOk="0" h="572" w="571">
                    <a:moveTo>
                      <a:pt x="274" y="1"/>
                    </a:moveTo>
                    <a:cubicBezTo>
                      <a:pt x="0" y="1"/>
                      <a:pt x="0" y="571"/>
                      <a:pt x="274" y="571"/>
                    </a:cubicBezTo>
                    <a:cubicBezTo>
                      <a:pt x="571" y="571"/>
                      <a:pt x="571" y="1"/>
                      <a:pt x="274"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3" name="Google Shape;733;p56"/>
              <p:cNvSpPr/>
              <p:nvPr/>
            </p:nvSpPr>
            <p:spPr>
              <a:xfrm>
                <a:off x="7093125" y="821750"/>
                <a:ext cx="14300" cy="14300"/>
              </a:xfrm>
              <a:custGeom>
                <a:rect b="b" l="l" r="r" t="t"/>
                <a:pathLst>
                  <a:path extrusionOk="0" h="572" w="572">
                    <a:moveTo>
                      <a:pt x="274" y="1"/>
                    </a:moveTo>
                    <a:cubicBezTo>
                      <a:pt x="0" y="1"/>
                      <a:pt x="0" y="572"/>
                      <a:pt x="274" y="572"/>
                    </a:cubicBezTo>
                    <a:cubicBezTo>
                      <a:pt x="571" y="572"/>
                      <a:pt x="571" y="1"/>
                      <a:pt x="274"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4" name="Google Shape;734;p56"/>
              <p:cNvSpPr/>
              <p:nvPr/>
            </p:nvSpPr>
            <p:spPr>
              <a:xfrm>
                <a:off x="6828925" y="657425"/>
                <a:ext cx="21700" cy="14275"/>
              </a:xfrm>
              <a:custGeom>
                <a:rect b="b" l="l" r="r" t="t"/>
                <a:pathLst>
                  <a:path extrusionOk="0" h="571" w="868">
                    <a:moveTo>
                      <a:pt x="297" y="0"/>
                    </a:moveTo>
                    <a:cubicBezTo>
                      <a:pt x="0" y="0"/>
                      <a:pt x="0" y="571"/>
                      <a:pt x="297" y="571"/>
                    </a:cubicBezTo>
                    <a:cubicBezTo>
                      <a:pt x="868" y="571"/>
                      <a:pt x="868" y="0"/>
                      <a:pt x="297"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5" name="Google Shape;735;p56"/>
              <p:cNvSpPr/>
              <p:nvPr/>
            </p:nvSpPr>
            <p:spPr>
              <a:xfrm>
                <a:off x="7078850" y="2469175"/>
                <a:ext cx="14300" cy="14300"/>
              </a:xfrm>
              <a:custGeom>
                <a:rect b="b" l="l" r="r" t="t"/>
                <a:pathLst>
                  <a:path extrusionOk="0" h="572" w="572">
                    <a:moveTo>
                      <a:pt x="275" y="0"/>
                    </a:moveTo>
                    <a:cubicBezTo>
                      <a:pt x="1" y="0"/>
                      <a:pt x="1" y="571"/>
                      <a:pt x="275" y="571"/>
                    </a:cubicBezTo>
                    <a:cubicBezTo>
                      <a:pt x="571" y="571"/>
                      <a:pt x="571" y="0"/>
                      <a:pt x="275"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6" name="Google Shape;736;p56"/>
              <p:cNvSpPr/>
              <p:nvPr/>
            </p:nvSpPr>
            <p:spPr>
              <a:xfrm>
                <a:off x="6465425" y="2141050"/>
                <a:ext cx="21150" cy="14300"/>
              </a:xfrm>
              <a:custGeom>
                <a:rect b="b" l="l" r="r" t="t"/>
                <a:pathLst>
                  <a:path extrusionOk="0" h="572" w="846">
                    <a:moveTo>
                      <a:pt x="571" y="1"/>
                    </a:moveTo>
                    <a:cubicBezTo>
                      <a:pt x="1" y="1"/>
                      <a:pt x="1" y="572"/>
                      <a:pt x="571" y="572"/>
                    </a:cubicBezTo>
                    <a:cubicBezTo>
                      <a:pt x="845" y="572"/>
                      <a:pt x="845" y="1"/>
                      <a:pt x="571"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7" name="Google Shape;737;p56"/>
              <p:cNvSpPr/>
              <p:nvPr/>
            </p:nvSpPr>
            <p:spPr>
              <a:xfrm>
                <a:off x="6515075" y="2804700"/>
                <a:ext cx="21700" cy="14300"/>
              </a:xfrm>
              <a:custGeom>
                <a:rect b="b" l="l" r="r" t="t"/>
                <a:pathLst>
                  <a:path extrusionOk="0" h="572" w="868">
                    <a:moveTo>
                      <a:pt x="571" y="1"/>
                    </a:moveTo>
                    <a:cubicBezTo>
                      <a:pt x="0" y="1"/>
                      <a:pt x="0" y="571"/>
                      <a:pt x="571" y="571"/>
                    </a:cubicBezTo>
                    <a:cubicBezTo>
                      <a:pt x="868" y="571"/>
                      <a:pt x="868" y="1"/>
                      <a:pt x="571"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8" name="Google Shape;738;p56"/>
              <p:cNvSpPr/>
              <p:nvPr/>
            </p:nvSpPr>
            <p:spPr>
              <a:xfrm>
                <a:off x="6700525" y="2733375"/>
                <a:ext cx="21700" cy="14300"/>
              </a:xfrm>
              <a:custGeom>
                <a:rect b="b" l="l" r="r" t="t"/>
                <a:pathLst>
                  <a:path extrusionOk="0" h="572" w="868">
                    <a:moveTo>
                      <a:pt x="297" y="1"/>
                    </a:moveTo>
                    <a:cubicBezTo>
                      <a:pt x="1" y="1"/>
                      <a:pt x="1" y="571"/>
                      <a:pt x="297" y="571"/>
                    </a:cubicBezTo>
                    <a:cubicBezTo>
                      <a:pt x="868" y="571"/>
                      <a:pt x="868" y="1"/>
                      <a:pt x="297"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9" name="Google Shape;739;p56"/>
              <p:cNvSpPr/>
              <p:nvPr/>
            </p:nvSpPr>
            <p:spPr>
              <a:xfrm>
                <a:off x="6985850" y="3153925"/>
                <a:ext cx="14275" cy="14300"/>
              </a:xfrm>
              <a:custGeom>
                <a:rect b="b" l="l" r="r" t="t"/>
                <a:pathLst>
                  <a:path extrusionOk="0" h="572" w="571">
                    <a:moveTo>
                      <a:pt x="297" y="1"/>
                    </a:moveTo>
                    <a:cubicBezTo>
                      <a:pt x="0" y="1"/>
                      <a:pt x="0" y="571"/>
                      <a:pt x="297" y="571"/>
                    </a:cubicBezTo>
                    <a:cubicBezTo>
                      <a:pt x="571" y="571"/>
                      <a:pt x="571" y="1"/>
                      <a:pt x="297"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0" name="Google Shape;740;p56"/>
              <p:cNvSpPr/>
              <p:nvPr/>
            </p:nvSpPr>
            <p:spPr>
              <a:xfrm>
                <a:off x="7142775" y="3560800"/>
                <a:ext cx="14275" cy="14275"/>
              </a:xfrm>
              <a:custGeom>
                <a:rect b="b" l="l" r="r" t="t"/>
                <a:pathLst>
                  <a:path extrusionOk="0" h="571" w="571">
                    <a:moveTo>
                      <a:pt x="297" y="0"/>
                    </a:moveTo>
                    <a:cubicBezTo>
                      <a:pt x="0" y="0"/>
                      <a:pt x="0" y="571"/>
                      <a:pt x="297" y="571"/>
                    </a:cubicBezTo>
                    <a:cubicBezTo>
                      <a:pt x="571" y="571"/>
                      <a:pt x="571" y="0"/>
                      <a:pt x="297"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1" name="Google Shape;741;p56"/>
              <p:cNvSpPr/>
              <p:nvPr/>
            </p:nvSpPr>
            <p:spPr>
              <a:xfrm>
                <a:off x="6572125" y="3346800"/>
                <a:ext cx="21725" cy="14300"/>
              </a:xfrm>
              <a:custGeom>
                <a:rect b="b" l="l" r="r" t="t"/>
                <a:pathLst>
                  <a:path extrusionOk="0" h="572" w="869">
                    <a:moveTo>
                      <a:pt x="572" y="1"/>
                    </a:moveTo>
                    <a:cubicBezTo>
                      <a:pt x="1" y="1"/>
                      <a:pt x="1" y="571"/>
                      <a:pt x="572" y="571"/>
                    </a:cubicBezTo>
                    <a:cubicBezTo>
                      <a:pt x="868" y="571"/>
                      <a:pt x="868" y="1"/>
                      <a:pt x="572"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2" name="Google Shape;742;p56"/>
              <p:cNvSpPr/>
              <p:nvPr/>
            </p:nvSpPr>
            <p:spPr>
              <a:xfrm>
                <a:off x="4974375" y="4024150"/>
                <a:ext cx="14275" cy="14275"/>
              </a:xfrm>
              <a:custGeom>
                <a:rect b="b" l="l" r="r" t="t"/>
                <a:pathLst>
                  <a:path extrusionOk="0" h="571" w="571">
                    <a:moveTo>
                      <a:pt x="297" y="0"/>
                    </a:moveTo>
                    <a:cubicBezTo>
                      <a:pt x="0" y="0"/>
                      <a:pt x="0" y="571"/>
                      <a:pt x="297" y="571"/>
                    </a:cubicBezTo>
                    <a:cubicBezTo>
                      <a:pt x="571" y="571"/>
                      <a:pt x="571" y="0"/>
                      <a:pt x="297"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3" name="Google Shape;743;p56"/>
              <p:cNvSpPr/>
              <p:nvPr/>
            </p:nvSpPr>
            <p:spPr>
              <a:xfrm>
                <a:off x="4246800" y="3589325"/>
                <a:ext cx="14300" cy="14300"/>
              </a:xfrm>
              <a:custGeom>
                <a:rect b="b" l="l" r="r" t="t"/>
                <a:pathLst>
                  <a:path extrusionOk="0" h="572" w="572">
                    <a:moveTo>
                      <a:pt x="298" y="0"/>
                    </a:moveTo>
                    <a:cubicBezTo>
                      <a:pt x="1" y="0"/>
                      <a:pt x="1" y="571"/>
                      <a:pt x="298" y="571"/>
                    </a:cubicBezTo>
                    <a:cubicBezTo>
                      <a:pt x="571" y="571"/>
                      <a:pt x="571" y="0"/>
                      <a:pt x="298"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4" name="Google Shape;744;p56"/>
              <p:cNvSpPr/>
              <p:nvPr/>
            </p:nvSpPr>
            <p:spPr>
              <a:xfrm>
                <a:off x="4539550" y="3389600"/>
                <a:ext cx="21125" cy="14300"/>
              </a:xfrm>
              <a:custGeom>
                <a:rect b="b" l="l" r="r" t="t"/>
                <a:pathLst>
                  <a:path extrusionOk="0" h="572" w="845">
                    <a:moveTo>
                      <a:pt x="571" y="1"/>
                    </a:moveTo>
                    <a:cubicBezTo>
                      <a:pt x="0" y="1"/>
                      <a:pt x="0" y="571"/>
                      <a:pt x="571" y="571"/>
                    </a:cubicBezTo>
                    <a:cubicBezTo>
                      <a:pt x="845" y="571"/>
                      <a:pt x="845" y="1"/>
                      <a:pt x="571"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5" name="Google Shape;745;p56"/>
              <p:cNvSpPr/>
              <p:nvPr/>
            </p:nvSpPr>
            <p:spPr>
              <a:xfrm>
                <a:off x="4411150" y="3632125"/>
                <a:ext cx="28550" cy="14275"/>
              </a:xfrm>
              <a:custGeom>
                <a:rect b="b" l="l" r="r" t="t"/>
                <a:pathLst>
                  <a:path extrusionOk="0" h="571" w="1142">
                    <a:moveTo>
                      <a:pt x="571" y="0"/>
                    </a:moveTo>
                    <a:cubicBezTo>
                      <a:pt x="0" y="0"/>
                      <a:pt x="0" y="571"/>
                      <a:pt x="571" y="571"/>
                    </a:cubicBezTo>
                    <a:lnTo>
                      <a:pt x="845" y="571"/>
                    </a:lnTo>
                    <a:cubicBezTo>
                      <a:pt x="1142" y="571"/>
                      <a:pt x="1142" y="0"/>
                      <a:pt x="845"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6" name="Google Shape;746;p56"/>
              <p:cNvSpPr/>
              <p:nvPr/>
            </p:nvSpPr>
            <p:spPr>
              <a:xfrm>
                <a:off x="4924725" y="3646375"/>
                <a:ext cx="14275" cy="14300"/>
              </a:xfrm>
              <a:custGeom>
                <a:rect b="b" l="l" r="r" t="t"/>
                <a:pathLst>
                  <a:path extrusionOk="0" h="572" w="571">
                    <a:moveTo>
                      <a:pt x="274" y="1"/>
                    </a:moveTo>
                    <a:cubicBezTo>
                      <a:pt x="0" y="1"/>
                      <a:pt x="0" y="572"/>
                      <a:pt x="274" y="572"/>
                    </a:cubicBezTo>
                    <a:cubicBezTo>
                      <a:pt x="571" y="572"/>
                      <a:pt x="571" y="1"/>
                      <a:pt x="274"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7" name="Google Shape;747;p56"/>
              <p:cNvSpPr/>
              <p:nvPr/>
            </p:nvSpPr>
            <p:spPr>
              <a:xfrm>
                <a:off x="4532125" y="4095475"/>
                <a:ext cx="21700" cy="14300"/>
              </a:xfrm>
              <a:custGeom>
                <a:rect b="b" l="l" r="r" t="t"/>
                <a:pathLst>
                  <a:path extrusionOk="0" h="572" w="868">
                    <a:moveTo>
                      <a:pt x="571" y="0"/>
                    </a:moveTo>
                    <a:cubicBezTo>
                      <a:pt x="0" y="0"/>
                      <a:pt x="0" y="571"/>
                      <a:pt x="571" y="571"/>
                    </a:cubicBezTo>
                    <a:cubicBezTo>
                      <a:pt x="868" y="571"/>
                      <a:pt x="868" y="0"/>
                      <a:pt x="571"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8" name="Google Shape;748;p56"/>
              <p:cNvSpPr/>
              <p:nvPr/>
            </p:nvSpPr>
            <p:spPr>
              <a:xfrm>
                <a:off x="5416600" y="2676300"/>
                <a:ext cx="21725" cy="14300"/>
              </a:xfrm>
              <a:custGeom>
                <a:rect b="b" l="l" r="r" t="t"/>
                <a:pathLst>
                  <a:path extrusionOk="0" h="572" w="869">
                    <a:moveTo>
                      <a:pt x="571" y="1"/>
                    </a:moveTo>
                    <a:cubicBezTo>
                      <a:pt x="1" y="1"/>
                      <a:pt x="1" y="572"/>
                      <a:pt x="571" y="572"/>
                    </a:cubicBezTo>
                    <a:cubicBezTo>
                      <a:pt x="868" y="572"/>
                      <a:pt x="868" y="1"/>
                      <a:pt x="571"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9" name="Google Shape;749;p56"/>
              <p:cNvSpPr/>
              <p:nvPr/>
            </p:nvSpPr>
            <p:spPr>
              <a:xfrm>
                <a:off x="5067375" y="3096875"/>
                <a:ext cx="14300" cy="14275"/>
              </a:xfrm>
              <a:custGeom>
                <a:rect b="b" l="l" r="r" t="t"/>
                <a:pathLst>
                  <a:path extrusionOk="0" h="571" w="572">
                    <a:moveTo>
                      <a:pt x="274" y="0"/>
                    </a:moveTo>
                    <a:cubicBezTo>
                      <a:pt x="1" y="0"/>
                      <a:pt x="1" y="571"/>
                      <a:pt x="274" y="571"/>
                    </a:cubicBezTo>
                    <a:cubicBezTo>
                      <a:pt x="571" y="571"/>
                      <a:pt x="571" y="0"/>
                      <a:pt x="274"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0" name="Google Shape;750;p56"/>
              <p:cNvSpPr/>
              <p:nvPr/>
            </p:nvSpPr>
            <p:spPr>
              <a:xfrm>
                <a:off x="5110175" y="3318275"/>
                <a:ext cx="14300" cy="14300"/>
              </a:xfrm>
              <a:custGeom>
                <a:rect b="b" l="l" r="r" t="t"/>
                <a:pathLst>
                  <a:path extrusionOk="0" h="572" w="572">
                    <a:moveTo>
                      <a:pt x="274" y="0"/>
                    </a:moveTo>
                    <a:cubicBezTo>
                      <a:pt x="0" y="0"/>
                      <a:pt x="0" y="571"/>
                      <a:pt x="274" y="571"/>
                    </a:cubicBezTo>
                    <a:cubicBezTo>
                      <a:pt x="571" y="571"/>
                      <a:pt x="571" y="0"/>
                      <a:pt x="274"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1" name="Google Shape;751;p56"/>
              <p:cNvSpPr/>
              <p:nvPr/>
            </p:nvSpPr>
            <p:spPr>
              <a:xfrm>
                <a:off x="4839125" y="3196725"/>
                <a:ext cx="21125" cy="14300"/>
              </a:xfrm>
              <a:custGeom>
                <a:rect b="b" l="l" r="r" t="t"/>
                <a:pathLst>
                  <a:path extrusionOk="0" h="572" w="845">
                    <a:moveTo>
                      <a:pt x="274" y="1"/>
                    </a:moveTo>
                    <a:cubicBezTo>
                      <a:pt x="0" y="1"/>
                      <a:pt x="0" y="571"/>
                      <a:pt x="274" y="571"/>
                    </a:cubicBezTo>
                    <a:cubicBezTo>
                      <a:pt x="845" y="571"/>
                      <a:pt x="845" y="1"/>
                      <a:pt x="274"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2" name="Google Shape;752;p56"/>
              <p:cNvSpPr/>
              <p:nvPr/>
            </p:nvSpPr>
            <p:spPr>
              <a:xfrm>
                <a:off x="2784850" y="4238125"/>
                <a:ext cx="21125" cy="14300"/>
              </a:xfrm>
              <a:custGeom>
                <a:rect b="b" l="l" r="r" t="t"/>
                <a:pathLst>
                  <a:path extrusionOk="0" h="572" w="845">
                    <a:moveTo>
                      <a:pt x="274" y="1"/>
                    </a:moveTo>
                    <a:cubicBezTo>
                      <a:pt x="0" y="1"/>
                      <a:pt x="0" y="571"/>
                      <a:pt x="274" y="571"/>
                    </a:cubicBezTo>
                    <a:cubicBezTo>
                      <a:pt x="845" y="571"/>
                      <a:pt x="845" y="1"/>
                      <a:pt x="274"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3" name="Google Shape;753;p56"/>
              <p:cNvSpPr/>
              <p:nvPr/>
            </p:nvSpPr>
            <p:spPr>
              <a:xfrm>
                <a:off x="2756325" y="4587925"/>
                <a:ext cx="21125" cy="14300"/>
              </a:xfrm>
              <a:custGeom>
                <a:rect b="b" l="l" r="r" t="t"/>
                <a:pathLst>
                  <a:path extrusionOk="0" h="572" w="845">
                    <a:moveTo>
                      <a:pt x="274" y="1"/>
                    </a:moveTo>
                    <a:cubicBezTo>
                      <a:pt x="0" y="1"/>
                      <a:pt x="0" y="571"/>
                      <a:pt x="274" y="571"/>
                    </a:cubicBezTo>
                    <a:cubicBezTo>
                      <a:pt x="845" y="571"/>
                      <a:pt x="845" y="1"/>
                      <a:pt x="274"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4" name="Google Shape;754;p56"/>
              <p:cNvSpPr/>
              <p:nvPr/>
            </p:nvSpPr>
            <p:spPr>
              <a:xfrm>
                <a:off x="3170025" y="4773375"/>
                <a:ext cx="14300" cy="14300"/>
              </a:xfrm>
              <a:custGeom>
                <a:rect b="b" l="l" r="r" t="t"/>
                <a:pathLst>
                  <a:path extrusionOk="0" h="572" w="572">
                    <a:moveTo>
                      <a:pt x="274" y="1"/>
                    </a:moveTo>
                    <a:cubicBezTo>
                      <a:pt x="0" y="1"/>
                      <a:pt x="0" y="571"/>
                      <a:pt x="274" y="571"/>
                    </a:cubicBezTo>
                    <a:cubicBezTo>
                      <a:pt x="571" y="571"/>
                      <a:pt x="571" y="1"/>
                      <a:pt x="274"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5" name="Google Shape;755;p56"/>
              <p:cNvSpPr/>
              <p:nvPr/>
            </p:nvSpPr>
            <p:spPr>
              <a:xfrm>
                <a:off x="3633375" y="4445275"/>
                <a:ext cx="21700" cy="14275"/>
              </a:xfrm>
              <a:custGeom>
                <a:rect b="b" l="l" r="r" t="t"/>
                <a:pathLst>
                  <a:path extrusionOk="0" h="571" w="868">
                    <a:moveTo>
                      <a:pt x="297" y="0"/>
                    </a:moveTo>
                    <a:cubicBezTo>
                      <a:pt x="1" y="0"/>
                      <a:pt x="1" y="571"/>
                      <a:pt x="297" y="571"/>
                    </a:cubicBezTo>
                    <a:cubicBezTo>
                      <a:pt x="868" y="571"/>
                      <a:pt x="868" y="0"/>
                      <a:pt x="297"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6" name="Google Shape;756;p56"/>
              <p:cNvSpPr/>
              <p:nvPr/>
            </p:nvSpPr>
            <p:spPr>
              <a:xfrm>
                <a:off x="1878675" y="4723175"/>
                <a:ext cx="14300" cy="14275"/>
              </a:xfrm>
              <a:custGeom>
                <a:rect b="b" l="l" r="r" t="t"/>
                <a:pathLst>
                  <a:path extrusionOk="0" h="571" w="572">
                    <a:moveTo>
                      <a:pt x="297" y="0"/>
                    </a:moveTo>
                    <a:cubicBezTo>
                      <a:pt x="1" y="0"/>
                      <a:pt x="1" y="571"/>
                      <a:pt x="297" y="571"/>
                    </a:cubicBezTo>
                    <a:cubicBezTo>
                      <a:pt x="571" y="571"/>
                      <a:pt x="571" y="0"/>
                      <a:pt x="297"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7" name="Google Shape;757;p56"/>
              <p:cNvSpPr/>
              <p:nvPr/>
            </p:nvSpPr>
            <p:spPr>
              <a:xfrm>
                <a:off x="1957425" y="5015900"/>
                <a:ext cx="14300" cy="14300"/>
              </a:xfrm>
              <a:custGeom>
                <a:rect b="b" l="l" r="r" t="t"/>
                <a:pathLst>
                  <a:path extrusionOk="0" h="572" w="572">
                    <a:moveTo>
                      <a:pt x="275" y="1"/>
                    </a:moveTo>
                    <a:cubicBezTo>
                      <a:pt x="1" y="1"/>
                      <a:pt x="1" y="571"/>
                      <a:pt x="275" y="571"/>
                    </a:cubicBezTo>
                    <a:cubicBezTo>
                      <a:pt x="571" y="571"/>
                      <a:pt x="571" y="1"/>
                      <a:pt x="275"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8" name="Google Shape;758;p56"/>
              <p:cNvSpPr/>
              <p:nvPr/>
            </p:nvSpPr>
            <p:spPr>
              <a:xfrm>
                <a:off x="1051275" y="4188475"/>
                <a:ext cx="14275" cy="14300"/>
              </a:xfrm>
              <a:custGeom>
                <a:rect b="b" l="l" r="r" t="t"/>
                <a:pathLst>
                  <a:path extrusionOk="0" h="572" w="571">
                    <a:moveTo>
                      <a:pt x="297" y="1"/>
                    </a:moveTo>
                    <a:cubicBezTo>
                      <a:pt x="0" y="1"/>
                      <a:pt x="0" y="572"/>
                      <a:pt x="297" y="572"/>
                    </a:cubicBezTo>
                    <a:cubicBezTo>
                      <a:pt x="571" y="572"/>
                      <a:pt x="571" y="1"/>
                      <a:pt x="297"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9" name="Google Shape;759;p56"/>
              <p:cNvSpPr/>
              <p:nvPr/>
            </p:nvSpPr>
            <p:spPr>
              <a:xfrm>
                <a:off x="1379375" y="3831850"/>
                <a:ext cx="21700" cy="14275"/>
              </a:xfrm>
              <a:custGeom>
                <a:rect b="b" l="l" r="r" t="t"/>
                <a:pathLst>
                  <a:path extrusionOk="0" h="571" w="868">
                    <a:moveTo>
                      <a:pt x="571" y="0"/>
                    </a:moveTo>
                    <a:cubicBezTo>
                      <a:pt x="1" y="0"/>
                      <a:pt x="1" y="571"/>
                      <a:pt x="571" y="571"/>
                    </a:cubicBezTo>
                    <a:cubicBezTo>
                      <a:pt x="868" y="571"/>
                      <a:pt x="868" y="0"/>
                      <a:pt x="571"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0" name="Google Shape;760;p56"/>
              <p:cNvSpPr/>
              <p:nvPr/>
            </p:nvSpPr>
            <p:spPr>
              <a:xfrm>
                <a:off x="1379375" y="4009875"/>
                <a:ext cx="21700" cy="14300"/>
              </a:xfrm>
              <a:custGeom>
                <a:rect b="b" l="l" r="r" t="t"/>
                <a:pathLst>
                  <a:path extrusionOk="0" h="572" w="868">
                    <a:moveTo>
                      <a:pt x="571" y="1"/>
                    </a:moveTo>
                    <a:cubicBezTo>
                      <a:pt x="1" y="1"/>
                      <a:pt x="1" y="571"/>
                      <a:pt x="571" y="571"/>
                    </a:cubicBezTo>
                    <a:cubicBezTo>
                      <a:pt x="868" y="571"/>
                      <a:pt x="868" y="1"/>
                      <a:pt x="571"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1" name="Google Shape;761;p56"/>
              <p:cNvSpPr/>
              <p:nvPr/>
            </p:nvSpPr>
            <p:spPr>
              <a:xfrm>
                <a:off x="1543725" y="4102900"/>
                <a:ext cx="21125" cy="14275"/>
              </a:xfrm>
              <a:custGeom>
                <a:rect b="b" l="l" r="r" t="t"/>
                <a:pathLst>
                  <a:path extrusionOk="0" h="571" w="845">
                    <a:moveTo>
                      <a:pt x="274" y="0"/>
                    </a:moveTo>
                    <a:cubicBezTo>
                      <a:pt x="0" y="0"/>
                      <a:pt x="0" y="571"/>
                      <a:pt x="274" y="571"/>
                    </a:cubicBezTo>
                    <a:cubicBezTo>
                      <a:pt x="845" y="571"/>
                      <a:pt x="845" y="0"/>
                      <a:pt x="274"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2" name="Google Shape;762;p56"/>
              <p:cNvSpPr/>
              <p:nvPr/>
            </p:nvSpPr>
            <p:spPr>
              <a:xfrm>
                <a:off x="1493500" y="4466375"/>
                <a:ext cx="21725" cy="14300"/>
              </a:xfrm>
              <a:custGeom>
                <a:rect b="b" l="l" r="r" t="t"/>
                <a:pathLst>
                  <a:path extrusionOk="0" h="572" w="869">
                    <a:moveTo>
                      <a:pt x="571" y="1"/>
                    </a:moveTo>
                    <a:cubicBezTo>
                      <a:pt x="1" y="1"/>
                      <a:pt x="1" y="571"/>
                      <a:pt x="571" y="571"/>
                    </a:cubicBezTo>
                    <a:cubicBezTo>
                      <a:pt x="868" y="571"/>
                      <a:pt x="868" y="1"/>
                      <a:pt x="571"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3" name="Google Shape;763;p56"/>
              <p:cNvSpPr/>
              <p:nvPr/>
            </p:nvSpPr>
            <p:spPr>
              <a:xfrm>
                <a:off x="502325" y="5122600"/>
                <a:ext cx="21125" cy="14300"/>
              </a:xfrm>
              <a:custGeom>
                <a:rect b="b" l="l" r="r" t="t"/>
                <a:pathLst>
                  <a:path extrusionOk="0" h="572" w="845">
                    <a:moveTo>
                      <a:pt x="571" y="1"/>
                    </a:moveTo>
                    <a:cubicBezTo>
                      <a:pt x="0" y="1"/>
                      <a:pt x="0" y="572"/>
                      <a:pt x="571" y="572"/>
                    </a:cubicBezTo>
                    <a:cubicBezTo>
                      <a:pt x="845" y="572"/>
                      <a:pt x="845" y="1"/>
                      <a:pt x="571"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4" name="Google Shape;764;p56"/>
              <p:cNvSpPr/>
              <p:nvPr/>
            </p:nvSpPr>
            <p:spPr>
              <a:xfrm>
                <a:off x="452100" y="4509175"/>
                <a:ext cx="21700" cy="14300"/>
              </a:xfrm>
              <a:custGeom>
                <a:rect b="b" l="l" r="r" t="t"/>
                <a:pathLst>
                  <a:path extrusionOk="0" h="572" w="868">
                    <a:moveTo>
                      <a:pt x="571" y="1"/>
                    </a:moveTo>
                    <a:cubicBezTo>
                      <a:pt x="0" y="1"/>
                      <a:pt x="0" y="571"/>
                      <a:pt x="571" y="571"/>
                    </a:cubicBezTo>
                    <a:cubicBezTo>
                      <a:pt x="868" y="571"/>
                      <a:pt x="868" y="1"/>
                      <a:pt x="571"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5" name="Google Shape;765;p56"/>
              <p:cNvSpPr/>
              <p:nvPr/>
            </p:nvSpPr>
            <p:spPr>
              <a:xfrm>
                <a:off x="751675" y="4559400"/>
                <a:ext cx="21725" cy="14275"/>
              </a:xfrm>
              <a:custGeom>
                <a:rect b="b" l="l" r="r" t="t"/>
                <a:pathLst>
                  <a:path extrusionOk="0" h="571" w="869">
                    <a:moveTo>
                      <a:pt x="298" y="0"/>
                    </a:moveTo>
                    <a:cubicBezTo>
                      <a:pt x="1" y="0"/>
                      <a:pt x="1" y="571"/>
                      <a:pt x="298" y="571"/>
                    </a:cubicBezTo>
                    <a:cubicBezTo>
                      <a:pt x="868" y="571"/>
                      <a:pt x="868" y="0"/>
                      <a:pt x="298"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6" name="Google Shape;766;p56"/>
              <p:cNvSpPr/>
              <p:nvPr/>
            </p:nvSpPr>
            <p:spPr>
              <a:xfrm>
                <a:off x="673500" y="4716325"/>
                <a:ext cx="21150" cy="14275"/>
              </a:xfrm>
              <a:custGeom>
                <a:rect b="b" l="l" r="r" t="t"/>
                <a:pathLst>
                  <a:path extrusionOk="0" h="571" w="846">
                    <a:moveTo>
                      <a:pt x="275" y="0"/>
                    </a:moveTo>
                    <a:cubicBezTo>
                      <a:pt x="1" y="0"/>
                      <a:pt x="1" y="571"/>
                      <a:pt x="275" y="571"/>
                    </a:cubicBezTo>
                    <a:cubicBezTo>
                      <a:pt x="845" y="571"/>
                      <a:pt x="845" y="0"/>
                      <a:pt x="275"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7" name="Google Shape;767;p56"/>
              <p:cNvSpPr/>
              <p:nvPr/>
            </p:nvSpPr>
            <p:spPr>
              <a:xfrm>
                <a:off x="587900" y="3147075"/>
                <a:ext cx="21150" cy="14300"/>
              </a:xfrm>
              <a:custGeom>
                <a:rect b="b" l="l" r="r" t="t"/>
                <a:pathLst>
                  <a:path extrusionOk="0" h="572" w="846">
                    <a:moveTo>
                      <a:pt x="275" y="1"/>
                    </a:moveTo>
                    <a:cubicBezTo>
                      <a:pt x="1" y="1"/>
                      <a:pt x="1" y="571"/>
                      <a:pt x="275" y="571"/>
                    </a:cubicBezTo>
                    <a:cubicBezTo>
                      <a:pt x="845" y="571"/>
                      <a:pt x="845" y="1"/>
                      <a:pt x="275"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8" name="Google Shape;768;p56"/>
              <p:cNvSpPr/>
              <p:nvPr/>
            </p:nvSpPr>
            <p:spPr>
              <a:xfrm>
                <a:off x="858950" y="2711700"/>
                <a:ext cx="14300" cy="14275"/>
              </a:xfrm>
              <a:custGeom>
                <a:rect b="b" l="l" r="r" t="t"/>
                <a:pathLst>
                  <a:path extrusionOk="0" h="571" w="572">
                    <a:moveTo>
                      <a:pt x="275" y="0"/>
                    </a:moveTo>
                    <a:cubicBezTo>
                      <a:pt x="1" y="0"/>
                      <a:pt x="1" y="571"/>
                      <a:pt x="275" y="571"/>
                    </a:cubicBezTo>
                    <a:cubicBezTo>
                      <a:pt x="572" y="571"/>
                      <a:pt x="572" y="0"/>
                      <a:pt x="275"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9" name="Google Shape;769;p56"/>
              <p:cNvSpPr/>
              <p:nvPr/>
            </p:nvSpPr>
            <p:spPr>
              <a:xfrm>
                <a:off x="602175" y="2362475"/>
                <a:ext cx="21150" cy="14275"/>
              </a:xfrm>
              <a:custGeom>
                <a:rect b="b" l="l" r="r" t="t"/>
                <a:pathLst>
                  <a:path extrusionOk="0" h="571" w="846">
                    <a:moveTo>
                      <a:pt x="274" y="0"/>
                    </a:moveTo>
                    <a:cubicBezTo>
                      <a:pt x="1" y="0"/>
                      <a:pt x="1" y="571"/>
                      <a:pt x="274" y="571"/>
                    </a:cubicBezTo>
                    <a:cubicBezTo>
                      <a:pt x="845" y="571"/>
                      <a:pt x="845" y="0"/>
                      <a:pt x="274"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0" name="Google Shape;770;p56"/>
              <p:cNvSpPr/>
              <p:nvPr/>
            </p:nvSpPr>
            <p:spPr>
              <a:xfrm>
                <a:off x="551950" y="2619250"/>
                <a:ext cx="21725" cy="14300"/>
              </a:xfrm>
              <a:custGeom>
                <a:rect b="b" l="l" r="r" t="t"/>
                <a:pathLst>
                  <a:path extrusionOk="0" h="572" w="869">
                    <a:moveTo>
                      <a:pt x="298" y="0"/>
                    </a:moveTo>
                    <a:cubicBezTo>
                      <a:pt x="1" y="0"/>
                      <a:pt x="1" y="571"/>
                      <a:pt x="298" y="571"/>
                    </a:cubicBezTo>
                    <a:cubicBezTo>
                      <a:pt x="868" y="571"/>
                      <a:pt x="868" y="0"/>
                      <a:pt x="298"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1" name="Google Shape;771;p56"/>
              <p:cNvSpPr/>
              <p:nvPr/>
            </p:nvSpPr>
            <p:spPr>
              <a:xfrm>
                <a:off x="445250" y="1791825"/>
                <a:ext cx="21150" cy="14300"/>
              </a:xfrm>
              <a:custGeom>
                <a:rect b="b" l="l" r="r" t="t"/>
                <a:pathLst>
                  <a:path extrusionOk="0" h="572" w="846">
                    <a:moveTo>
                      <a:pt x="571" y="1"/>
                    </a:moveTo>
                    <a:cubicBezTo>
                      <a:pt x="1" y="1"/>
                      <a:pt x="1" y="571"/>
                      <a:pt x="571" y="571"/>
                    </a:cubicBezTo>
                    <a:cubicBezTo>
                      <a:pt x="845" y="571"/>
                      <a:pt x="845" y="1"/>
                      <a:pt x="571"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2" name="Google Shape;772;p56"/>
              <p:cNvSpPr/>
              <p:nvPr/>
            </p:nvSpPr>
            <p:spPr>
              <a:xfrm>
                <a:off x="423575" y="1228050"/>
                <a:ext cx="21700" cy="14300"/>
              </a:xfrm>
              <a:custGeom>
                <a:rect b="b" l="l" r="r" t="t"/>
                <a:pathLst>
                  <a:path extrusionOk="0" h="572" w="868">
                    <a:moveTo>
                      <a:pt x="571" y="0"/>
                    </a:moveTo>
                    <a:cubicBezTo>
                      <a:pt x="0" y="0"/>
                      <a:pt x="0" y="571"/>
                      <a:pt x="571" y="571"/>
                    </a:cubicBezTo>
                    <a:cubicBezTo>
                      <a:pt x="868" y="571"/>
                      <a:pt x="868" y="0"/>
                      <a:pt x="571"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3" name="Google Shape;773;p56"/>
              <p:cNvSpPr/>
              <p:nvPr/>
            </p:nvSpPr>
            <p:spPr>
              <a:xfrm>
                <a:off x="958825" y="978675"/>
                <a:ext cx="14275" cy="14300"/>
              </a:xfrm>
              <a:custGeom>
                <a:rect b="b" l="l" r="r" t="t"/>
                <a:pathLst>
                  <a:path extrusionOk="0" h="572" w="571">
                    <a:moveTo>
                      <a:pt x="274" y="1"/>
                    </a:moveTo>
                    <a:cubicBezTo>
                      <a:pt x="0" y="1"/>
                      <a:pt x="0" y="571"/>
                      <a:pt x="274" y="571"/>
                    </a:cubicBezTo>
                    <a:cubicBezTo>
                      <a:pt x="571" y="571"/>
                      <a:pt x="571" y="1"/>
                      <a:pt x="274"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4" name="Google Shape;774;p56"/>
              <p:cNvSpPr/>
              <p:nvPr/>
            </p:nvSpPr>
            <p:spPr>
              <a:xfrm>
                <a:off x="837275" y="1820375"/>
                <a:ext cx="14300" cy="14275"/>
              </a:xfrm>
              <a:custGeom>
                <a:rect b="b" l="l" r="r" t="t"/>
                <a:pathLst>
                  <a:path extrusionOk="0" h="571" w="572">
                    <a:moveTo>
                      <a:pt x="297" y="0"/>
                    </a:moveTo>
                    <a:cubicBezTo>
                      <a:pt x="1" y="0"/>
                      <a:pt x="1" y="571"/>
                      <a:pt x="297" y="571"/>
                    </a:cubicBezTo>
                    <a:cubicBezTo>
                      <a:pt x="571" y="571"/>
                      <a:pt x="571" y="0"/>
                      <a:pt x="297"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5" name="Google Shape;775;p56"/>
              <p:cNvSpPr/>
              <p:nvPr/>
            </p:nvSpPr>
            <p:spPr>
              <a:xfrm>
                <a:off x="1308050" y="2255175"/>
                <a:ext cx="21700" cy="14300"/>
              </a:xfrm>
              <a:custGeom>
                <a:rect b="b" l="l" r="r" t="t"/>
                <a:pathLst>
                  <a:path extrusionOk="0" h="572" w="868">
                    <a:moveTo>
                      <a:pt x="571" y="1"/>
                    </a:moveTo>
                    <a:cubicBezTo>
                      <a:pt x="0" y="1"/>
                      <a:pt x="0" y="572"/>
                      <a:pt x="571" y="572"/>
                    </a:cubicBezTo>
                    <a:cubicBezTo>
                      <a:pt x="868" y="572"/>
                      <a:pt x="868" y="1"/>
                      <a:pt x="571"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6" name="Google Shape;776;p56"/>
              <p:cNvSpPr/>
              <p:nvPr/>
            </p:nvSpPr>
            <p:spPr>
              <a:xfrm>
                <a:off x="5381225" y="4309450"/>
                <a:ext cx="21150" cy="14300"/>
              </a:xfrm>
              <a:custGeom>
                <a:rect b="b" l="l" r="r" t="t"/>
                <a:pathLst>
                  <a:path extrusionOk="0" h="572" w="846">
                    <a:moveTo>
                      <a:pt x="571" y="1"/>
                    </a:moveTo>
                    <a:cubicBezTo>
                      <a:pt x="0" y="1"/>
                      <a:pt x="0" y="572"/>
                      <a:pt x="571" y="572"/>
                    </a:cubicBezTo>
                    <a:cubicBezTo>
                      <a:pt x="845" y="572"/>
                      <a:pt x="845" y="1"/>
                      <a:pt x="571"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7" name="Google Shape;777;p56"/>
              <p:cNvSpPr/>
              <p:nvPr/>
            </p:nvSpPr>
            <p:spPr>
              <a:xfrm>
                <a:off x="5302475" y="4794500"/>
                <a:ext cx="14300" cy="14275"/>
              </a:xfrm>
              <a:custGeom>
                <a:rect b="b" l="l" r="r" t="t"/>
                <a:pathLst>
                  <a:path extrusionOk="0" h="571" w="572">
                    <a:moveTo>
                      <a:pt x="297" y="0"/>
                    </a:moveTo>
                    <a:cubicBezTo>
                      <a:pt x="1" y="0"/>
                      <a:pt x="1" y="571"/>
                      <a:pt x="297" y="571"/>
                    </a:cubicBezTo>
                    <a:cubicBezTo>
                      <a:pt x="571" y="571"/>
                      <a:pt x="571" y="0"/>
                      <a:pt x="297"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8" name="Google Shape;778;p56"/>
              <p:cNvSpPr/>
              <p:nvPr/>
            </p:nvSpPr>
            <p:spPr>
              <a:xfrm>
                <a:off x="6094525" y="3910025"/>
                <a:ext cx="14275" cy="14275"/>
              </a:xfrm>
              <a:custGeom>
                <a:rect b="b" l="l" r="r" t="t"/>
                <a:pathLst>
                  <a:path extrusionOk="0" h="571" w="571">
                    <a:moveTo>
                      <a:pt x="274" y="0"/>
                    </a:moveTo>
                    <a:cubicBezTo>
                      <a:pt x="0" y="0"/>
                      <a:pt x="0" y="571"/>
                      <a:pt x="274" y="571"/>
                    </a:cubicBezTo>
                    <a:cubicBezTo>
                      <a:pt x="571" y="571"/>
                      <a:pt x="571" y="0"/>
                      <a:pt x="274"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9" name="Google Shape;779;p56"/>
              <p:cNvSpPr/>
              <p:nvPr/>
            </p:nvSpPr>
            <p:spPr>
              <a:xfrm>
                <a:off x="2905825" y="3881475"/>
                <a:ext cx="14275" cy="14300"/>
              </a:xfrm>
              <a:custGeom>
                <a:rect b="b" l="l" r="r" t="t"/>
                <a:pathLst>
                  <a:path extrusionOk="0" h="572" w="571">
                    <a:moveTo>
                      <a:pt x="297" y="1"/>
                    </a:moveTo>
                    <a:cubicBezTo>
                      <a:pt x="0" y="1"/>
                      <a:pt x="0" y="572"/>
                      <a:pt x="297" y="572"/>
                    </a:cubicBezTo>
                    <a:cubicBezTo>
                      <a:pt x="571" y="572"/>
                      <a:pt x="571" y="1"/>
                      <a:pt x="297"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0" name="Google Shape;780;p56"/>
              <p:cNvSpPr/>
              <p:nvPr/>
            </p:nvSpPr>
            <p:spPr>
              <a:xfrm>
                <a:off x="2399675" y="3032950"/>
                <a:ext cx="21125" cy="14300"/>
              </a:xfrm>
              <a:custGeom>
                <a:rect b="b" l="l" r="r" t="t"/>
                <a:pathLst>
                  <a:path extrusionOk="0" h="572" w="845">
                    <a:moveTo>
                      <a:pt x="571" y="1"/>
                    </a:moveTo>
                    <a:cubicBezTo>
                      <a:pt x="0" y="1"/>
                      <a:pt x="0" y="571"/>
                      <a:pt x="571" y="571"/>
                    </a:cubicBezTo>
                    <a:cubicBezTo>
                      <a:pt x="845" y="571"/>
                      <a:pt x="845" y="1"/>
                      <a:pt x="571"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1" name="Google Shape;781;p56"/>
              <p:cNvSpPr/>
              <p:nvPr/>
            </p:nvSpPr>
            <p:spPr>
              <a:xfrm>
                <a:off x="2663300" y="2797275"/>
                <a:ext cx="21700" cy="14300"/>
              </a:xfrm>
              <a:custGeom>
                <a:rect b="b" l="l" r="r" t="t"/>
                <a:pathLst>
                  <a:path extrusionOk="0" h="572" w="868">
                    <a:moveTo>
                      <a:pt x="297" y="1"/>
                    </a:moveTo>
                    <a:cubicBezTo>
                      <a:pt x="1" y="1"/>
                      <a:pt x="1" y="572"/>
                      <a:pt x="297" y="572"/>
                    </a:cubicBezTo>
                    <a:cubicBezTo>
                      <a:pt x="868" y="572"/>
                      <a:pt x="868" y="1"/>
                      <a:pt x="297"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2" name="Google Shape;782;p56"/>
              <p:cNvSpPr/>
              <p:nvPr/>
            </p:nvSpPr>
            <p:spPr>
              <a:xfrm>
                <a:off x="2905825" y="2861775"/>
                <a:ext cx="14275" cy="14275"/>
              </a:xfrm>
              <a:custGeom>
                <a:rect b="b" l="l" r="r" t="t"/>
                <a:pathLst>
                  <a:path extrusionOk="0" h="571" w="571">
                    <a:moveTo>
                      <a:pt x="297" y="0"/>
                    </a:moveTo>
                    <a:cubicBezTo>
                      <a:pt x="0" y="0"/>
                      <a:pt x="0" y="571"/>
                      <a:pt x="297" y="571"/>
                    </a:cubicBezTo>
                    <a:cubicBezTo>
                      <a:pt x="571" y="571"/>
                      <a:pt x="571" y="0"/>
                      <a:pt x="297"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3" name="Google Shape;783;p56"/>
              <p:cNvSpPr/>
              <p:nvPr/>
            </p:nvSpPr>
            <p:spPr>
              <a:xfrm>
                <a:off x="2691825" y="3175625"/>
                <a:ext cx="21725" cy="14275"/>
              </a:xfrm>
              <a:custGeom>
                <a:rect b="b" l="l" r="r" t="t"/>
                <a:pathLst>
                  <a:path extrusionOk="0" h="571" w="869">
                    <a:moveTo>
                      <a:pt x="298" y="0"/>
                    </a:moveTo>
                    <a:cubicBezTo>
                      <a:pt x="1" y="0"/>
                      <a:pt x="1" y="571"/>
                      <a:pt x="298" y="571"/>
                    </a:cubicBezTo>
                    <a:cubicBezTo>
                      <a:pt x="868" y="571"/>
                      <a:pt x="868" y="0"/>
                      <a:pt x="298"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4" name="Google Shape;784;p56"/>
              <p:cNvSpPr/>
              <p:nvPr/>
            </p:nvSpPr>
            <p:spPr>
              <a:xfrm>
                <a:off x="2121200" y="3795900"/>
                <a:ext cx="14300" cy="14275"/>
              </a:xfrm>
              <a:custGeom>
                <a:rect b="b" l="l" r="r" t="t"/>
                <a:pathLst>
                  <a:path extrusionOk="0" h="571" w="572">
                    <a:moveTo>
                      <a:pt x="297" y="0"/>
                    </a:moveTo>
                    <a:cubicBezTo>
                      <a:pt x="1" y="0"/>
                      <a:pt x="1" y="571"/>
                      <a:pt x="297" y="571"/>
                    </a:cubicBezTo>
                    <a:cubicBezTo>
                      <a:pt x="571" y="571"/>
                      <a:pt x="571" y="0"/>
                      <a:pt x="297"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5" name="Google Shape;785;p56"/>
              <p:cNvSpPr/>
              <p:nvPr/>
            </p:nvSpPr>
            <p:spPr>
              <a:xfrm>
                <a:off x="2192525" y="3325125"/>
                <a:ext cx="14300" cy="14275"/>
              </a:xfrm>
              <a:custGeom>
                <a:rect b="b" l="l" r="r" t="t"/>
                <a:pathLst>
                  <a:path extrusionOk="0" h="571" w="572">
                    <a:moveTo>
                      <a:pt x="297" y="0"/>
                    </a:moveTo>
                    <a:cubicBezTo>
                      <a:pt x="1" y="0"/>
                      <a:pt x="1" y="571"/>
                      <a:pt x="297" y="571"/>
                    </a:cubicBezTo>
                    <a:cubicBezTo>
                      <a:pt x="571" y="571"/>
                      <a:pt x="571" y="0"/>
                      <a:pt x="297"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6" name="Google Shape;786;p56"/>
              <p:cNvSpPr/>
              <p:nvPr/>
            </p:nvSpPr>
            <p:spPr>
              <a:xfrm>
                <a:off x="2413925" y="2055475"/>
                <a:ext cx="21150" cy="14275"/>
              </a:xfrm>
              <a:custGeom>
                <a:rect b="b" l="l" r="r" t="t"/>
                <a:pathLst>
                  <a:path extrusionOk="0" h="571" w="846">
                    <a:moveTo>
                      <a:pt x="572" y="0"/>
                    </a:moveTo>
                    <a:cubicBezTo>
                      <a:pt x="1" y="0"/>
                      <a:pt x="1" y="571"/>
                      <a:pt x="572" y="571"/>
                    </a:cubicBezTo>
                    <a:cubicBezTo>
                      <a:pt x="845" y="571"/>
                      <a:pt x="845" y="0"/>
                      <a:pt x="572"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7" name="Google Shape;787;p56"/>
              <p:cNvSpPr/>
              <p:nvPr/>
            </p:nvSpPr>
            <p:spPr>
              <a:xfrm>
                <a:off x="2670725" y="2276875"/>
                <a:ext cx="21125" cy="14275"/>
              </a:xfrm>
              <a:custGeom>
                <a:rect b="b" l="l" r="r" t="t"/>
                <a:pathLst>
                  <a:path extrusionOk="0" h="571" w="845">
                    <a:moveTo>
                      <a:pt x="274" y="0"/>
                    </a:moveTo>
                    <a:cubicBezTo>
                      <a:pt x="0" y="0"/>
                      <a:pt x="0" y="571"/>
                      <a:pt x="274" y="571"/>
                    </a:cubicBezTo>
                    <a:cubicBezTo>
                      <a:pt x="845" y="571"/>
                      <a:pt x="845" y="0"/>
                      <a:pt x="274"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8" name="Google Shape;788;p56"/>
              <p:cNvSpPr/>
              <p:nvPr/>
            </p:nvSpPr>
            <p:spPr>
              <a:xfrm>
                <a:off x="2485275" y="2633525"/>
                <a:ext cx="21125" cy="14275"/>
              </a:xfrm>
              <a:custGeom>
                <a:rect b="b" l="l" r="r" t="t"/>
                <a:pathLst>
                  <a:path extrusionOk="0" h="571" w="845">
                    <a:moveTo>
                      <a:pt x="571" y="0"/>
                    </a:moveTo>
                    <a:cubicBezTo>
                      <a:pt x="0" y="0"/>
                      <a:pt x="0" y="571"/>
                      <a:pt x="571" y="571"/>
                    </a:cubicBezTo>
                    <a:cubicBezTo>
                      <a:pt x="845" y="571"/>
                      <a:pt x="845" y="0"/>
                      <a:pt x="571"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9" name="Google Shape;789;p56"/>
              <p:cNvSpPr/>
              <p:nvPr/>
            </p:nvSpPr>
            <p:spPr>
              <a:xfrm>
                <a:off x="2477850" y="721900"/>
                <a:ext cx="21700" cy="14300"/>
              </a:xfrm>
              <a:custGeom>
                <a:rect b="b" l="l" r="r" t="t"/>
                <a:pathLst>
                  <a:path extrusionOk="0" h="572" w="868">
                    <a:moveTo>
                      <a:pt x="571" y="0"/>
                    </a:moveTo>
                    <a:cubicBezTo>
                      <a:pt x="0" y="0"/>
                      <a:pt x="0" y="571"/>
                      <a:pt x="571" y="571"/>
                    </a:cubicBezTo>
                    <a:cubicBezTo>
                      <a:pt x="868" y="571"/>
                      <a:pt x="868" y="0"/>
                      <a:pt x="571"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0" name="Google Shape;790;p56"/>
              <p:cNvSpPr/>
              <p:nvPr/>
            </p:nvSpPr>
            <p:spPr>
              <a:xfrm>
                <a:off x="2071550" y="2155325"/>
                <a:ext cx="14300" cy="14300"/>
              </a:xfrm>
              <a:custGeom>
                <a:rect b="b" l="l" r="r" t="t"/>
                <a:pathLst>
                  <a:path extrusionOk="0" h="572" w="572">
                    <a:moveTo>
                      <a:pt x="275" y="1"/>
                    </a:moveTo>
                    <a:cubicBezTo>
                      <a:pt x="1" y="1"/>
                      <a:pt x="1" y="571"/>
                      <a:pt x="275" y="571"/>
                    </a:cubicBezTo>
                    <a:cubicBezTo>
                      <a:pt x="571" y="571"/>
                      <a:pt x="571" y="1"/>
                      <a:pt x="275"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1" name="Google Shape;791;p56"/>
              <p:cNvSpPr/>
              <p:nvPr/>
            </p:nvSpPr>
            <p:spPr>
              <a:xfrm>
                <a:off x="1664700" y="3061500"/>
                <a:ext cx="21700" cy="14275"/>
              </a:xfrm>
              <a:custGeom>
                <a:rect b="b" l="l" r="r" t="t"/>
                <a:pathLst>
                  <a:path extrusionOk="0" h="571" w="868">
                    <a:moveTo>
                      <a:pt x="297" y="0"/>
                    </a:moveTo>
                    <a:cubicBezTo>
                      <a:pt x="0" y="0"/>
                      <a:pt x="0" y="571"/>
                      <a:pt x="297" y="571"/>
                    </a:cubicBezTo>
                    <a:cubicBezTo>
                      <a:pt x="868" y="571"/>
                      <a:pt x="868" y="0"/>
                      <a:pt x="297"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2" name="Google Shape;792;p56"/>
              <p:cNvSpPr/>
              <p:nvPr/>
            </p:nvSpPr>
            <p:spPr>
              <a:xfrm>
                <a:off x="573650" y="3539100"/>
                <a:ext cx="21125" cy="14300"/>
              </a:xfrm>
              <a:custGeom>
                <a:rect b="b" l="l" r="r" t="t"/>
                <a:pathLst>
                  <a:path extrusionOk="0" h="572" w="845">
                    <a:moveTo>
                      <a:pt x="274" y="1"/>
                    </a:moveTo>
                    <a:cubicBezTo>
                      <a:pt x="0" y="1"/>
                      <a:pt x="0" y="571"/>
                      <a:pt x="274" y="571"/>
                    </a:cubicBezTo>
                    <a:cubicBezTo>
                      <a:pt x="845" y="571"/>
                      <a:pt x="845" y="1"/>
                      <a:pt x="274"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3" name="Google Shape;793;p56"/>
              <p:cNvSpPr/>
              <p:nvPr/>
            </p:nvSpPr>
            <p:spPr>
              <a:xfrm>
                <a:off x="2392250" y="4274075"/>
                <a:ext cx="21700" cy="14300"/>
              </a:xfrm>
              <a:custGeom>
                <a:rect b="b" l="l" r="r" t="t"/>
                <a:pathLst>
                  <a:path extrusionOk="0" h="572" w="868">
                    <a:moveTo>
                      <a:pt x="571" y="1"/>
                    </a:moveTo>
                    <a:cubicBezTo>
                      <a:pt x="1" y="1"/>
                      <a:pt x="1" y="571"/>
                      <a:pt x="571" y="571"/>
                    </a:cubicBezTo>
                    <a:cubicBezTo>
                      <a:pt x="868" y="571"/>
                      <a:pt x="868" y="1"/>
                      <a:pt x="571"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4" name="Google Shape;794;p56"/>
              <p:cNvSpPr/>
              <p:nvPr/>
            </p:nvSpPr>
            <p:spPr>
              <a:xfrm>
                <a:off x="3818825" y="4102900"/>
                <a:ext cx="21725" cy="14275"/>
              </a:xfrm>
              <a:custGeom>
                <a:rect b="b" l="l" r="r" t="t"/>
                <a:pathLst>
                  <a:path extrusionOk="0" h="571" w="869">
                    <a:moveTo>
                      <a:pt x="298" y="0"/>
                    </a:moveTo>
                    <a:cubicBezTo>
                      <a:pt x="1" y="0"/>
                      <a:pt x="1" y="571"/>
                      <a:pt x="298" y="571"/>
                    </a:cubicBezTo>
                    <a:cubicBezTo>
                      <a:pt x="868" y="571"/>
                      <a:pt x="868" y="0"/>
                      <a:pt x="298"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5" name="Google Shape;795;p56"/>
              <p:cNvSpPr/>
              <p:nvPr/>
            </p:nvSpPr>
            <p:spPr>
              <a:xfrm>
                <a:off x="4617725" y="5151150"/>
                <a:ext cx="21700" cy="14275"/>
              </a:xfrm>
              <a:custGeom>
                <a:rect b="b" l="l" r="r" t="t"/>
                <a:pathLst>
                  <a:path extrusionOk="0" h="571" w="868">
                    <a:moveTo>
                      <a:pt x="571" y="0"/>
                    </a:moveTo>
                    <a:cubicBezTo>
                      <a:pt x="0" y="0"/>
                      <a:pt x="0" y="571"/>
                      <a:pt x="571" y="571"/>
                    </a:cubicBezTo>
                    <a:cubicBezTo>
                      <a:pt x="868" y="571"/>
                      <a:pt x="868" y="0"/>
                      <a:pt x="571"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6" name="Google Shape;796;p56"/>
              <p:cNvSpPr/>
              <p:nvPr/>
            </p:nvSpPr>
            <p:spPr>
              <a:xfrm>
                <a:off x="6094525" y="4437850"/>
                <a:ext cx="14275" cy="14300"/>
              </a:xfrm>
              <a:custGeom>
                <a:rect b="b" l="l" r="r" t="t"/>
                <a:pathLst>
                  <a:path extrusionOk="0" h="572" w="571">
                    <a:moveTo>
                      <a:pt x="274" y="1"/>
                    </a:moveTo>
                    <a:cubicBezTo>
                      <a:pt x="0" y="1"/>
                      <a:pt x="0" y="571"/>
                      <a:pt x="274" y="571"/>
                    </a:cubicBezTo>
                    <a:cubicBezTo>
                      <a:pt x="571" y="571"/>
                      <a:pt x="571" y="1"/>
                      <a:pt x="274"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7" name="Google Shape;797;p56"/>
              <p:cNvSpPr/>
              <p:nvPr/>
            </p:nvSpPr>
            <p:spPr>
              <a:xfrm>
                <a:off x="6900250" y="4423575"/>
                <a:ext cx="21700" cy="14300"/>
              </a:xfrm>
              <a:custGeom>
                <a:rect b="b" l="l" r="r" t="t"/>
                <a:pathLst>
                  <a:path extrusionOk="0" h="572" w="868">
                    <a:moveTo>
                      <a:pt x="297" y="1"/>
                    </a:moveTo>
                    <a:cubicBezTo>
                      <a:pt x="0" y="1"/>
                      <a:pt x="0" y="572"/>
                      <a:pt x="297" y="572"/>
                    </a:cubicBezTo>
                    <a:cubicBezTo>
                      <a:pt x="868" y="572"/>
                      <a:pt x="868" y="1"/>
                      <a:pt x="297"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8" name="Google Shape;798;p56"/>
              <p:cNvSpPr/>
              <p:nvPr/>
            </p:nvSpPr>
            <p:spPr>
              <a:xfrm>
                <a:off x="6950475" y="4109750"/>
                <a:ext cx="21125" cy="14275"/>
              </a:xfrm>
              <a:custGeom>
                <a:rect b="b" l="l" r="r" t="t"/>
                <a:pathLst>
                  <a:path extrusionOk="0" h="571" w="845">
                    <a:moveTo>
                      <a:pt x="274" y="0"/>
                    </a:moveTo>
                    <a:cubicBezTo>
                      <a:pt x="0" y="0"/>
                      <a:pt x="0" y="571"/>
                      <a:pt x="274" y="571"/>
                    </a:cubicBezTo>
                    <a:cubicBezTo>
                      <a:pt x="845" y="571"/>
                      <a:pt x="845" y="0"/>
                      <a:pt x="274"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9" name="Google Shape;799;p56"/>
              <p:cNvSpPr/>
              <p:nvPr/>
            </p:nvSpPr>
            <p:spPr>
              <a:xfrm>
                <a:off x="6557875" y="3967075"/>
                <a:ext cx="21700" cy="14300"/>
              </a:xfrm>
              <a:custGeom>
                <a:rect b="b" l="l" r="r" t="t"/>
                <a:pathLst>
                  <a:path extrusionOk="0" h="572" w="868">
                    <a:moveTo>
                      <a:pt x="571" y="1"/>
                    </a:moveTo>
                    <a:cubicBezTo>
                      <a:pt x="0" y="1"/>
                      <a:pt x="0" y="571"/>
                      <a:pt x="571" y="571"/>
                    </a:cubicBezTo>
                    <a:cubicBezTo>
                      <a:pt x="868" y="571"/>
                      <a:pt x="868" y="1"/>
                      <a:pt x="571"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0" name="Google Shape;800;p56"/>
              <p:cNvSpPr/>
              <p:nvPr/>
            </p:nvSpPr>
            <p:spPr>
              <a:xfrm>
                <a:off x="6515075" y="4388200"/>
                <a:ext cx="21700" cy="14300"/>
              </a:xfrm>
              <a:custGeom>
                <a:rect b="b" l="l" r="r" t="t"/>
                <a:pathLst>
                  <a:path extrusionOk="0" h="572" w="868">
                    <a:moveTo>
                      <a:pt x="571" y="1"/>
                    </a:moveTo>
                    <a:cubicBezTo>
                      <a:pt x="0" y="1"/>
                      <a:pt x="0" y="571"/>
                      <a:pt x="571" y="571"/>
                    </a:cubicBezTo>
                    <a:cubicBezTo>
                      <a:pt x="868" y="571"/>
                      <a:pt x="868" y="1"/>
                      <a:pt x="571"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1" name="Google Shape;801;p56"/>
              <p:cNvSpPr/>
              <p:nvPr/>
            </p:nvSpPr>
            <p:spPr>
              <a:xfrm>
                <a:off x="6707950" y="4131425"/>
                <a:ext cx="21125" cy="14300"/>
              </a:xfrm>
              <a:custGeom>
                <a:rect b="b" l="l" r="r" t="t"/>
                <a:pathLst>
                  <a:path extrusionOk="0" h="572" w="845">
                    <a:moveTo>
                      <a:pt x="274" y="0"/>
                    </a:moveTo>
                    <a:cubicBezTo>
                      <a:pt x="0" y="0"/>
                      <a:pt x="0" y="571"/>
                      <a:pt x="274" y="571"/>
                    </a:cubicBezTo>
                    <a:cubicBezTo>
                      <a:pt x="845" y="571"/>
                      <a:pt x="845" y="0"/>
                      <a:pt x="274"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2" name="Google Shape;802;p56"/>
              <p:cNvSpPr/>
              <p:nvPr/>
            </p:nvSpPr>
            <p:spPr>
              <a:xfrm>
                <a:off x="6800400" y="4045825"/>
                <a:ext cx="21700" cy="14300"/>
              </a:xfrm>
              <a:custGeom>
                <a:rect b="b" l="l" r="r" t="t"/>
                <a:pathLst>
                  <a:path extrusionOk="0" h="572" w="868">
                    <a:moveTo>
                      <a:pt x="297" y="1"/>
                    </a:moveTo>
                    <a:cubicBezTo>
                      <a:pt x="0" y="1"/>
                      <a:pt x="0" y="571"/>
                      <a:pt x="297" y="571"/>
                    </a:cubicBezTo>
                    <a:cubicBezTo>
                      <a:pt x="867" y="571"/>
                      <a:pt x="867" y="1"/>
                      <a:pt x="297"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3" name="Google Shape;803;p56"/>
              <p:cNvSpPr/>
              <p:nvPr/>
            </p:nvSpPr>
            <p:spPr>
              <a:xfrm>
                <a:off x="6822075" y="4409325"/>
                <a:ext cx="21125" cy="14275"/>
              </a:xfrm>
              <a:custGeom>
                <a:rect b="b" l="l" r="r" t="t"/>
                <a:pathLst>
                  <a:path extrusionOk="0" h="571" w="845">
                    <a:moveTo>
                      <a:pt x="274" y="0"/>
                    </a:moveTo>
                    <a:cubicBezTo>
                      <a:pt x="0" y="0"/>
                      <a:pt x="0" y="571"/>
                      <a:pt x="274" y="571"/>
                    </a:cubicBezTo>
                    <a:cubicBezTo>
                      <a:pt x="845" y="571"/>
                      <a:pt x="845" y="0"/>
                      <a:pt x="274"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4" name="Google Shape;804;p56"/>
              <p:cNvSpPr/>
              <p:nvPr/>
            </p:nvSpPr>
            <p:spPr>
              <a:xfrm>
                <a:off x="6921925" y="5201350"/>
                <a:ext cx="21150" cy="14300"/>
              </a:xfrm>
              <a:custGeom>
                <a:rect b="b" l="l" r="r" t="t"/>
                <a:pathLst>
                  <a:path extrusionOk="0" h="572" w="846">
                    <a:moveTo>
                      <a:pt x="275" y="1"/>
                    </a:moveTo>
                    <a:cubicBezTo>
                      <a:pt x="1" y="1"/>
                      <a:pt x="1" y="571"/>
                      <a:pt x="275" y="571"/>
                    </a:cubicBezTo>
                    <a:cubicBezTo>
                      <a:pt x="845" y="571"/>
                      <a:pt x="845" y="1"/>
                      <a:pt x="275"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5" name="Google Shape;805;p56"/>
              <p:cNvSpPr/>
              <p:nvPr/>
            </p:nvSpPr>
            <p:spPr>
              <a:xfrm>
                <a:off x="7150175" y="4060100"/>
                <a:ext cx="14300" cy="14275"/>
              </a:xfrm>
              <a:custGeom>
                <a:rect b="b" l="l" r="r" t="t"/>
                <a:pathLst>
                  <a:path extrusionOk="0" h="571" w="572">
                    <a:moveTo>
                      <a:pt x="275" y="0"/>
                    </a:moveTo>
                    <a:cubicBezTo>
                      <a:pt x="1" y="0"/>
                      <a:pt x="1" y="571"/>
                      <a:pt x="275" y="571"/>
                    </a:cubicBezTo>
                    <a:cubicBezTo>
                      <a:pt x="572" y="571"/>
                      <a:pt x="572" y="0"/>
                      <a:pt x="275"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6" name="Google Shape;806;p56"/>
              <p:cNvSpPr/>
              <p:nvPr/>
            </p:nvSpPr>
            <p:spPr>
              <a:xfrm>
                <a:off x="5794925" y="2990150"/>
                <a:ext cx="21150" cy="14300"/>
              </a:xfrm>
              <a:custGeom>
                <a:rect b="b" l="l" r="r" t="t"/>
                <a:pathLst>
                  <a:path extrusionOk="0" h="572" w="846">
                    <a:moveTo>
                      <a:pt x="275" y="1"/>
                    </a:moveTo>
                    <a:cubicBezTo>
                      <a:pt x="1" y="1"/>
                      <a:pt x="1" y="572"/>
                      <a:pt x="275" y="572"/>
                    </a:cubicBezTo>
                    <a:cubicBezTo>
                      <a:pt x="845" y="572"/>
                      <a:pt x="845" y="1"/>
                      <a:pt x="275"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7" name="Google Shape;807;p56"/>
              <p:cNvSpPr/>
              <p:nvPr/>
            </p:nvSpPr>
            <p:spPr>
              <a:xfrm>
                <a:off x="5944450" y="2169600"/>
                <a:ext cx="21700" cy="14275"/>
              </a:xfrm>
              <a:custGeom>
                <a:rect b="b" l="l" r="r" t="t"/>
                <a:pathLst>
                  <a:path extrusionOk="0" h="571" w="868">
                    <a:moveTo>
                      <a:pt x="297" y="0"/>
                    </a:moveTo>
                    <a:cubicBezTo>
                      <a:pt x="0" y="0"/>
                      <a:pt x="0" y="571"/>
                      <a:pt x="297" y="571"/>
                    </a:cubicBezTo>
                    <a:cubicBezTo>
                      <a:pt x="571" y="571"/>
                      <a:pt x="867" y="0"/>
                      <a:pt x="297"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8" name="Google Shape;808;p56"/>
              <p:cNvSpPr/>
              <p:nvPr/>
            </p:nvSpPr>
            <p:spPr>
              <a:xfrm>
                <a:off x="4917300" y="907350"/>
                <a:ext cx="21700" cy="14300"/>
              </a:xfrm>
              <a:custGeom>
                <a:rect b="b" l="l" r="r" t="t"/>
                <a:pathLst>
                  <a:path extrusionOk="0" h="572" w="868">
                    <a:moveTo>
                      <a:pt x="297" y="1"/>
                    </a:moveTo>
                    <a:cubicBezTo>
                      <a:pt x="1" y="1"/>
                      <a:pt x="1" y="571"/>
                      <a:pt x="297" y="571"/>
                    </a:cubicBezTo>
                    <a:cubicBezTo>
                      <a:pt x="571" y="571"/>
                      <a:pt x="868" y="1"/>
                      <a:pt x="297"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9" name="Google Shape;809;p56"/>
              <p:cNvSpPr/>
              <p:nvPr/>
            </p:nvSpPr>
            <p:spPr>
              <a:xfrm>
                <a:off x="3783450" y="2177000"/>
                <a:ext cx="21150" cy="14300"/>
              </a:xfrm>
              <a:custGeom>
                <a:rect b="b" l="l" r="r" t="t"/>
                <a:pathLst>
                  <a:path extrusionOk="0" h="572" w="846">
                    <a:moveTo>
                      <a:pt x="275" y="1"/>
                    </a:moveTo>
                    <a:cubicBezTo>
                      <a:pt x="1" y="1"/>
                      <a:pt x="1" y="572"/>
                      <a:pt x="275" y="572"/>
                    </a:cubicBezTo>
                    <a:cubicBezTo>
                      <a:pt x="845" y="572"/>
                      <a:pt x="845" y="1"/>
                      <a:pt x="275"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0" name="Google Shape;810;p56"/>
              <p:cNvSpPr/>
              <p:nvPr/>
            </p:nvSpPr>
            <p:spPr>
              <a:xfrm>
                <a:off x="3890150" y="2476600"/>
                <a:ext cx="21725" cy="14275"/>
              </a:xfrm>
              <a:custGeom>
                <a:rect b="b" l="l" r="r" t="t"/>
                <a:pathLst>
                  <a:path extrusionOk="0" h="571" w="869">
                    <a:moveTo>
                      <a:pt x="298" y="0"/>
                    </a:moveTo>
                    <a:cubicBezTo>
                      <a:pt x="1" y="0"/>
                      <a:pt x="1" y="571"/>
                      <a:pt x="298" y="571"/>
                    </a:cubicBezTo>
                    <a:cubicBezTo>
                      <a:pt x="572" y="571"/>
                      <a:pt x="868" y="0"/>
                      <a:pt x="298"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1" name="Google Shape;811;p56"/>
              <p:cNvSpPr/>
              <p:nvPr/>
            </p:nvSpPr>
            <p:spPr>
              <a:xfrm>
                <a:off x="4867650" y="3353650"/>
                <a:ext cx="21150" cy="14300"/>
              </a:xfrm>
              <a:custGeom>
                <a:rect b="b" l="l" r="r" t="t"/>
                <a:pathLst>
                  <a:path extrusionOk="0" h="572" w="846">
                    <a:moveTo>
                      <a:pt x="275" y="1"/>
                    </a:moveTo>
                    <a:cubicBezTo>
                      <a:pt x="1" y="1"/>
                      <a:pt x="1" y="571"/>
                      <a:pt x="275" y="571"/>
                    </a:cubicBezTo>
                    <a:cubicBezTo>
                      <a:pt x="845" y="571"/>
                      <a:pt x="845" y="1"/>
                      <a:pt x="275"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2" name="Google Shape;812;p56"/>
              <p:cNvSpPr/>
              <p:nvPr/>
            </p:nvSpPr>
            <p:spPr>
              <a:xfrm>
                <a:off x="4731850" y="3567650"/>
                <a:ext cx="21700" cy="14275"/>
              </a:xfrm>
              <a:custGeom>
                <a:rect b="b" l="l" r="r" t="t"/>
                <a:pathLst>
                  <a:path extrusionOk="0" h="571" w="868">
                    <a:moveTo>
                      <a:pt x="297" y="0"/>
                    </a:moveTo>
                    <a:cubicBezTo>
                      <a:pt x="0" y="0"/>
                      <a:pt x="0" y="571"/>
                      <a:pt x="297" y="571"/>
                    </a:cubicBezTo>
                    <a:cubicBezTo>
                      <a:pt x="868" y="571"/>
                      <a:pt x="868" y="0"/>
                      <a:pt x="297"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3" name="Google Shape;813;p56"/>
              <p:cNvSpPr/>
              <p:nvPr/>
            </p:nvSpPr>
            <p:spPr>
              <a:xfrm>
                <a:off x="6979000" y="1050000"/>
                <a:ext cx="14275" cy="14300"/>
              </a:xfrm>
              <a:custGeom>
                <a:rect b="b" l="l" r="r" t="t"/>
                <a:pathLst>
                  <a:path extrusionOk="0" h="572" w="571">
                    <a:moveTo>
                      <a:pt x="274" y="1"/>
                    </a:moveTo>
                    <a:cubicBezTo>
                      <a:pt x="0" y="1"/>
                      <a:pt x="0" y="572"/>
                      <a:pt x="274" y="572"/>
                    </a:cubicBezTo>
                    <a:cubicBezTo>
                      <a:pt x="571" y="572"/>
                      <a:pt x="571" y="1"/>
                      <a:pt x="274"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4" name="Google Shape;814;p56"/>
              <p:cNvSpPr/>
              <p:nvPr/>
            </p:nvSpPr>
            <p:spPr>
              <a:xfrm>
                <a:off x="5331000" y="728750"/>
                <a:ext cx="14300" cy="14275"/>
              </a:xfrm>
              <a:custGeom>
                <a:rect b="b" l="l" r="r" t="t"/>
                <a:pathLst>
                  <a:path extrusionOk="0" h="571" w="572">
                    <a:moveTo>
                      <a:pt x="298" y="0"/>
                    </a:moveTo>
                    <a:cubicBezTo>
                      <a:pt x="1" y="0"/>
                      <a:pt x="1" y="571"/>
                      <a:pt x="298" y="571"/>
                    </a:cubicBezTo>
                    <a:cubicBezTo>
                      <a:pt x="571" y="571"/>
                      <a:pt x="571" y="0"/>
                      <a:pt x="298"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5" name="Google Shape;815;p56"/>
              <p:cNvSpPr/>
              <p:nvPr/>
            </p:nvSpPr>
            <p:spPr>
              <a:xfrm>
                <a:off x="3883325" y="671675"/>
                <a:ext cx="21125" cy="14300"/>
              </a:xfrm>
              <a:custGeom>
                <a:rect b="b" l="l" r="r" t="t"/>
                <a:pathLst>
                  <a:path extrusionOk="0" h="572" w="845">
                    <a:moveTo>
                      <a:pt x="274" y="1"/>
                    </a:moveTo>
                    <a:cubicBezTo>
                      <a:pt x="0" y="1"/>
                      <a:pt x="0" y="571"/>
                      <a:pt x="274" y="571"/>
                    </a:cubicBezTo>
                    <a:cubicBezTo>
                      <a:pt x="845" y="571"/>
                      <a:pt x="845" y="1"/>
                      <a:pt x="274"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6" name="Google Shape;816;p56"/>
              <p:cNvSpPr/>
              <p:nvPr/>
            </p:nvSpPr>
            <p:spPr>
              <a:xfrm>
                <a:off x="3947225" y="957000"/>
                <a:ext cx="14300" cy="14300"/>
              </a:xfrm>
              <a:custGeom>
                <a:rect b="b" l="l" r="r" t="t"/>
                <a:pathLst>
                  <a:path extrusionOk="0" h="572" w="572">
                    <a:moveTo>
                      <a:pt x="297" y="0"/>
                    </a:moveTo>
                    <a:cubicBezTo>
                      <a:pt x="0" y="0"/>
                      <a:pt x="0" y="571"/>
                      <a:pt x="297" y="571"/>
                    </a:cubicBezTo>
                    <a:cubicBezTo>
                      <a:pt x="571" y="571"/>
                      <a:pt x="571" y="0"/>
                      <a:pt x="297"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7" name="Google Shape;817;p56"/>
              <p:cNvSpPr/>
              <p:nvPr/>
            </p:nvSpPr>
            <p:spPr>
              <a:xfrm>
                <a:off x="3191125" y="1763300"/>
                <a:ext cx="14300" cy="14300"/>
              </a:xfrm>
              <a:custGeom>
                <a:rect b="b" l="l" r="r" t="t"/>
                <a:pathLst>
                  <a:path extrusionOk="0" h="572" w="572">
                    <a:moveTo>
                      <a:pt x="298" y="1"/>
                    </a:moveTo>
                    <a:cubicBezTo>
                      <a:pt x="1" y="1"/>
                      <a:pt x="1" y="571"/>
                      <a:pt x="298" y="571"/>
                    </a:cubicBezTo>
                    <a:cubicBezTo>
                      <a:pt x="572" y="571"/>
                      <a:pt x="572" y="1"/>
                      <a:pt x="298"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8" name="Google Shape;818;p56"/>
              <p:cNvSpPr/>
              <p:nvPr/>
            </p:nvSpPr>
            <p:spPr>
              <a:xfrm>
                <a:off x="3369750" y="2505125"/>
                <a:ext cx="21125" cy="14300"/>
              </a:xfrm>
              <a:custGeom>
                <a:rect b="b" l="l" r="r" t="t"/>
                <a:pathLst>
                  <a:path extrusionOk="0" h="572" w="845">
                    <a:moveTo>
                      <a:pt x="571" y="0"/>
                    </a:moveTo>
                    <a:cubicBezTo>
                      <a:pt x="0" y="0"/>
                      <a:pt x="0" y="571"/>
                      <a:pt x="571" y="571"/>
                    </a:cubicBezTo>
                    <a:cubicBezTo>
                      <a:pt x="845" y="571"/>
                      <a:pt x="845" y="0"/>
                      <a:pt x="571"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9" name="Google Shape;819;p56"/>
              <p:cNvSpPr/>
              <p:nvPr/>
            </p:nvSpPr>
            <p:spPr>
              <a:xfrm>
                <a:off x="3198550" y="3567650"/>
                <a:ext cx="14300" cy="14275"/>
              </a:xfrm>
              <a:custGeom>
                <a:rect b="b" l="l" r="r" t="t"/>
                <a:pathLst>
                  <a:path extrusionOk="0" h="571" w="572">
                    <a:moveTo>
                      <a:pt x="275" y="0"/>
                    </a:moveTo>
                    <a:cubicBezTo>
                      <a:pt x="1" y="0"/>
                      <a:pt x="1" y="571"/>
                      <a:pt x="275" y="571"/>
                    </a:cubicBezTo>
                    <a:cubicBezTo>
                      <a:pt x="571" y="571"/>
                      <a:pt x="571" y="0"/>
                      <a:pt x="275"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0" name="Google Shape;820;p56"/>
              <p:cNvSpPr/>
              <p:nvPr/>
            </p:nvSpPr>
            <p:spPr>
              <a:xfrm>
                <a:off x="4796325" y="1763300"/>
                <a:ext cx="21150" cy="14300"/>
              </a:xfrm>
              <a:custGeom>
                <a:rect b="b" l="l" r="r" t="t"/>
                <a:pathLst>
                  <a:path extrusionOk="0" h="572" w="846">
                    <a:moveTo>
                      <a:pt x="274" y="1"/>
                    </a:moveTo>
                    <a:cubicBezTo>
                      <a:pt x="1" y="1"/>
                      <a:pt x="1" y="571"/>
                      <a:pt x="274" y="571"/>
                    </a:cubicBezTo>
                    <a:cubicBezTo>
                      <a:pt x="845" y="571"/>
                      <a:pt x="845" y="1"/>
                      <a:pt x="274"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1" name="Google Shape;821;p56"/>
              <p:cNvSpPr/>
              <p:nvPr/>
            </p:nvSpPr>
            <p:spPr>
              <a:xfrm>
                <a:off x="2442475" y="3232675"/>
                <a:ext cx="21125" cy="14300"/>
              </a:xfrm>
              <a:custGeom>
                <a:rect b="b" l="l" r="r" t="t"/>
                <a:pathLst>
                  <a:path extrusionOk="0" h="572" w="845">
                    <a:moveTo>
                      <a:pt x="571" y="1"/>
                    </a:moveTo>
                    <a:cubicBezTo>
                      <a:pt x="0" y="1"/>
                      <a:pt x="0" y="571"/>
                      <a:pt x="571" y="571"/>
                    </a:cubicBezTo>
                    <a:cubicBezTo>
                      <a:pt x="845" y="571"/>
                      <a:pt x="845" y="1"/>
                      <a:pt x="571"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2" name="Google Shape;822;p56"/>
              <p:cNvSpPr/>
              <p:nvPr/>
            </p:nvSpPr>
            <p:spPr>
              <a:xfrm>
                <a:off x="2585125" y="3054075"/>
                <a:ext cx="21150" cy="14275"/>
              </a:xfrm>
              <a:custGeom>
                <a:rect b="b" l="l" r="r" t="t"/>
                <a:pathLst>
                  <a:path extrusionOk="0" h="571" w="846">
                    <a:moveTo>
                      <a:pt x="274" y="0"/>
                    </a:moveTo>
                    <a:cubicBezTo>
                      <a:pt x="0" y="0"/>
                      <a:pt x="0" y="571"/>
                      <a:pt x="274" y="571"/>
                    </a:cubicBezTo>
                    <a:cubicBezTo>
                      <a:pt x="845" y="571"/>
                      <a:pt x="845" y="0"/>
                      <a:pt x="274"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3" name="Google Shape;823;p56"/>
              <p:cNvSpPr/>
              <p:nvPr/>
            </p:nvSpPr>
            <p:spPr>
              <a:xfrm>
                <a:off x="2898975" y="2483450"/>
                <a:ext cx="14300" cy="14275"/>
              </a:xfrm>
              <a:custGeom>
                <a:rect b="b" l="l" r="r" t="t"/>
                <a:pathLst>
                  <a:path extrusionOk="0" h="571" w="572">
                    <a:moveTo>
                      <a:pt x="274" y="0"/>
                    </a:moveTo>
                    <a:cubicBezTo>
                      <a:pt x="0" y="0"/>
                      <a:pt x="0" y="571"/>
                      <a:pt x="274" y="571"/>
                    </a:cubicBezTo>
                    <a:cubicBezTo>
                      <a:pt x="571" y="571"/>
                      <a:pt x="571" y="0"/>
                      <a:pt x="274"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4" name="Google Shape;824;p56"/>
              <p:cNvSpPr/>
              <p:nvPr/>
            </p:nvSpPr>
            <p:spPr>
              <a:xfrm>
                <a:off x="1336575" y="1749025"/>
                <a:ext cx="21725" cy="14300"/>
              </a:xfrm>
              <a:custGeom>
                <a:rect b="b" l="l" r="r" t="t"/>
                <a:pathLst>
                  <a:path extrusionOk="0" h="572" w="869">
                    <a:moveTo>
                      <a:pt x="571" y="1"/>
                    </a:moveTo>
                    <a:cubicBezTo>
                      <a:pt x="1" y="1"/>
                      <a:pt x="1" y="572"/>
                      <a:pt x="571" y="572"/>
                    </a:cubicBezTo>
                    <a:cubicBezTo>
                      <a:pt x="868" y="572"/>
                      <a:pt x="868" y="1"/>
                      <a:pt x="571"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5" name="Google Shape;825;p56"/>
              <p:cNvSpPr/>
              <p:nvPr/>
            </p:nvSpPr>
            <p:spPr>
              <a:xfrm>
                <a:off x="1393650" y="2005825"/>
                <a:ext cx="21700" cy="14275"/>
              </a:xfrm>
              <a:custGeom>
                <a:rect b="b" l="l" r="r" t="t"/>
                <a:pathLst>
                  <a:path extrusionOk="0" h="571" w="868">
                    <a:moveTo>
                      <a:pt x="571" y="0"/>
                    </a:moveTo>
                    <a:cubicBezTo>
                      <a:pt x="0" y="0"/>
                      <a:pt x="0" y="571"/>
                      <a:pt x="571" y="571"/>
                    </a:cubicBezTo>
                    <a:cubicBezTo>
                      <a:pt x="868" y="571"/>
                      <a:pt x="868" y="0"/>
                      <a:pt x="571"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6" name="Google Shape;826;p56"/>
              <p:cNvSpPr/>
              <p:nvPr/>
            </p:nvSpPr>
            <p:spPr>
              <a:xfrm>
                <a:off x="1557975" y="2276875"/>
                <a:ext cx="21150" cy="14275"/>
              </a:xfrm>
              <a:custGeom>
                <a:rect b="b" l="l" r="r" t="t"/>
                <a:pathLst>
                  <a:path extrusionOk="0" h="571" w="846">
                    <a:moveTo>
                      <a:pt x="275" y="0"/>
                    </a:moveTo>
                    <a:cubicBezTo>
                      <a:pt x="1" y="0"/>
                      <a:pt x="1" y="571"/>
                      <a:pt x="275" y="571"/>
                    </a:cubicBezTo>
                    <a:cubicBezTo>
                      <a:pt x="845" y="571"/>
                      <a:pt x="845" y="0"/>
                      <a:pt x="275"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7" name="Google Shape;827;p56"/>
              <p:cNvSpPr/>
              <p:nvPr/>
            </p:nvSpPr>
            <p:spPr>
              <a:xfrm>
                <a:off x="1786250" y="1848900"/>
                <a:ext cx="21125" cy="14275"/>
              </a:xfrm>
              <a:custGeom>
                <a:rect b="b" l="l" r="r" t="t"/>
                <a:pathLst>
                  <a:path extrusionOk="0" h="571" w="845">
                    <a:moveTo>
                      <a:pt x="274" y="0"/>
                    </a:moveTo>
                    <a:cubicBezTo>
                      <a:pt x="0" y="0"/>
                      <a:pt x="0" y="571"/>
                      <a:pt x="274" y="571"/>
                    </a:cubicBezTo>
                    <a:cubicBezTo>
                      <a:pt x="845" y="571"/>
                      <a:pt x="845" y="0"/>
                      <a:pt x="274"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8" name="Google Shape;828;p56"/>
              <p:cNvSpPr/>
              <p:nvPr/>
            </p:nvSpPr>
            <p:spPr>
              <a:xfrm>
                <a:off x="1401050" y="1798675"/>
                <a:ext cx="21150" cy="14300"/>
              </a:xfrm>
              <a:custGeom>
                <a:rect b="b" l="l" r="r" t="t"/>
                <a:pathLst>
                  <a:path extrusionOk="0" h="572" w="846">
                    <a:moveTo>
                      <a:pt x="572" y="1"/>
                    </a:moveTo>
                    <a:cubicBezTo>
                      <a:pt x="1" y="1"/>
                      <a:pt x="1" y="571"/>
                      <a:pt x="572" y="571"/>
                    </a:cubicBezTo>
                    <a:cubicBezTo>
                      <a:pt x="846" y="571"/>
                      <a:pt x="846" y="1"/>
                      <a:pt x="572"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9" name="Google Shape;829;p56"/>
              <p:cNvSpPr/>
              <p:nvPr/>
            </p:nvSpPr>
            <p:spPr>
              <a:xfrm>
                <a:off x="1743450" y="2205550"/>
                <a:ext cx="21125" cy="14275"/>
              </a:xfrm>
              <a:custGeom>
                <a:rect b="b" l="l" r="r" t="t"/>
                <a:pathLst>
                  <a:path extrusionOk="0" h="571" w="845">
                    <a:moveTo>
                      <a:pt x="274" y="0"/>
                    </a:moveTo>
                    <a:cubicBezTo>
                      <a:pt x="0" y="0"/>
                      <a:pt x="0" y="571"/>
                      <a:pt x="274" y="571"/>
                    </a:cubicBezTo>
                    <a:cubicBezTo>
                      <a:pt x="845" y="571"/>
                      <a:pt x="845" y="0"/>
                      <a:pt x="274"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0" name="Google Shape;830;p56"/>
              <p:cNvSpPr/>
              <p:nvPr/>
            </p:nvSpPr>
            <p:spPr>
              <a:xfrm>
                <a:off x="1458125" y="771550"/>
                <a:ext cx="21150" cy="14275"/>
              </a:xfrm>
              <a:custGeom>
                <a:rect b="b" l="l" r="r" t="t"/>
                <a:pathLst>
                  <a:path extrusionOk="0" h="571" w="846">
                    <a:moveTo>
                      <a:pt x="571" y="0"/>
                    </a:moveTo>
                    <a:cubicBezTo>
                      <a:pt x="1" y="0"/>
                      <a:pt x="1" y="571"/>
                      <a:pt x="571" y="571"/>
                    </a:cubicBezTo>
                    <a:cubicBezTo>
                      <a:pt x="845" y="571"/>
                      <a:pt x="845" y="0"/>
                      <a:pt x="571"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1" name="Google Shape;831;p56"/>
              <p:cNvSpPr/>
              <p:nvPr/>
            </p:nvSpPr>
            <p:spPr>
              <a:xfrm>
                <a:off x="965675" y="728750"/>
                <a:ext cx="14275" cy="14275"/>
              </a:xfrm>
              <a:custGeom>
                <a:rect b="b" l="l" r="r" t="t"/>
                <a:pathLst>
                  <a:path extrusionOk="0" h="571" w="571">
                    <a:moveTo>
                      <a:pt x="297" y="0"/>
                    </a:moveTo>
                    <a:cubicBezTo>
                      <a:pt x="0" y="0"/>
                      <a:pt x="0" y="571"/>
                      <a:pt x="297" y="571"/>
                    </a:cubicBezTo>
                    <a:cubicBezTo>
                      <a:pt x="571" y="571"/>
                      <a:pt x="571" y="0"/>
                      <a:pt x="297"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2" name="Google Shape;832;p56"/>
              <p:cNvSpPr/>
              <p:nvPr/>
            </p:nvSpPr>
            <p:spPr>
              <a:xfrm>
                <a:off x="1336575" y="4637575"/>
                <a:ext cx="21725" cy="14300"/>
              </a:xfrm>
              <a:custGeom>
                <a:rect b="b" l="l" r="r" t="t"/>
                <a:pathLst>
                  <a:path extrusionOk="0" h="572" w="869">
                    <a:moveTo>
                      <a:pt x="571" y="0"/>
                    </a:moveTo>
                    <a:cubicBezTo>
                      <a:pt x="1" y="0"/>
                      <a:pt x="1" y="571"/>
                      <a:pt x="571" y="571"/>
                    </a:cubicBezTo>
                    <a:cubicBezTo>
                      <a:pt x="868" y="571"/>
                      <a:pt x="868" y="0"/>
                      <a:pt x="571"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3" name="Google Shape;833;p56"/>
              <p:cNvSpPr/>
              <p:nvPr/>
            </p:nvSpPr>
            <p:spPr>
              <a:xfrm>
                <a:off x="1707500" y="4238125"/>
                <a:ext cx="21700" cy="14300"/>
              </a:xfrm>
              <a:custGeom>
                <a:rect b="b" l="l" r="r" t="t"/>
                <a:pathLst>
                  <a:path extrusionOk="0" h="572" w="868">
                    <a:moveTo>
                      <a:pt x="297" y="1"/>
                    </a:moveTo>
                    <a:cubicBezTo>
                      <a:pt x="0" y="1"/>
                      <a:pt x="0" y="571"/>
                      <a:pt x="297" y="571"/>
                    </a:cubicBezTo>
                    <a:cubicBezTo>
                      <a:pt x="868" y="571"/>
                      <a:pt x="868" y="1"/>
                      <a:pt x="297"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4" name="Google Shape;834;p56"/>
              <p:cNvSpPr/>
              <p:nvPr/>
            </p:nvSpPr>
            <p:spPr>
              <a:xfrm>
                <a:off x="1322325" y="4338000"/>
                <a:ext cx="21700" cy="14275"/>
              </a:xfrm>
              <a:custGeom>
                <a:rect b="b" l="l" r="r" t="t"/>
                <a:pathLst>
                  <a:path extrusionOk="0" h="571" w="868">
                    <a:moveTo>
                      <a:pt x="571" y="0"/>
                    </a:moveTo>
                    <a:cubicBezTo>
                      <a:pt x="0" y="0"/>
                      <a:pt x="0" y="571"/>
                      <a:pt x="571" y="571"/>
                    </a:cubicBezTo>
                    <a:cubicBezTo>
                      <a:pt x="867" y="571"/>
                      <a:pt x="867" y="0"/>
                      <a:pt x="571"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5" name="Google Shape;835;p56"/>
              <p:cNvSpPr/>
              <p:nvPr/>
            </p:nvSpPr>
            <p:spPr>
              <a:xfrm>
                <a:off x="2998825" y="4823025"/>
                <a:ext cx="14300" cy="14300"/>
              </a:xfrm>
              <a:custGeom>
                <a:rect b="b" l="l" r="r" t="t"/>
                <a:pathLst>
                  <a:path extrusionOk="0" h="572" w="572">
                    <a:moveTo>
                      <a:pt x="275" y="1"/>
                    </a:moveTo>
                    <a:cubicBezTo>
                      <a:pt x="1" y="1"/>
                      <a:pt x="1" y="571"/>
                      <a:pt x="275" y="571"/>
                    </a:cubicBezTo>
                    <a:cubicBezTo>
                      <a:pt x="571" y="571"/>
                      <a:pt x="571" y="1"/>
                      <a:pt x="275"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6" name="Google Shape;836;p56"/>
              <p:cNvSpPr/>
              <p:nvPr/>
            </p:nvSpPr>
            <p:spPr>
              <a:xfrm>
                <a:off x="3184300" y="4402475"/>
                <a:ext cx="14275" cy="14300"/>
              </a:xfrm>
              <a:custGeom>
                <a:rect b="b" l="l" r="r" t="t"/>
                <a:pathLst>
                  <a:path extrusionOk="0" h="572" w="571">
                    <a:moveTo>
                      <a:pt x="274" y="0"/>
                    </a:moveTo>
                    <a:cubicBezTo>
                      <a:pt x="0" y="0"/>
                      <a:pt x="0" y="571"/>
                      <a:pt x="274" y="571"/>
                    </a:cubicBezTo>
                    <a:cubicBezTo>
                      <a:pt x="571" y="571"/>
                      <a:pt x="571" y="0"/>
                      <a:pt x="274"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7" name="Google Shape;837;p56"/>
              <p:cNvSpPr/>
              <p:nvPr/>
            </p:nvSpPr>
            <p:spPr>
              <a:xfrm>
                <a:off x="3077000" y="4666100"/>
                <a:ext cx="14300" cy="14300"/>
              </a:xfrm>
              <a:custGeom>
                <a:rect b="b" l="l" r="r" t="t"/>
                <a:pathLst>
                  <a:path extrusionOk="0" h="572" w="572">
                    <a:moveTo>
                      <a:pt x="298" y="1"/>
                    </a:moveTo>
                    <a:cubicBezTo>
                      <a:pt x="1" y="1"/>
                      <a:pt x="1" y="571"/>
                      <a:pt x="298" y="571"/>
                    </a:cubicBezTo>
                    <a:cubicBezTo>
                      <a:pt x="572" y="571"/>
                      <a:pt x="572" y="1"/>
                      <a:pt x="298"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8" name="Google Shape;838;p56"/>
              <p:cNvSpPr/>
              <p:nvPr/>
            </p:nvSpPr>
            <p:spPr>
              <a:xfrm>
                <a:off x="2748900" y="4402475"/>
                <a:ext cx="21700" cy="14300"/>
              </a:xfrm>
              <a:custGeom>
                <a:rect b="b" l="l" r="r" t="t"/>
                <a:pathLst>
                  <a:path extrusionOk="0" h="572" w="868">
                    <a:moveTo>
                      <a:pt x="297" y="0"/>
                    </a:moveTo>
                    <a:cubicBezTo>
                      <a:pt x="0" y="0"/>
                      <a:pt x="0" y="571"/>
                      <a:pt x="297" y="571"/>
                    </a:cubicBezTo>
                    <a:cubicBezTo>
                      <a:pt x="868" y="571"/>
                      <a:pt x="868" y="0"/>
                      <a:pt x="297"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9" name="Google Shape;839;p56"/>
              <p:cNvSpPr/>
              <p:nvPr/>
            </p:nvSpPr>
            <p:spPr>
              <a:xfrm>
                <a:off x="3013100" y="4302600"/>
                <a:ext cx="14300" cy="14300"/>
              </a:xfrm>
              <a:custGeom>
                <a:rect b="b" l="l" r="r" t="t"/>
                <a:pathLst>
                  <a:path extrusionOk="0" h="572" w="572">
                    <a:moveTo>
                      <a:pt x="274" y="1"/>
                    </a:moveTo>
                    <a:cubicBezTo>
                      <a:pt x="0" y="1"/>
                      <a:pt x="0" y="572"/>
                      <a:pt x="274" y="572"/>
                    </a:cubicBezTo>
                    <a:cubicBezTo>
                      <a:pt x="571" y="572"/>
                      <a:pt x="571" y="1"/>
                      <a:pt x="274"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0" name="Google Shape;840;p56"/>
              <p:cNvSpPr/>
              <p:nvPr/>
            </p:nvSpPr>
            <p:spPr>
              <a:xfrm>
                <a:off x="6265700" y="4894350"/>
                <a:ext cx="14300" cy="14300"/>
              </a:xfrm>
              <a:custGeom>
                <a:rect b="b" l="l" r="r" t="t"/>
                <a:pathLst>
                  <a:path extrusionOk="0" h="572" w="572">
                    <a:moveTo>
                      <a:pt x="275" y="1"/>
                    </a:moveTo>
                    <a:cubicBezTo>
                      <a:pt x="1" y="1"/>
                      <a:pt x="1" y="571"/>
                      <a:pt x="275" y="571"/>
                    </a:cubicBezTo>
                    <a:cubicBezTo>
                      <a:pt x="571" y="571"/>
                      <a:pt x="571" y="1"/>
                      <a:pt x="275"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1" name="Google Shape;841;p56"/>
              <p:cNvSpPr/>
              <p:nvPr/>
            </p:nvSpPr>
            <p:spPr>
              <a:xfrm>
                <a:off x="5994650" y="5130025"/>
                <a:ext cx="14300" cy="14300"/>
              </a:xfrm>
              <a:custGeom>
                <a:rect b="b" l="l" r="r" t="t"/>
                <a:pathLst>
                  <a:path extrusionOk="0" h="572" w="572">
                    <a:moveTo>
                      <a:pt x="275" y="1"/>
                    </a:moveTo>
                    <a:cubicBezTo>
                      <a:pt x="1" y="1"/>
                      <a:pt x="1" y="571"/>
                      <a:pt x="275" y="571"/>
                    </a:cubicBezTo>
                    <a:cubicBezTo>
                      <a:pt x="571" y="571"/>
                      <a:pt x="571" y="1"/>
                      <a:pt x="275"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2" name="Google Shape;842;p56"/>
              <p:cNvSpPr/>
              <p:nvPr/>
            </p:nvSpPr>
            <p:spPr>
              <a:xfrm>
                <a:off x="4011700" y="3018700"/>
                <a:ext cx="14300" cy="14275"/>
              </a:xfrm>
              <a:custGeom>
                <a:rect b="b" l="l" r="r" t="t"/>
                <a:pathLst>
                  <a:path extrusionOk="0" h="571" w="572">
                    <a:moveTo>
                      <a:pt x="275" y="0"/>
                    </a:moveTo>
                    <a:cubicBezTo>
                      <a:pt x="1" y="0"/>
                      <a:pt x="1" y="571"/>
                      <a:pt x="275" y="571"/>
                    </a:cubicBezTo>
                    <a:cubicBezTo>
                      <a:pt x="571" y="571"/>
                      <a:pt x="571" y="0"/>
                      <a:pt x="275"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3" name="Google Shape;843;p56"/>
              <p:cNvSpPr/>
              <p:nvPr/>
            </p:nvSpPr>
            <p:spPr>
              <a:xfrm>
                <a:off x="4018550" y="4423575"/>
                <a:ext cx="14300" cy="14300"/>
              </a:xfrm>
              <a:custGeom>
                <a:rect b="b" l="l" r="r" t="t"/>
                <a:pathLst>
                  <a:path extrusionOk="0" h="572" w="572">
                    <a:moveTo>
                      <a:pt x="297" y="1"/>
                    </a:moveTo>
                    <a:cubicBezTo>
                      <a:pt x="1" y="1"/>
                      <a:pt x="1" y="572"/>
                      <a:pt x="297" y="572"/>
                    </a:cubicBezTo>
                    <a:cubicBezTo>
                      <a:pt x="571" y="572"/>
                      <a:pt x="571" y="1"/>
                      <a:pt x="297"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4" name="Google Shape;844;p56"/>
              <p:cNvSpPr/>
              <p:nvPr/>
            </p:nvSpPr>
            <p:spPr>
              <a:xfrm>
                <a:off x="6008925" y="3218400"/>
                <a:ext cx="14275" cy="14300"/>
              </a:xfrm>
              <a:custGeom>
                <a:rect b="b" l="l" r="r" t="t"/>
                <a:pathLst>
                  <a:path extrusionOk="0" h="572" w="571">
                    <a:moveTo>
                      <a:pt x="274" y="1"/>
                    </a:moveTo>
                    <a:cubicBezTo>
                      <a:pt x="0" y="1"/>
                      <a:pt x="0" y="572"/>
                      <a:pt x="274" y="572"/>
                    </a:cubicBezTo>
                    <a:cubicBezTo>
                      <a:pt x="571" y="572"/>
                      <a:pt x="571" y="1"/>
                      <a:pt x="274"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grpSp>
        <p:nvGrpSpPr>
          <p:cNvPr id="845" name="Google Shape;845;p56"/>
          <p:cNvGrpSpPr/>
          <p:nvPr/>
        </p:nvGrpSpPr>
        <p:grpSpPr>
          <a:xfrm flipH="1">
            <a:off x="274813" y="285764"/>
            <a:ext cx="8605925" cy="4712003"/>
            <a:chOff x="274813" y="285764"/>
            <a:chExt cx="8605925" cy="4712003"/>
          </a:xfrm>
        </p:grpSpPr>
        <p:sp>
          <p:nvSpPr>
            <p:cNvPr id="846" name="Google Shape;846;p56"/>
            <p:cNvSpPr/>
            <p:nvPr/>
          </p:nvSpPr>
          <p:spPr>
            <a:xfrm>
              <a:off x="851147" y="503675"/>
              <a:ext cx="201200" cy="201398"/>
            </a:xfrm>
            <a:custGeom>
              <a:rect b="b" l="l" r="r" t="t"/>
              <a:pathLst>
                <a:path extrusionOk="0" h="2086" w="2084">
                  <a:moveTo>
                    <a:pt x="1314" y="1"/>
                  </a:moveTo>
                  <a:lnTo>
                    <a:pt x="1314" y="1"/>
                  </a:lnTo>
                  <a:cubicBezTo>
                    <a:pt x="1137" y="666"/>
                    <a:pt x="1027" y="902"/>
                    <a:pt x="673" y="902"/>
                  </a:cubicBezTo>
                  <a:cubicBezTo>
                    <a:pt x="510" y="902"/>
                    <a:pt x="296" y="853"/>
                    <a:pt x="1" y="773"/>
                  </a:cubicBezTo>
                  <a:lnTo>
                    <a:pt x="1" y="773"/>
                  </a:lnTo>
                  <a:cubicBezTo>
                    <a:pt x="942" y="1028"/>
                    <a:pt x="999" y="1115"/>
                    <a:pt x="770" y="2086"/>
                  </a:cubicBezTo>
                  <a:cubicBezTo>
                    <a:pt x="927" y="1420"/>
                    <a:pt x="1030" y="1184"/>
                    <a:pt x="1392" y="1184"/>
                  </a:cubicBezTo>
                  <a:cubicBezTo>
                    <a:pt x="1558" y="1184"/>
                    <a:pt x="1779" y="1233"/>
                    <a:pt x="2084" y="1314"/>
                  </a:cubicBezTo>
                  <a:cubicBezTo>
                    <a:pt x="1113" y="1058"/>
                    <a:pt x="1056" y="971"/>
                    <a:pt x="1314"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847" name="Google Shape;847;p56"/>
            <p:cNvGrpSpPr/>
            <p:nvPr/>
          </p:nvGrpSpPr>
          <p:grpSpPr>
            <a:xfrm>
              <a:off x="275106" y="285764"/>
              <a:ext cx="858544" cy="356719"/>
              <a:chOff x="219125" y="484675"/>
              <a:chExt cx="1622650" cy="674200"/>
            </a:xfrm>
          </p:grpSpPr>
          <p:sp>
            <p:nvSpPr>
              <p:cNvPr id="848" name="Google Shape;848;p56"/>
              <p:cNvSpPr/>
              <p:nvPr/>
            </p:nvSpPr>
            <p:spPr>
              <a:xfrm>
                <a:off x="236475" y="505250"/>
                <a:ext cx="1587600" cy="629875"/>
              </a:xfrm>
              <a:custGeom>
                <a:rect b="b" l="l" r="r" t="t"/>
                <a:pathLst>
                  <a:path extrusionOk="0" h="25195" w="63504">
                    <a:moveTo>
                      <a:pt x="0" y="5330"/>
                    </a:moveTo>
                    <a:lnTo>
                      <a:pt x="19865" y="25195"/>
                    </a:lnTo>
                    <a:lnTo>
                      <a:pt x="63504" y="0"/>
                    </a:lnTo>
                    <a:close/>
                  </a:path>
                </a:pathLst>
              </a:custGeom>
              <a:noFill/>
              <a:ln cap="flat" cmpd="sng" w="9525">
                <a:solidFill>
                  <a:schemeClr val="accent2"/>
                </a:solidFill>
                <a:prstDash val="solid"/>
                <a:round/>
                <a:headEnd len="sm" w="sm" type="none"/>
                <a:tailEnd len="sm" w="sm" type="none"/>
              </a:ln>
            </p:spPr>
          </p:sp>
          <p:grpSp>
            <p:nvGrpSpPr>
              <p:cNvPr id="849" name="Google Shape;849;p56"/>
              <p:cNvGrpSpPr/>
              <p:nvPr/>
            </p:nvGrpSpPr>
            <p:grpSpPr>
              <a:xfrm>
                <a:off x="219125" y="484675"/>
                <a:ext cx="1622650" cy="674200"/>
                <a:chOff x="219125" y="484675"/>
                <a:chExt cx="1622650" cy="674200"/>
              </a:xfrm>
            </p:grpSpPr>
            <p:sp>
              <p:nvSpPr>
                <p:cNvPr id="850" name="Google Shape;850;p56"/>
                <p:cNvSpPr/>
                <p:nvPr/>
              </p:nvSpPr>
              <p:spPr>
                <a:xfrm>
                  <a:off x="709825" y="1114775"/>
                  <a:ext cx="44100" cy="44100"/>
                </a:xfrm>
                <a:prstGeom prst="ellips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1" name="Google Shape;851;p56"/>
                <p:cNvSpPr/>
                <p:nvPr/>
              </p:nvSpPr>
              <p:spPr>
                <a:xfrm>
                  <a:off x="219125" y="614750"/>
                  <a:ext cx="44100" cy="44100"/>
                </a:xfrm>
                <a:prstGeom prst="ellips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2" name="Google Shape;852;p56"/>
                <p:cNvSpPr/>
                <p:nvPr/>
              </p:nvSpPr>
              <p:spPr>
                <a:xfrm>
                  <a:off x="1797675" y="484675"/>
                  <a:ext cx="44100" cy="44100"/>
                </a:xfrm>
                <a:prstGeom prst="ellips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grpSp>
          <p:nvGrpSpPr>
            <p:cNvPr id="853" name="Google Shape;853;p56"/>
            <p:cNvGrpSpPr/>
            <p:nvPr/>
          </p:nvGrpSpPr>
          <p:grpSpPr>
            <a:xfrm>
              <a:off x="8381813" y="4276523"/>
              <a:ext cx="498909" cy="721242"/>
              <a:chOff x="8233275" y="1900925"/>
              <a:chExt cx="753525" cy="1089325"/>
            </a:xfrm>
          </p:grpSpPr>
          <p:sp>
            <p:nvSpPr>
              <p:cNvPr id="854" name="Google Shape;854;p56"/>
              <p:cNvSpPr/>
              <p:nvPr/>
            </p:nvSpPr>
            <p:spPr>
              <a:xfrm>
                <a:off x="8253250" y="1915500"/>
                <a:ext cx="721275" cy="1052350"/>
              </a:xfrm>
              <a:custGeom>
                <a:rect b="b" l="l" r="r" t="t"/>
                <a:pathLst>
                  <a:path extrusionOk="0" h="42094" w="28851">
                    <a:moveTo>
                      <a:pt x="17973" y="0"/>
                    </a:moveTo>
                    <a:lnTo>
                      <a:pt x="0" y="42094"/>
                    </a:lnTo>
                    <a:lnTo>
                      <a:pt x="28851" y="20338"/>
                    </a:lnTo>
                  </a:path>
                </a:pathLst>
              </a:custGeom>
              <a:noFill/>
              <a:ln cap="flat" cmpd="sng" w="9525">
                <a:solidFill>
                  <a:schemeClr val="accent2"/>
                </a:solidFill>
                <a:prstDash val="solid"/>
                <a:round/>
                <a:headEnd len="sm" w="sm" type="none"/>
                <a:tailEnd len="sm" w="sm" type="none"/>
              </a:ln>
            </p:spPr>
          </p:sp>
          <p:sp>
            <p:nvSpPr>
              <p:cNvPr id="855" name="Google Shape;855;p56"/>
              <p:cNvSpPr/>
              <p:nvPr/>
            </p:nvSpPr>
            <p:spPr>
              <a:xfrm>
                <a:off x="8679625" y="1900925"/>
                <a:ext cx="44100" cy="44100"/>
              </a:xfrm>
              <a:prstGeom prst="ellips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6" name="Google Shape;856;p56"/>
              <p:cNvSpPr/>
              <p:nvPr/>
            </p:nvSpPr>
            <p:spPr>
              <a:xfrm>
                <a:off x="8942700" y="2405175"/>
                <a:ext cx="44100" cy="44100"/>
              </a:xfrm>
              <a:prstGeom prst="ellips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7" name="Google Shape;857;p56"/>
              <p:cNvSpPr/>
              <p:nvPr/>
            </p:nvSpPr>
            <p:spPr>
              <a:xfrm>
                <a:off x="8233275" y="2946150"/>
                <a:ext cx="44100" cy="44100"/>
              </a:xfrm>
              <a:prstGeom prst="ellips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858" name="Google Shape;858;p56"/>
            <p:cNvSpPr/>
            <p:nvPr/>
          </p:nvSpPr>
          <p:spPr>
            <a:xfrm>
              <a:off x="8679538" y="503683"/>
              <a:ext cx="201200" cy="201382"/>
            </a:xfrm>
            <a:custGeom>
              <a:rect b="b" l="l" r="r" t="t"/>
              <a:pathLst>
                <a:path extrusionOk="0" h="2086" w="2084">
                  <a:moveTo>
                    <a:pt x="1314" y="1"/>
                  </a:moveTo>
                  <a:lnTo>
                    <a:pt x="1314" y="1"/>
                  </a:lnTo>
                  <a:cubicBezTo>
                    <a:pt x="1137" y="666"/>
                    <a:pt x="1027" y="902"/>
                    <a:pt x="673" y="902"/>
                  </a:cubicBezTo>
                  <a:cubicBezTo>
                    <a:pt x="510" y="902"/>
                    <a:pt x="296" y="853"/>
                    <a:pt x="1" y="773"/>
                  </a:cubicBezTo>
                  <a:lnTo>
                    <a:pt x="1" y="773"/>
                  </a:lnTo>
                  <a:cubicBezTo>
                    <a:pt x="942" y="1028"/>
                    <a:pt x="999" y="1115"/>
                    <a:pt x="770" y="2086"/>
                  </a:cubicBezTo>
                  <a:cubicBezTo>
                    <a:pt x="927" y="1420"/>
                    <a:pt x="1030" y="1184"/>
                    <a:pt x="1392" y="1184"/>
                  </a:cubicBezTo>
                  <a:cubicBezTo>
                    <a:pt x="1558" y="1184"/>
                    <a:pt x="1779" y="1233"/>
                    <a:pt x="2084" y="1314"/>
                  </a:cubicBezTo>
                  <a:cubicBezTo>
                    <a:pt x="1113" y="1058"/>
                    <a:pt x="1056" y="971"/>
                    <a:pt x="1314"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859" name="Google Shape;859;p56"/>
            <p:cNvGrpSpPr/>
            <p:nvPr/>
          </p:nvGrpSpPr>
          <p:grpSpPr>
            <a:xfrm>
              <a:off x="274834" y="4514403"/>
              <a:ext cx="438102" cy="483364"/>
              <a:chOff x="6715777" y="3950739"/>
              <a:chExt cx="586325" cy="646900"/>
            </a:xfrm>
          </p:grpSpPr>
          <p:sp>
            <p:nvSpPr>
              <p:cNvPr id="860" name="Google Shape;860;p56"/>
              <p:cNvSpPr/>
              <p:nvPr/>
            </p:nvSpPr>
            <p:spPr>
              <a:xfrm>
                <a:off x="6727925" y="4221225"/>
                <a:ext cx="484800" cy="366550"/>
              </a:xfrm>
              <a:custGeom>
                <a:rect b="b" l="l" r="r" t="t"/>
                <a:pathLst>
                  <a:path extrusionOk="0" h="14662" w="19392">
                    <a:moveTo>
                      <a:pt x="19392" y="2128"/>
                    </a:moveTo>
                    <a:lnTo>
                      <a:pt x="0" y="14662"/>
                    </a:lnTo>
                    <a:lnTo>
                      <a:pt x="1656" y="0"/>
                    </a:lnTo>
                    <a:close/>
                  </a:path>
                </a:pathLst>
              </a:custGeom>
              <a:noFill/>
              <a:ln cap="flat" cmpd="sng" w="9525">
                <a:solidFill>
                  <a:schemeClr val="accent2"/>
                </a:solidFill>
                <a:prstDash val="solid"/>
                <a:round/>
                <a:headEnd len="sm" w="sm" type="none"/>
                <a:tailEnd len="sm" w="sm" type="none"/>
              </a:ln>
            </p:spPr>
          </p:sp>
          <p:sp>
            <p:nvSpPr>
              <p:cNvPr id="861" name="Google Shape;861;p56"/>
              <p:cNvSpPr/>
              <p:nvPr/>
            </p:nvSpPr>
            <p:spPr>
              <a:xfrm>
                <a:off x="7112225" y="3967000"/>
                <a:ext cx="177350" cy="307425"/>
              </a:xfrm>
              <a:custGeom>
                <a:rect b="b" l="l" r="r" t="t"/>
                <a:pathLst>
                  <a:path extrusionOk="0" h="12297" w="7094">
                    <a:moveTo>
                      <a:pt x="4729" y="12297"/>
                    </a:moveTo>
                    <a:lnTo>
                      <a:pt x="0" y="473"/>
                    </a:lnTo>
                    <a:lnTo>
                      <a:pt x="7094" y="0"/>
                    </a:lnTo>
                  </a:path>
                </a:pathLst>
              </a:custGeom>
              <a:noFill/>
              <a:ln cap="flat" cmpd="sng" w="9525">
                <a:solidFill>
                  <a:schemeClr val="accent2"/>
                </a:solidFill>
                <a:prstDash val="solid"/>
                <a:round/>
                <a:headEnd len="sm" w="sm" type="none"/>
                <a:tailEnd len="sm" w="sm" type="none"/>
              </a:ln>
            </p:spPr>
          </p:sp>
          <p:sp>
            <p:nvSpPr>
              <p:cNvPr id="862" name="Google Shape;862;p56"/>
              <p:cNvSpPr/>
              <p:nvPr/>
            </p:nvSpPr>
            <p:spPr>
              <a:xfrm>
                <a:off x="7203502" y="4257489"/>
                <a:ext cx="30600" cy="30600"/>
              </a:xfrm>
              <a:prstGeom prst="ellips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3" name="Google Shape;863;p56"/>
              <p:cNvSpPr/>
              <p:nvPr/>
            </p:nvSpPr>
            <p:spPr>
              <a:xfrm>
                <a:off x="7271502" y="3950739"/>
                <a:ext cx="30600" cy="30600"/>
              </a:xfrm>
              <a:prstGeom prst="ellips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4" name="Google Shape;864;p56"/>
              <p:cNvSpPr/>
              <p:nvPr/>
            </p:nvSpPr>
            <p:spPr>
              <a:xfrm>
                <a:off x="7103027" y="3966989"/>
                <a:ext cx="30600" cy="30600"/>
              </a:xfrm>
              <a:prstGeom prst="ellips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5" name="Google Shape;865;p56"/>
              <p:cNvSpPr/>
              <p:nvPr/>
            </p:nvSpPr>
            <p:spPr>
              <a:xfrm>
                <a:off x="6755677" y="4207889"/>
                <a:ext cx="30600" cy="30600"/>
              </a:xfrm>
              <a:prstGeom prst="ellips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6" name="Google Shape;866;p56"/>
              <p:cNvSpPr/>
              <p:nvPr/>
            </p:nvSpPr>
            <p:spPr>
              <a:xfrm>
                <a:off x="6715777" y="4567039"/>
                <a:ext cx="30600" cy="30600"/>
              </a:xfrm>
              <a:prstGeom prst="ellips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867" name="Google Shape;867;p56"/>
            <p:cNvGrpSpPr/>
            <p:nvPr/>
          </p:nvGrpSpPr>
          <p:grpSpPr>
            <a:xfrm>
              <a:off x="8082452" y="285774"/>
              <a:ext cx="498898" cy="708105"/>
              <a:chOff x="8082452" y="285774"/>
              <a:chExt cx="498898" cy="708105"/>
            </a:xfrm>
          </p:grpSpPr>
          <p:grpSp>
            <p:nvGrpSpPr>
              <p:cNvPr id="868" name="Google Shape;868;p56"/>
              <p:cNvGrpSpPr/>
              <p:nvPr/>
            </p:nvGrpSpPr>
            <p:grpSpPr>
              <a:xfrm>
                <a:off x="8082452" y="285774"/>
                <a:ext cx="498898" cy="708105"/>
                <a:chOff x="7865075" y="285763"/>
                <a:chExt cx="716293" cy="1016662"/>
              </a:xfrm>
            </p:grpSpPr>
            <p:sp>
              <p:nvSpPr>
                <p:cNvPr id="869" name="Google Shape;869;p56"/>
                <p:cNvSpPr/>
                <p:nvPr/>
              </p:nvSpPr>
              <p:spPr>
                <a:xfrm>
                  <a:off x="7886700" y="307425"/>
                  <a:ext cx="685800" cy="969575"/>
                </a:xfrm>
                <a:custGeom>
                  <a:rect b="b" l="l" r="r" t="t"/>
                  <a:pathLst>
                    <a:path extrusionOk="0" h="38783" w="27432">
                      <a:moveTo>
                        <a:pt x="946" y="9932"/>
                      </a:moveTo>
                      <a:lnTo>
                        <a:pt x="27432" y="24594"/>
                      </a:lnTo>
                      <a:lnTo>
                        <a:pt x="26959" y="0"/>
                      </a:lnTo>
                      <a:lnTo>
                        <a:pt x="0" y="38783"/>
                      </a:lnTo>
                    </a:path>
                  </a:pathLst>
                </a:custGeom>
                <a:noFill/>
                <a:ln cap="flat" cmpd="sng" w="9525">
                  <a:solidFill>
                    <a:schemeClr val="accent2"/>
                  </a:solidFill>
                  <a:prstDash val="solid"/>
                  <a:round/>
                  <a:headEnd len="sm" w="sm" type="none"/>
                  <a:tailEnd len="sm" w="sm" type="none"/>
                </a:ln>
              </p:spPr>
            </p:sp>
            <p:sp>
              <p:nvSpPr>
                <p:cNvPr id="870" name="Google Shape;870;p56"/>
                <p:cNvSpPr/>
                <p:nvPr/>
              </p:nvSpPr>
              <p:spPr>
                <a:xfrm>
                  <a:off x="7865075" y="1258325"/>
                  <a:ext cx="44100" cy="44100"/>
                </a:xfrm>
                <a:prstGeom prst="ellips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1" name="Google Shape;871;p56"/>
                <p:cNvSpPr/>
                <p:nvPr/>
              </p:nvSpPr>
              <p:spPr>
                <a:xfrm>
                  <a:off x="7865075" y="528163"/>
                  <a:ext cx="44100" cy="44100"/>
                </a:xfrm>
                <a:prstGeom prst="ellips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2" name="Google Shape;872;p56"/>
                <p:cNvSpPr/>
                <p:nvPr/>
              </p:nvSpPr>
              <p:spPr>
                <a:xfrm>
                  <a:off x="8537268" y="285763"/>
                  <a:ext cx="44100" cy="44100"/>
                </a:xfrm>
                <a:prstGeom prst="ellips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3" name="Google Shape;873;p56"/>
                <p:cNvSpPr/>
                <p:nvPr/>
              </p:nvSpPr>
              <p:spPr>
                <a:xfrm>
                  <a:off x="8537268" y="897663"/>
                  <a:ext cx="44100" cy="44100"/>
                </a:xfrm>
                <a:prstGeom prst="ellips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874" name="Google Shape;874;p56"/>
              <p:cNvSpPr/>
              <p:nvPr/>
            </p:nvSpPr>
            <p:spPr>
              <a:xfrm>
                <a:off x="8339285" y="589063"/>
                <a:ext cx="30600" cy="30600"/>
              </a:xfrm>
              <a:prstGeom prst="ellipse">
                <a:avLst/>
              </a:prstGeom>
              <a:solidFill>
                <a:srgbClr val="76A5A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875" name="Google Shape;875;p56"/>
            <p:cNvSpPr/>
            <p:nvPr/>
          </p:nvSpPr>
          <p:spPr>
            <a:xfrm>
              <a:off x="8679538" y="4325883"/>
              <a:ext cx="201200" cy="201382"/>
            </a:xfrm>
            <a:custGeom>
              <a:rect b="b" l="l" r="r" t="t"/>
              <a:pathLst>
                <a:path extrusionOk="0" h="2086" w="2084">
                  <a:moveTo>
                    <a:pt x="1314" y="1"/>
                  </a:moveTo>
                  <a:lnTo>
                    <a:pt x="1314" y="1"/>
                  </a:lnTo>
                  <a:cubicBezTo>
                    <a:pt x="1137" y="666"/>
                    <a:pt x="1027" y="902"/>
                    <a:pt x="673" y="902"/>
                  </a:cubicBezTo>
                  <a:cubicBezTo>
                    <a:pt x="510" y="902"/>
                    <a:pt x="296" y="853"/>
                    <a:pt x="1" y="773"/>
                  </a:cubicBezTo>
                  <a:lnTo>
                    <a:pt x="1" y="773"/>
                  </a:lnTo>
                  <a:cubicBezTo>
                    <a:pt x="942" y="1028"/>
                    <a:pt x="999" y="1115"/>
                    <a:pt x="770" y="2086"/>
                  </a:cubicBezTo>
                  <a:cubicBezTo>
                    <a:pt x="927" y="1420"/>
                    <a:pt x="1030" y="1184"/>
                    <a:pt x="1392" y="1184"/>
                  </a:cubicBezTo>
                  <a:cubicBezTo>
                    <a:pt x="1558" y="1184"/>
                    <a:pt x="1779" y="1233"/>
                    <a:pt x="2084" y="1314"/>
                  </a:cubicBezTo>
                  <a:cubicBezTo>
                    <a:pt x="1113" y="1058"/>
                    <a:pt x="1056" y="971"/>
                    <a:pt x="1314"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6" name="Google Shape;876;p56"/>
            <p:cNvSpPr/>
            <p:nvPr/>
          </p:nvSpPr>
          <p:spPr>
            <a:xfrm>
              <a:off x="274813" y="4426583"/>
              <a:ext cx="201200" cy="201382"/>
            </a:xfrm>
            <a:custGeom>
              <a:rect b="b" l="l" r="r" t="t"/>
              <a:pathLst>
                <a:path extrusionOk="0" h="2086" w="2084">
                  <a:moveTo>
                    <a:pt x="1314" y="1"/>
                  </a:moveTo>
                  <a:lnTo>
                    <a:pt x="1314" y="1"/>
                  </a:lnTo>
                  <a:cubicBezTo>
                    <a:pt x="1137" y="666"/>
                    <a:pt x="1027" y="902"/>
                    <a:pt x="673" y="902"/>
                  </a:cubicBezTo>
                  <a:cubicBezTo>
                    <a:pt x="510" y="902"/>
                    <a:pt x="296" y="853"/>
                    <a:pt x="1" y="773"/>
                  </a:cubicBezTo>
                  <a:lnTo>
                    <a:pt x="1" y="773"/>
                  </a:lnTo>
                  <a:cubicBezTo>
                    <a:pt x="942" y="1028"/>
                    <a:pt x="999" y="1115"/>
                    <a:pt x="770" y="2086"/>
                  </a:cubicBezTo>
                  <a:cubicBezTo>
                    <a:pt x="927" y="1420"/>
                    <a:pt x="1030" y="1184"/>
                    <a:pt x="1392" y="1184"/>
                  </a:cubicBezTo>
                  <a:cubicBezTo>
                    <a:pt x="1558" y="1184"/>
                    <a:pt x="1779" y="1233"/>
                    <a:pt x="2084" y="1314"/>
                  </a:cubicBezTo>
                  <a:cubicBezTo>
                    <a:pt x="1113" y="1058"/>
                    <a:pt x="1056" y="971"/>
                    <a:pt x="1314"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877" name="Google Shape;877;p56"/>
          <p:cNvSpPr txBox="1"/>
          <p:nvPr>
            <p:ph idx="1" type="subTitle"/>
          </p:nvPr>
        </p:nvSpPr>
        <p:spPr>
          <a:xfrm>
            <a:off x="3766224" y="2571758"/>
            <a:ext cx="1616100" cy="356700"/>
          </a:xfrm>
          <a:prstGeom prst="rect">
            <a:avLst/>
          </a:prstGeom>
          <a:solidFill>
            <a:schemeClr val="accent3"/>
          </a:solid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400"/>
              <a:buFont typeface="Mountains of Christmas"/>
              <a:buNone/>
              <a:defRPr sz="2000"/>
            </a:lvl1pPr>
            <a:lvl2pPr lvl="1" algn="ctr">
              <a:lnSpc>
                <a:spcPct val="100000"/>
              </a:lnSpc>
              <a:spcBef>
                <a:spcPts val="0"/>
              </a:spcBef>
              <a:spcAft>
                <a:spcPts val="0"/>
              </a:spcAft>
              <a:buSzPts val="2400"/>
              <a:buFont typeface="Mountains of Christmas"/>
              <a:buNone/>
              <a:defRPr b="1" sz="2400">
                <a:latin typeface="Mountains of Christmas"/>
                <a:ea typeface="Mountains of Christmas"/>
                <a:cs typeface="Mountains of Christmas"/>
                <a:sym typeface="Mountains of Christmas"/>
              </a:defRPr>
            </a:lvl2pPr>
            <a:lvl3pPr lvl="2" algn="ctr">
              <a:lnSpc>
                <a:spcPct val="100000"/>
              </a:lnSpc>
              <a:spcBef>
                <a:spcPts val="1600"/>
              </a:spcBef>
              <a:spcAft>
                <a:spcPts val="0"/>
              </a:spcAft>
              <a:buSzPts val="2400"/>
              <a:buFont typeface="Mountains of Christmas"/>
              <a:buNone/>
              <a:defRPr b="1" sz="2400">
                <a:latin typeface="Mountains of Christmas"/>
                <a:ea typeface="Mountains of Christmas"/>
                <a:cs typeface="Mountains of Christmas"/>
                <a:sym typeface="Mountains of Christmas"/>
              </a:defRPr>
            </a:lvl3pPr>
            <a:lvl4pPr lvl="3" algn="ctr">
              <a:lnSpc>
                <a:spcPct val="100000"/>
              </a:lnSpc>
              <a:spcBef>
                <a:spcPts val="1600"/>
              </a:spcBef>
              <a:spcAft>
                <a:spcPts val="0"/>
              </a:spcAft>
              <a:buSzPts val="2400"/>
              <a:buFont typeface="Mountains of Christmas"/>
              <a:buNone/>
              <a:defRPr b="1" sz="2400">
                <a:latin typeface="Mountains of Christmas"/>
                <a:ea typeface="Mountains of Christmas"/>
                <a:cs typeface="Mountains of Christmas"/>
                <a:sym typeface="Mountains of Christmas"/>
              </a:defRPr>
            </a:lvl4pPr>
            <a:lvl5pPr lvl="4" algn="ctr">
              <a:lnSpc>
                <a:spcPct val="100000"/>
              </a:lnSpc>
              <a:spcBef>
                <a:spcPts val="1600"/>
              </a:spcBef>
              <a:spcAft>
                <a:spcPts val="0"/>
              </a:spcAft>
              <a:buSzPts val="2400"/>
              <a:buFont typeface="Mountains of Christmas"/>
              <a:buNone/>
              <a:defRPr b="1" sz="2400">
                <a:latin typeface="Mountains of Christmas"/>
                <a:ea typeface="Mountains of Christmas"/>
                <a:cs typeface="Mountains of Christmas"/>
                <a:sym typeface="Mountains of Christmas"/>
              </a:defRPr>
            </a:lvl5pPr>
            <a:lvl6pPr lvl="5" algn="ctr">
              <a:lnSpc>
                <a:spcPct val="100000"/>
              </a:lnSpc>
              <a:spcBef>
                <a:spcPts val="1600"/>
              </a:spcBef>
              <a:spcAft>
                <a:spcPts val="0"/>
              </a:spcAft>
              <a:buSzPts val="2400"/>
              <a:buFont typeface="Mountains of Christmas"/>
              <a:buNone/>
              <a:defRPr b="1" sz="2400">
                <a:latin typeface="Mountains of Christmas"/>
                <a:ea typeface="Mountains of Christmas"/>
                <a:cs typeface="Mountains of Christmas"/>
                <a:sym typeface="Mountains of Christmas"/>
              </a:defRPr>
            </a:lvl6pPr>
            <a:lvl7pPr lvl="6" algn="ctr">
              <a:lnSpc>
                <a:spcPct val="100000"/>
              </a:lnSpc>
              <a:spcBef>
                <a:spcPts val="1600"/>
              </a:spcBef>
              <a:spcAft>
                <a:spcPts val="0"/>
              </a:spcAft>
              <a:buSzPts val="2400"/>
              <a:buFont typeface="Mountains of Christmas"/>
              <a:buNone/>
              <a:defRPr b="1" sz="2400">
                <a:latin typeface="Mountains of Christmas"/>
                <a:ea typeface="Mountains of Christmas"/>
                <a:cs typeface="Mountains of Christmas"/>
                <a:sym typeface="Mountains of Christmas"/>
              </a:defRPr>
            </a:lvl7pPr>
            <a:lvl8pPr lvl="7" algn="ctr">
              <a:lnSpc>
                <a:spcPct val="100000"/>
              </a:lnSpc>
              <a:spcBef>
                <a:spcPts val="1600"/>
              </a:spcBef>
              <a:spcAft>
                <a:spcPts val="0"/>
              </a:spcAft>
              <a:buSzPts val="2400"/>
              <a:buFont typeface="Mountains of Christmas"/>
              <a:buNone/>
              <a:defRPr b="1" sz="2400">
                <a:latin typeface="Mountains of Christmas"/>
                <a:ea typeface="Mountains of Christmas"/>
                <a:cs typeface="Mountains of Christmas"/>
                <a:sym typeface="Mountains of Christmas"/>
              </a:defRPr>
            </a:lvl8pPr>
            <a:lvl9pPr lvl="8" algn="ctr">
              <a:lnSpc>
                <a:spcPct val="100000"/>
              </a:lnSpc>
              <a:spcBef>
                <a:spcPts val="1600"/>
              </a:spcBef>
              <a:spcAft>
                <a:spcPts val="1600"/>
              </a:spcAft>
              <a:buSzPts val="2400"/>
              <a:buFont typeface="Mountains of Christmas"/>
              <a:buNone/>
              <a:defRPr b="1" sz="2400">
                <a:latin typeface="Mountains of Christmas"/>
                <a:ea typeface="Mountains of Christmas"/>
                <a:cs typeface="Mountains of Christmas"/>
                <a:sym typeface="Mountains of Christmas"/>
              </a:defRPr>
            </a:lvl9pPr>
          </a:lstStyle>
          <a:p/>
        </p:txBody>
      </p:sp>
      <p:sp>
        <p:nvSpPr>
          <p:cNvPr id="878" name="Google Shape;878;p56"/>
          <p:cNvSpPr txBox="1"/>
          <p:nvPr>
            <p:ph idx="2" type="subTitle"/>
          </p:nvPr>
        </p:nvSpPr>
        <p:spPr>
          <a:xfrm>
            <a:off x="3447475" y="2932965"/>
            <a:ext cx="2253600" cy="10125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600"/>
              <a:buFont typeface="Hind Siliguri Medium"/>
              <a:buNone/>
              <a:defRPr>
                <a:latin typeface="Nunito"/>
                <a:ea typeface="Nunito"/>
                <a:cs typeface="Nunito"/>
                <a:sym typeface="Nunito"/>
              </a:defRPr>
            </a:lvl1pPr>
            <a:lvl2pPr lvl="1" algn="ctr">
              <a:lnSpc>
                <a:spcPct val="100000"/>
              </a:lnSpc>
              <a:spcBef>
                <a:spcPts val="0"/>
              </a:spcBef>
              <a:spcAft>
                <a:spcPts val="0"/>
              </a:spcAft>
              <a:buSzPts val="1600"/>
              <a:buFont typeface="Hind Siliguri Medium"/>
              <a:buNone/>
              <a:defRPr sz="1600">
                <a:latin typeface="Hind Siliguri Medium"/>
                <a:ea typeface="Hind Siliguri Medium"/>
                <a:cs typeface="Hind Siliguri Medium"/>
                <a:sym typeface="Hind Siliguri Medium"/>
              </a:defRPr>
            </a:lvl2pPr>
            <a:lvl3pPr lvl="2" algn="ctr">
              <a:lnSpc>
                <a:spcPct val="100000"/>
              </a:lnSpc>
              <a:spcBef>
                <a:spcPts val="0"/>
              </a:spcBef>
              <a:spcAft>
                <a:spcPts val="0"/>
              </a:spcAft>
              <a:buSzPts val="1600"/>
              <a:buFont typeface="Hind Siliguri Medium"/>
              <a:buNone/>
              <a:defRPr sz="1600">
                <a:latin typeface="Hind Siliguri Medium"/>
                <a:ea typeface="Hind Siliguri Medium"/>
                <a:cs typeface="Hind Siliguri Medium"/>
                <a:sym typeface="Hind Siliguri Medium"/>
              </a:defRPr>
            </a:lvl3pPr>
            <a:lvl4pPr lvl="3" algn="ctr">
              <a:lnSpc>
                <a:spcPct val="100000"/>
              </a:lnSpc>
              <a:spcBef>
                <a:spcPts val="0"/>
              </a:spcBef>
              <a:spcAft>
                <a:spcPts val="0"/>
              </a:spcAft>
              <a:buSzPts val="1600"/>
              <a:buFont typeface="Hind Siliguri Medium"/>
              <a:buNone/>
              <a:defRPr sz="1600">
                <a:latin typeface="Hind Siliguri Medium"/>
                <a:ea typeface="Hind Siliguri Medium"/>
                <a:cs typeface="Hind Siliguri Medium"/>
                <a:sym typeface="Hind Siliguri Medium"/>
              </a:defRPr>
            </a:lvl4pPr>
            <a:lvl5pPr lvl="4" algn="ctr">
              <a:lnSpc>
                <a:spcPct val="100000"/>
              </a:lnSpc>
              <a:spcBef>
                <a:spcPts val="0"/>
              </a:spcBef>
              <a:spcAft>
                <a:spcPts val="0"/>
              </a:spcAft>
              <a:buSzPts val="1600"/>
              <a:buFont typeface="Hind Siliguri Medium"/>
              <a:buNone/>
              <a:defRPr sz="1600">
                <a:latin typeface="Hind Siliguri Medium"/>
                <a:ea typeface="Hind Siliguri Medium"/>
                <a:cs typeface="Hind Siliguri Medium"/>
                <a:sym typeface="Hind Siliguri Medium"/>
              </a:defRPr>
            </a:lvl5pPr>
            <a:lvl6pPr lvl="5" algn="ctr">
              <a:lnSpc>
                <a:spcPct val="100000"/>
              </a:lnSpc>
              <a:spcBef>
                <a:spcPts val="0"/>
              </a:spcBef>
              <a:spcAft>
                <a:spcPts val="0"/>
              </a:spcAft>
              <a:buSzPts val="1600"/>
              <a:buFont typeface="Hind Siliguri Medium"/>
              <a:buNone/>
              <a:defRPr sz="1600">
                <a:latin typeface="Hind Siliguri Medium"/>
                <a:ea typeface="Hind Siliguri Medium"/>
                <a:cs typeface="Hind Siliguri Medium"/>
                <a:sym typeface="Hind Siliguri Medium"/>
              </a:defRPr>
            </a:lvl6pPr>
            <a:lvl7pPr lvl="6" algn="ctr">
              <a:lnSpc>
                <a:spcPct val="100000"/>
              </a:lnSpc>
              <a:spcBef>
                <a:spcPts val="0"/>
              </a:spcBef>
              <a:spcAft>
                <a:spcPts val="0"/>
              </a:spcAft>
              <a:buSzPts val="1600"/>
              <a:buFont typeface="Hind Siliguri Medium"/>
              <a:buNone/>
              <a:defRPr sz="1600">
                <a:latin typeface="Hind Siliguri Medium"/>
                <a:ea typeface="Hind Siliguri Medium"/>
                <a:cs typeface="Hind Siliguri Medium"/>
                <a:sym typeface="Hind Siliguri Medium"/>
              </a:defRPr>
            </a:lvl7pPr>
            <a:lvl8pPr lvl="7" algn="ctr">
              <a:lnSpc>
                <a:spcPct val="100000"/>
              </a:lnSpc>
              <a:spcBef>
                <a:spcPts val="0"/>
              </a:spcBef>
              <a:spcAft>
                <a:spcPts val="0"/>
              </a:spcAft>
              <a:buSzPts val="1600"/>
              <a:buFont typeface="Hind Siliguri Medium"/>
              <a:buNone/>
              <a:defRPr sz="1600">
                <a:latin typeface="Hind Siliguri Medium"/>
                <a:ea typeface="Hind Siliguri Medium"/>
                <a:cs typeface="Hind Siliguri Medium"/>
                <a:sym typeface="Hind Siliguri Medium"/>
              </a:defRPr>
            </a:lvl8pPr>
            <a:lvl9pPr lvl="8" algn="ctr">
              <a:lnSpc>
                <a:spcPct val="100000"/>
              </a:lnSpc>
              <a:spcBef>
                <a:spcPts val="0"/>
              </a:spcBef>
              <a:spcAft>
                <a:spcPts val="0"/>
              </a:spcAft>
              <a:buSzPts val="1600"/>
              <a:buFont typeface="Hind Siliguri Medium"/>
              <a:buNone/>
              <a:defRPr sz="1600">
                <a:latin typeface="Hind Siliguri Medium"/>
                <a:ea typeface="Hind Siliguri Medium"/>
                <a:cs typeface="Hind Siliguri Medium"/>
                <a:sym typeface="Hind Siliguri Medium"/>
              </a:defRPr>
            </a:lvl9pPr>
          </a:lstStyle>
          <a:p/>
        </p:txBody>
      </p:sp>
      <p:sp>
        <p:nvSpPr>
          <p:cNvPr id="879" name="Google Shape;879;p56"/>
          <p:cNvSpPr txBox="1"/>
          <p:nvPr>
            <p:ph idx="3" type="subTitle"/>
          </p:nvPr>
        </p:nvSpPr>
        <p:spPr>
          <a:xfrm>
            <a:off x="1080350" y="2571758"/>
            <a:ext cx="1619700" cy="356700"/>
          </a:xfrm>
          <a:prstGeom prst="rect">
            <a:avLst/>
          </a:prstGeom>
          <a:solidFill>
            <a:schemeClr val="accent3"/>
          </a:solid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400"/>
              <a:buFont typeface="Mountains of Christmas"/>
              <a:buNone/>
              <a:defRPr sz="2000"/>
            </a:lvl1pPr>
            <a:lvl2pPr lvl="1" algn="ctr">
              <a:lnSpc>
                <a:spcPct val="100000"/>
              </a:lnSpc>
              <a:spcBef>
                <a:spcPts val="0"/>
              </a:spcBef>
              <a:spcAft>
                <a:spcPts val="0"/>
              </a:spcAft>
              <a:buSzPts val="2400"/>
              <a:buFont typeface="Mountains of Christmas"/>
              <a:buNone/>
              <a:defRPr b="1" sz="2400">
                <a:latin typeface="Mountains of Christmas"/>
                <a:ea typeface="Mountains of Christmas"/>
                <a:cs typeface="Mountains of Christmas"/>
                <a:sym typeface="Mountains of Christmas"/>
              </a:defRPr>
            </a:lvl2pPr>
            <a:lvl3pPr lvl="2" algn="ctr">
              <a:lnSpc>
                <a:spcPct val="100000"/>
              </a:lnSpc>
              <a:spcBef>
                <a:spcPts val="1600"/>
              </a:spcBef>
              <a:spcAft>
                <a:spcPts val="0"/>
              </a:spcAft>
              <a:buSzPts val="2400"/>
              <a:buFont typeface="Mountains of Christmas"/>
              <a:buNone/>
              <a:defRPr b="1" sz="2400">
                <a:latin typeface="Mountains of Christmas"/>
                <a:ea typeface="Mountains of Christmas"/>
                <a:cs typeface="Mountains of Christmas"/>
                <a:sym typeface="Mountains of Christmas"/>
              </a:defRPr>
            </a:lvl3pPr>
            <a:lvl4pPr lvl="3" algn="ctr">
              <a:lnSpc>
                <a:spcPct val="100000"/>
              </a:lnSpc>
              <a:spcBef>
                <a:spcPts val="1600"/>
              </a:spcBef>
              <a:spcAft>
                <a:spcPts val="0"/>
              </a:spcAft>
              <a:buSzPts val="2400"/>
              <a:buFont typeface="Mountains of Christmas"/>
              <a:buNone/>
              <a:defRPr b="1" sz="2400">
                <a:latin typeface="Mountains of Christmas"/>
                <a:ea typeface="Mountains of Christmas"/>
                <a:cs typeface="Mountains of Christmas"/>
                <a:sym typeface="Mountains of Christmas"/>
              </a:defRPr>
            </a:lvl4pPr>
            <a:lvl5pPr lvl="4" algn="ctr">
              <a:lnSpc>
                <a:spcPct val="100000"/>
              </a:lnSpc>
              <a:spcBef>
                <a:spcPts val="1600"/>
              </a:spcBef>
              <a:spcAft>
                <a:spcPts val="0"/>
              </a:spcAft>
              <a:buSzPts val="2400"/>
              <a:buFont typeface="Mountains of Christmas"/>
              <a:buNone/>
              <a:defRPr b="1" sz="2400">
                <a:latin typeface="Mountains of Christmas"/>
                <a:ea typeface="Mountains of Christmas"/>
                <a:cs typeface="Mountains of Christmas"/>
                <a:sym typeface="Mountains of Christmas"/>
              </a:defRPr>
            </a:lvl5pPr>
            <a:lvl6pPr lvl="5" algn="ctr">
              <a:lnSpc>
                <a:spcPct val="100000"/>
              </a:lnSpc>
              <a:spcBef>
                <a:spcPts val="1600"/>
              </a:spcBef>
              <a:spcAft>
                <a:spcPts val="0"/>
              </a:spcAft>
              <a:buSzPts val="2400"/>
              <a:buFont typeface="Mountains of Christmas"/>
              <a:buNone/>
              <a:defRPr b="1" sz="2400">
                <a:latin typeface="Mountains of Christmas"/>
                <a:ea typeface="Mountains of Christmas"/>
                <a:cs typeface="Mountains of Christmas"/>
                <a:sym typeface="Mountains of Christmas"/>
              </a:defRPr>
            </a:lvl6pPr>
            <a:lvl7pPr lvl="6" algn="ctr">
              <a:lnSpc>
                <a:spcPct val="100000"/>
              </a:lnSpc>
              <a:spcBef>
                <a:spcPts val="1600"/>
              </a:spcBef>
              <a:spcAft>
                <a:spcPts val="0"/>
              </a:spcAft>
              <a:buSzPts val="2400"/>
              <a:buFont typeface="Mountains of Christmas"/>
              <a:buNone/>
              <a:defRPr b="1" sz="2400">
                <a:latin typeface="Mountains of Christmas"/>
                <a:ea typeface="Mountains of Christmas"/>
                <a:cs typeface="Mountains of Christmas"/>
                <a:sym typeface="Mountains of Christmas"/>
              </a:defRPr>
            </a:lvl7pPr>
            <a:lvl8pPr lvl="7" algn="ctr">
              <a:lnSpc>
                <a:spcPct val="100000"/>
              </a:lnSpc>
              <a:spcBef>
                <a:spcPts val="1600"/>
              </a:spcBef>
              <a:spcAft>
                <a:spcPts val="0"/>
              </a:spcAft>
              <a:buSzPts val="2400"/>
              <a:buFont typeface="Mountains of Christmas"/>
              <a:buNone/>
              <a:defRPr b="1" sz="2400">
                <a:latin typeface="Mountains of Christmas"/>
                <a:ea typeface="Mountains of Christmas"/>
                <a:cs typeface="Mountains of Christmas"/>
                <a:sym typeface="Mountains of Christmas"/>
              </a:defRPr>
            </a:lvl8pPr>
            <a:lvl9pPr lvl="8" algn="ctr">
              <a:lnSpc>
                <a:spcPct val="100000"/>
              </a:lnSpc>
              <a:spcBef>
                <a:spcPts val="1600"/>
              </a:spcBef>
              <a:spcAft>
                <a:spcPts val="1600"/>
              </a:spcAft>
              <a:buSzPts val="2400"/>
              <a:buFont typeface="Mountains of Christmas"/>
              <a:buNone/>
              <a:defRPr b="1" sz="2400">
                <a:latin typeface="Mountains of Christmas"/>
                <a:ea typeface="Mountains of Christmas"/>
                <a:cs typeface="Mountains of Christmas"/>
                <a:sym typeface="Mountains of Christmas"/>
              </a:defRPr>
            </a:lvl9pPr>
          </a:lstStyle>
          <a:p/>
        </p:txBody>
      </p:sp>
      <p:sp>
        <p:nvSpPr>
          <p:cNvPr id="880" name="Google Shape;880;p56"/>
          <p:cNvSpPr txBox="1"/>
          <p:nvPr>
            <p:ph idx="4" type="subTitle"/>
          </p:nvPr>
        </p:nvSpPr>
        <p:spPr>
          <a:xfrm>
            <a:off x="763400" y="2932965"/>
            <a:ext cx="2253600" cy="10125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600"/>
              <a:buFont typeface="Hind Siliguri Medium"/>
              <a:buNone/>
              <a:defRPr>
                <a:latin typeface="Nunito"/>
                <a:ea typeface="Nunito"/>
                <a:cs typeface="Nunito"/>
                <a:sym typeface="Nunito"/>
              </a:defRPr>
            </a:lvl1pPr>
            <a:lvl2pPr lvl="1" algn="ctr">
              <a:lnSpc>
                <a:spcPct val="100000"/>
              </a:lnSpc>
              <a:spcBef>
                <a:spcPts val="0"/>
              </a:spcBef>
              <a:spcAft>
                <a:spcPts val="0"/>
              </a:spcAft>
              <a:buSzPts val="1600"/>
              <a:buFont typeface="Hind Siliguri Medium"/>
              <a:buNone/>
              <a:defRPr sz="1600">
                <a:latin typeface="Hind Siliguri Medium"/>
                <a:ea typeface="Hind Siliguri Medium"/>
                <a:cs typeface="Hind Siliguri Medium"/>
                <a:sym typeface="Hind Siliguri Medium"/>
              </a:defRPr>
            </a:lvl2pPr>
            <a:lvl3pPr lvl="2" algn="ctr">
              <a:lnSpc>
                <a:spcPct val="100000"/>
              </a:lnSpc>
              <a:spcBef>
                <a:spcPts val="0"/>
              </a:spcBef>
              <a:spcAft>
                <a:spcPts val="0"/>
              </a:spcAft>
              <a:buSzPts val="1600"/>
              <a:buFont typeface="Hind Siliguri Medium"/>
              <a:buNone/>
              <a:defRPr sz="1600">
                <a:latin typeface="Hind Siliguri Medium"/>
                <a:ea typeface="Hind Siliguri Medium"/>
                <a:cs typeface="Hind Siliguri Medium"/>
                <a:sym typeface="Hind Siliguri Medium"/>
              </a:defRPr>
            </a:lvl3pPr>
            <a:lvl4pPr lvl="3" algn="ctr">
              <a:lnSpc>
                <a:spcPct val="100000"/>
              </a:lnSpc>
              <a:spcBef>
                <a:spcPts val="0"/>
              </a:spcBef>
              <a:spcAft>
                <a:spcPts val="0"/>
              </a:spcAft>
              <a:buSzPts val="1600"/>
              <a:buFont typeface="Hind Siliguri Medium"/>
              <a:buNone/>
              <a:defRPr sz="1600">
                <a:latin typeface="Hind Siliguri Medium"/>
                <a:ea typeface="Hind Siliguri Medium"/>
                <a:cs typeface="Hind Siliguri Medium"/>
                <a:sym typeface="Hind Siliguri Medium"/>
              </a:defRPr>
            </a:lvl4pPr>
            <a:lvl5pPr lvl="4" algn="ctr">
              <a:lnSpc>
                <a:spcPct val="100000"/>
              </a:lnSpc>
              <a:spcBef>
                <a:spcPts val="0"/>
              </a:spcBef>
              <a:spcAft>
                <a:spcPts val="0"/>
              </a:spcAft>
              <a:buSzPts val="1600"/>
              <a:buFont typeface="Hind Siliguri Medium"/>
              <a:buNone/>
              <a:defRPr sz="1600">
                <a:latin typeface="Hind Siliguri Medium"/>
                <a:ea typeface="Hind Siliguri Medium"/>
                <a:cs typeface="Hind Siliguri Medium"/>
                <a:sym typeface="Hind Siliguri Medium"/>
              </a:defRPr>
            </a:lvl5pPr>
            <a:lvl6pPr lvl="5" algn="ctr">
              <a:lnSpc>
                <a:spcPct val="100000"/>
              </a:lnSpc>
              <a:spcBef>
                <a:spcPts val="0"/>
              </a:spcBef>
              <a:spcAft>
                <a:spcPts val="0"/>
              </a:spcAft>
              <a:buSzPts val="1600"/>
              <a:buFont typeface="Hind Siliguri Medium"/>
              <a:buNone/>
              <a:defRPr sz="1600">
                <a:latin typeface="Hind Siliguri Medium"/>
                <a:ea typeface="Hind Siliguri Medium"/>
                <a:cs typeface="Hind Siliguri Medium"/>
                <a:sym typeface="Hind Siliguri Medium"/>
              </a:defRPr>
            </a:lvl6pPr>
            <a:lvl7pPr lvl="6" algn="ctr">
              <a:lnSpc>
                <a:spcPct val="100000"/>
              </a:lnSpc>
              <a:spcBef>
                <a:spcPts val="0"/>
              </a:spcBef>
              <a:spcAft>
                <a:spcPts val="0"/>
              </a:spcAft>
              <a:buSzPts val="1600"/>
              <a:buFont typeface="Hind Siliguri Medium"/>
              <a:buNone/>
              <a:defRPr sz="1600">
                <a:latin typeface="Hind Siliguri Medium"/>
                <a:ea typeface="Hind Siliguri Medium"/>
                <a:cs typeface="Hind Siliguri Medium"/>
                <a:sym typeface="Hind Siliguri Medium"/>
              </a:defRPr>
            </a:lvl7pPr>
            <a:lvl8pPr lvl="7" algn="ctr">
              <a:lnSpc>
                <a:spcPct val="100000"/>
              </a:lnSpc>
              <a:spcBef>
                <a:spcPts val="0"/>
              </a:spcBef>
              <a:spcAft>
                <a:spcPts val="0"/>
              </a:spcAft>
              <a:buSzPts val="1600"/>
              <a:buFont typeface="Hind Siliguri Medium"/>
              <a:buNone/>
              <a:defRPr sz="1600">
                <a:latin typeface="Hind Siliguri Medium"/>
                <a:ea typeface="Hind Siliguri Medium"/>
                <a:cs typeface="Hind Siliguri Medium"/>
                <a:sym typeface="Hind Siliguri Medium"/>
              </a:defRPr>
            </a:lvl8pPr>
            <a:lvl9pPr lvl="8" algn="ctr">
              <a:lnSpc>
                <a:spcPct val="100000"/>
              </a:lnSpc>
              <a:spcBef>
                <a:spcPts val="0"/>
              </a:spcBef>
              <a:spcAft>
                <a:spcPts val="0"/>
              </a:spcAft>
              <a:buSzPts val="1600"/>
              <a:buFont typeface="Hind Siliguri Medium"/>
              <a:buNone/>
              <a:defRPr sz="1600">
                <a:latin typeface="Hind Siliguri Medium"/>
                <a:ea typeface="Hind Siliguri Medium"/>
                <a:cs typeface="Hind Siliguri Medium"/>
                <a:sym typeface="Hind Siliguri Medium"/>
              </a:defRPr>
            </a:lvl9pPr>
          </a:lstStyle>
          <a:p/>
        </p:txBody>
      </p:sp>
      <p:sp>
        <p:nvSpPr>
          <p:cNvPr id="881" name="Google Shape;881;p56"/>
          <p:cNvSpPr txBox="1"/>
          <p:nvPr>
            <p:ph type="title"/>
          </p:nvPr>
        </p:nvSpPr>
        <p:spPr>
          <a:xfrm>
            <a:off x="713225" y="445025"/>
            <a:ext cx="7717800" cy="572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chemeClr val="accent1"/>
              </a:buClr>
              <a:buSzPts val="3000"/>
              <a:buFont typeface="Poppins"/>
              <a:buNone/>
              <a:defRPr b="0">
                <a:solidFill>
                  <a:srgbClr val="FFFFFF"/>
                </a:solidFill>
                <a:latin typeface="Dosis"/>
                <a:ea typeface="Dosis"/>
                <a:cs typeface="Dosis"/>
                <a:sym typeface="Dosis"/>
              </a:defRPr>
            </a:lvl1pPr>
            <a:lvl2pPr lvl="1" algn="l">
              <a:lnSpc>
                <a:spcPct val="100000"/>
              </a:lnSpc>
              <a:spcBef>
                <a:spcPts val="0"/>
              </a:spcBef>
              <a:spcAft>
                <a:spcPts val="0"/>
              </a:spcAft>
              <a:buClr>
                <a:schemeClr val="accent1"/>
              </a:buClr>
              <a:buSzPts val="3000"/>
              <a:buFont typeface="Poppins"/>
              <a:buNone/>
              <a:defRPr b="1">
                <a:solidFill>
                  <a:schemeClr val="accent1"/>
                </a:solidFill>
                <a:latin typeface="Poppins"/>
                <a:ea typeface="Poppins"/>
                <a:cs typeface="Poppins"/>
                <a:sym typeface="Poppins"/>
              </a:defRPr>
            </a:lvl2pPr>
            <a:lvl3pPr lvl="2" algn="l">
              <a:lnSpc>
                <a:spcPct val="100000"/>
              </a:lnSpc>
              <a:spcBef>
                <a:spcPts val="0"/>
              </a:spcBef>
              <a:spcAft>
                <a:spcPts val="0"/>
              </a:spcAft>
              <a:buClr>
                <a:schemeClr val="accent1"/>
              </a:buClr>
              <a:buSzPts val="3000"/>
              <a:buFont typeface="Poppins"/>
              <a:buNone/>
              <a:defRPr b="1">
                <a:solidFill>
                  <a:schemeClr val="accent1"/>
                </a:solidFill>
                <a:latin typeface="Poppins"/>
                <a:ea typeface="Poppins"/>
                <a:cs typeface="Poppins"/>
                <a:sym typeface="Poppins"/>
              </a:defRPr>
            </a:lvl3pPr>
            <a:lvl4pPr lvl="3" algn="l">
              <a:lnSpc>
                <a:spcPct val="100000"/>
              </a:lnSpc>
              <a:spcBef>
                <a:spcPts val="0"/>
              </a:spcBef>
              <a:spcAft>
                <a:spcPts val="0"/>
              </a:spcAft>
              <a:buClr>
                <a:schemeClr val="accent1"/>
              </a:buClr>
              <a:buSzPts val="3000"/>
              <a:buFont typeface="Poppins"/>
              <a:buNone/>
              <a:defRPr b="1">
                <a:solidFill>
                  <a:schemeClr val="accent1"/>
                </a:solidFill>
                <a:latin typeface="Poppins"/>
                <a:ea typeface="Poppins"/>
                <a:cs typeface="Poppins"/>
                <a:sym typeface="Poppins"/>
              </a:defRPr>
            </a:lvl4pPr>
            <a:lvl5pPr lvl="4" algn="l">
              <a:lnSpc>
                <a:spcPct val="100000"/>
              </a:lnSpc>
              <a:spcBef>
                <a:spcPts val="0"/>
              </a:spcBef>
              <a:spcAft>
                <a:spcPts val="0"/>
              </a:spcAft>
              <a:buClr>
                <a:schemeClr val="accent1"/>
              </a:buClr>
              <a:buSzPts val="3000"/>
              <a:buFont typeface="Poppins"/>
              <a:buNone/>
              <a:defRPr b="1">
                <a:solidFill>
                  <a:schemeClr val="accent1"/>
                </a:solidFill>
                <a:latin typeface="Poppins"/>
                <a:ea typeface="Poppins"/>
                <a:cs typeface="Poppins"/>
                <a:sym typeface="Poppins"/>
              </a:defRPr>
            </a:lvl5pPr>
            <a:lvl6pPr lvl="5" algn="l">
              <a:lnSpc>
                <a:spcPct val="100000"/>
              </a:lnSpc>
              <a:spcBef>
                <a:spcPts val="0"/>
              </a:spcBef>
              <a:spcAft>
                <a:spcPts val="0"/>
              </a:spcAft>
              <a:buClr>
                <a:schemeClr val="accent1"/>
              </a:buClr>
              <a:buSzPts val="3000"/>
              <a:buFont typeface="Poppins"/>
              <a:buNone/>
              <a:defRPr b="1">
                <a:solidFill>
                  <a:schemeClr val="accent1"/>
                </a:solidFill>
                <a:latin typeface="Poppins"/>
                <a:ea typeface="Poppins"/>
                <a:cs typeface="Poppins"/>
                <a:sym typeface="Poppins"/>
              </a:defRPr>
            </a:lvl6pPr>
            <a:lvl7pPr lvl="6" algn="l">
              <a:lnSpc>
                <a:spcPct val="100000"/>
              </a:lnSpc>
              <a:spcBef>
                <a:spcPts val="0"/>
              </a:spcBef>
              <a:spcAft>
                <a:spcPts val="0"/>
              </a:spcAft>
              <a:buClr>
                <a:schemeClr val="accent1"/>
              </a:buClr>
              <a:buSzPts val="3000"/>
              <a:buFont typeface="Poppins"/>
              <a:buNone/>
              <a:defRPr b="1">
                <a:solidFill>
                  <a:schemeClr val="accent1"/>
                </a:solidFill>
                <a:latin typeface="Poppins"/>
                <a:ea typeface="Poppins"/>
                <a:cs typeface="Poppins"/>
                <a:sym typeface="Poppins"/>
              </a:defRPr>
            </a:lvl7pPr>
            <a:lvl8pPr lvl="7" algn="l">
              <a:lnSpc>
                <a:spcPct val="100000"/>
              </a:lnSpc>
              <a:spcBef>
                <a:spcPts val="0"/>
              </a:spcBef>
              <a:spcAft>
                <a:spcPts val="0"/>
              </a:spcAft>
              <a:buClr>
                <a:schemeClr val="accent1"/>
              </a:buClr>
              <a:buSzPts val="3000"/>
              <a:buFont typeface="Poppins"/>
              <a:buNone/>
              <a:defRPr b="1">
                <a:solidFill>
                  <a:schemeClr val="accent1"/>
                </a:solidFill>
                <a:latin typeface="Poppins"/>
                <a:ea typeface="Poppins"/>
                <a:cs typeface="Poppins"/>
                <a:sym typeface="Poppins"/>
              </a:defRPr>
            </a:lvl8pPr>
            <a:lvl9pPr lvl="8" algn="l">
              <a:lnSpc>
                <a:spcPct val="100000"/>
              </a:lnSpc>
              <a:spcBef>
                <a:spcPts val="0"/>
              </a:spcBef>
              <a:spcAft>
                <a:spcPts val="0"/>
              </a:spcAft>
              <a:buClr>
                <a:schemeClr val="accent1"/>
              </a:buClr>
              <a:buSzPts val="3000"/>
              <a:buFont typeface="Poppins"/>
              <a:buNone/>
              <a:defRPr b="1">
                <a:solidFill>
                  <a:schemeClr val="accent1"/>
                </a:solidFill>
                <a:latin typeface="Poppins"/>
                <a:ea typeface="Poppins"/>
                <a:cs typeface="Poppins"/>
                <a:sym typeface="Poppins"/>
              </a:defRPr>
            </a:lvl9pPr>
          </a:lstStyle>
          <a:p/>
        </p:txBody>
      </p:sp>
      <p:sp>
        <p:nvSpPr>
          <p:cNvPr id="882" name="Google Shape;882;p56"/>
          <p:cNvSpPr txBox="1"/>
          <p:nvPr>
            <p:ph idx="5" type="subTitle"/>
          </p:nvPr>
        </p:nvSpPr>
        <p:spPr>
          <a:xfrm>
            <a:off x="6448499" y="2571758"/>
            <a:ext cx="1619700" cy="356700"/>
          </a:xfrm>
          <a:prstGeom prst="rect">
            <a:avLst/>
          </a:prstGeom>
          <a:solidFill>
            <a:schemeClr val="accent3"/>
          </a:solid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400"/>
              <a:buFont typeface="Mountains of Christmas"/>
              <a:buNone/>
              <a:defRPr sz="2000"/>
            </a:lvl1pPr>
            <a:lvl2pPr lvl="1" algn="ctr">
              <a:lnSpc>
                <a:spcPct val="100000"/>
              </a:lnSpc>
              <a:spcBef>
                <a:spcPts val="0"/>
              </a:spcBef>
              <a:spcAft>
                <a:spcPts val="0"/>
              </a:spcAft>
              <a:buSzPts val="2400"/>
              <a:buFont typeface="Mountains of Christmas"/>
              <a:buNone/>
              <a:defRPr b="1" sz="2400">
                <a:latin typeface="Mountains of Christmas"/>
                <a:ea typeface="Mountains of Christmas"/>
                <a:cs typeface="Mountains of Christmas"/>
                <a:sym typeface="Mountains of Christmas"/>
              </a:defRPr>
            </a:lvl2pPr>
            <a:lvl3pPr lvl="2" algn="ctr">
              <a:lnSpc>
                <a:spcPct val="100000"/>
              </a:lnSpc>
              <a:spcBef>
                <a:spcPts val="1600"/>
              </a:spcBef>
              <a:spcAft>
                <a:spcPts val="0"/>
              </a:spcAft>
              <a:buSzPts val="2400"/>
              <a:buFont typeface="Mountains of Christmas"/>
              <a:buNone/>
              <a:defRPr b="1" sz="2400">
                <a:latin typeface="Mountains of Christmas"/>
                <a:ea typeface="Mountains of Christmas"/>
                <a:cs typeface="Mountains of Christmas"/>
                <a:sym typeface="Mountains of Christmas"/>
              </a:defRPr>
            </a:lvl3pPr>
            <a:lvl4pPr lvl="3" algn="ctr">
              <a:lnSpc>
                <a:spcPct val="100000"/>
              </a:lnSpc>
              <a:spcBef>
                <a:spcPts val="1600"/>
              </a:spcBef>
              <a:spcAft>
                <a:spcPts val="0"/>
              </a:spcAft>
              <a:buSzPts val="2400"/>
              <a:buFont typeface="Mountains of Christmas"/>
              <a:buNone/>
              <a:defRPr b="1" sz="2400">
                <a:latin typeface="Mountains of Christmas"/>
                <a:ea typeface="Mountains of Christmas"/>
                <a:cs typeface="Mountains of Christmas"/>
                <a:sym typeface="Mountains of Christmas"/>
              </a:defRPr>
            </a:lvl4pPr>
            <a:lvl5pPr lvl="4" algn="ctr">
              <a:lnSpc>
                <a:spcPct val="100000"/>
              </a:lnSpc>
              <a:spcBef>
                <a:spcPts val="1600"/>
              </a:spcBef>
              <a:spcAft>
                <a:spcPts val="0"/>
              </a:spcAft>
              <a:buSzPts val="2400"/>
              <a:buFont typeface="Mountains of Christmas"/>
              <a:buNone/>
              <a:defRPr b="1" sz="2400">
                <a:latin typeface="Mountains of Christmas"/>
                <a:ea typeface="Mountains of Christmas"/>
                <a:cs typeface="Mountains of Christmas"/>
                <a:sym typeface="Mountains of Christmas"/>
              </a:defRPr>
            </a:lvl5pPr>
            <a:lvl6pPr lvl="5" algn="ctr">
              <a:lnSpc>
                <a:spcPct val="100000"/>
              </a:lnSpc>
              <a:spcBef>
                <a:spcPts val="1600"/>
              </a:spcBef>
              <a:spcAft>
                <a:spcPts val="0"/>
              </a:spcAft>
              <a:buSzPts val="2400"/>
              <a:buFont typeface="Mountains of Christmas"/>
              <a:buNone/>
              <a:defRPr b="1" sz="2400">
                <a:latin typeface="Mountains of Christmas"/>
                <a:ea typeface="Mountains of Christmas"/>
                <a:cs typeface="Mountains of Christmas"/>
                <a:sym typeface="Mountains of Christmas"/>
              </a:defRPr>
            </a:lvl6pPr>
            <a:lvl7pPr lvl="6" algn="ctr">
              <a:lnSpc>
                <a:spcPct val="100000"/>
              </a:lnSpc>
              <a:spcBef>
                <a:spcPts val="1600"/>
              </a:spcBef>
              <a:spcAft>
                <a:spcPts val="0"/>
              </a:spcAft>
              <a:buSzPts val="2400"/>
              <a:buFont typeface="Mountains of Christmas"/>
              <a:buNone/>
              <a:defRPr b="1" sz="2400">
                <a:latin typeface="Mountains of Christmas"/>
                <a:ea typeface="Mountains of Christmas"/>
                <a:cs typeface="Mountains of Christmas"/>
                <a:sym typeface="Mountains of Christmas"/>
              </a:defRPr>
            </a:lvl7pPr>
            <a:lvl8pPr lvl="7" algn="ctr">
              <a:lnSpc>
                <a:spcPct val="100000"/>
              </a:lnSpc>
              <a:spcBef>
                <a:spcPts val="1600"/>
              </a:spcBef>
              <a:spcAft>
                <a:spcPts val="0"/>
              </a:spcAft>
              <a:buSzPts val="2400"/>
              <a:buFont typeface="Mountains of Christmas"/>
              <a:buNone/>
              <a:defRPr b="1" sz="2400">
                <a:latin typeface="Mountains of Christmas"/>
                <a:ea typeface="Mountains of Christmas"/>
                <a:cs typeface="Mountains of Christmas"/>
                <a:sym typeface="Mountains of Christmas"/>
              </a:defRPr>
            </a:lvl8pPr>
            <a:lvl9pPr lvl="8" algn="ctr">
              <a:lnSpc>
                <a:spcPct val="100000"/>
              </a:lnSpc>
              <a:spcBef>
                <a:spcPts val="1600"/>
              </a:spcBef>
              <a:spcAft>
                <a:spcPts val="1600"/>
              </a:spcAft>
              <a:buSzPts val="2400"/>
              <a:buFont typeface="Mountains of Christmas"/>
              <a:buNone/>
              <a:defRPr b="1" sz="2400">
                <a:latin typeface="Mountains of Christmas"/>
                <a:ea typeface="Mountains of Christmas"/>
                <a:cs typeface="Mountains of Christmas"/>
                <a:sym typeface="Mountains of Christmas"/>
              </a:defRPr>
            </a:lvl9pPr>
          </a:lstStyle>
          <a:p/>
        </p:txBody>
      </p:sp>
      <p:sp>
        <p:nvSpPr>
          <p:cNvPr id="883" name="Google Shape;883;p56"/>
          <p:cNvSpPr txBox="1"/>
          <p:nvPr>
            <p:ph idx="6" type="subTitle"/>
          </p:nvPr>
        </p:nvSpPr>
        <p:spPr>
          <a:xfrm>
            <a:off x="6131550" y="2932965"/>
            <a:ext cx="2253600" cy="10125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600"/>
              <a:buFont typeface="Hind Siliguri Medium"/>
              <a:buNone/>
              <a:defRPr>
                <a:latin typeface="Nunito"/>
                <a:ea typeface="Nunito"/>
                <a:cs typeface="Nunito"/>
                <a:sym typeface="Nunito"/>
              </a:defRPr>
            </a:lvl1pPr>
            <a:lvl2pPr lvl="1" algn="ctr">
              <a:lnSpc>
                <a:spcPct val="100000"/>
              </a:lnSpc>
              <a:spcBef>
                <a:spcPts val="0"/>
              </a:spcBef>
              <a:spcAft>
                <a:spcPts val="0"/>
              </a:spcAft>
              <a:buSzPts val="1600"/>
              <a:buFont typeface="Hind Siliguri Medium"/>
              <a:buNone/>
              <a:defRPr sz="1600">
                <a:latin typeface="Hind Siliguri Medium"/>
                <a:ea typeface="Hind Siliguri Medium"/>
                <a:cs typeface="Hind Siliguri Medium"/>
                <a:sym typeface="Hind Siliguri Medium"/>
              </a:defRPr>
            </a:lvl2pPr>
            <a:lvl3pPr lvl="2" algn="ctr">
              <a:lnSpc>
                <a:spcPct val="100000"/>
              </a:lnSpc>
              <a:spcBef>
                <a:spcPts val="0"/>
              </a:spcBef>
              <a:spcAft>
                <a:spcPts val="0"/>
              </a:spcAft>
              <a:buSzPts val="1600"/>
              <a:buFont typeface="Hind Siliguri Medium"/>
              <a:buNone/>
              <a:defRPr sz="1600">
                <a:latin typeface="Hind Siliguri Medium"/>
                <a:ea typeface="Hind Siliguri Medium"/>
                <a:cs typeface="Hind Siliguri Medium"/>
                <a:sym typeface="Hind Siliguri Medium"/>
              </a:defRPr>
            </a:lvl3pPr>
            <a:lvl4pPr lvl="3" algn="ctr">
              <a:lnSpc>
                <a:spcPct val="100000"/>
              </a:lnSpc>
              <a:spcBef>
                <a:spcPts val="0"/>
              </a:spcBef>
              <a:spcAft>
                <a:spcPts val="0"/>
              </a:spcAft>
              <a:buSzPts val="1600"/>
              <a:buFont typeface="Hind Siliguri Medium"/>
              <a:buNone/>
              <a:defRPr sz="1600">
                <a:latin typeface="Hind Siliguri Medium"/>
                <a:ea typeface="Hind Siliguri Medium"/>
                <a:cs typeface="Hind Siliguri Medium"/>
                <a:sym typeface="Hind Siliguri Medium"/>
              </a:defRPr>
            </a:lvl4pPr>
            <a:lvl5pPr lvl="4" algn="ctr">
              <a:lnSpc>
                <a:spcPct val="100000"/>
              </a:lnSpc>
              <a:spcBef>
                <a:spcPts val="0"/>
              </a:spcBef>
              <a:spcAft>
                <a:spcPts val="0"/>
              </a:spcAft>
              <a:buSzPts val="1600"/>
              <a:buFont typeface="Hind Siliguri Medium"/>
              <a:buNone/>
              <a:defRPr sz="1600">
                <a:latin typeface="Hind Siliguri Medium"/>
                <a:ea typeface="Hind Siliguri Medium"/>
                <a:cs typeface="Hind Siliguri Medium"/>
                <a:sym typeface="Hind Siliguri Medium"/>
              </a:defRPr>
            </a:lvl5pPr>
            <a:lvl6pPr lvl="5" algn="ctr">
              <a:lnSpc>
                <a:spcPct val="100000"/>
              </a:lnSpc>
              <a:spcBef>
                <a:spcPts val="0"/>
              </a:spcBef>
              <a:spcAft>
                <a:spcPts val="0"/>
              </a:spcAft>
              <a:buSzPts val="1600"/>
              <a:buFont typeface="Hind Siliguri Medium"/>
              <a:buNone/>
              <a:defRPr sz="1600">
                <a:latin typeface="Hind Siliguri Medium"/>
                <a:ea typeface="Hind Siliguri Medium"/>
                <a:cs typeface="Hind Siliguri Medium"/>
                <a:sym typeface="Hind Siliguri Medium"/>
              </a:defRPr>
            </a:lvl6pPr>
            <a:lvl7pPr lvl="6" algn="ctr">
              <a:lnSpc>
                <a:spcPct val="100000"/>
              </a:lnSpc>
              <a:spcBef>
                <a:spcPts val="0"/>
              </a:spcBef>
              <a:spcAft>
                <a:spcPts val="0"/>
              </a:spcAft>
              <a:buSzPts val="1600"/>
              <a:buFont typeface="Hind Siliguri Medium"/>
              <a:buNone/>
              <a:defRPr sz="1600">
                <a:latin typeface="Hind Siliguri Medium"/>
                <a:ea typeface="Hind Siliguri Medium"/>
                <a:cs typeface="Hind Siliguri Medium"/>
                <a:sym typeface="Hind Siliguri Medium"/>
              </a:defRPr>
            </a:lvl7pPr>
            <a:lvl8pPr lvl="7" algn="ctr">
              <a:lnSpc>
                <a:spcPct val="100000"/>
              </a:lnSpc>
              <a:spcBef>
                <a:spcPts val="0"/>
              </a:spcBef>
              <a:spcAft>
                <a:spcPts val="0"/>
              </a:spcAft>
              <a:buSzPts val="1600"/>
              <a:buFont typeface="Hind Siliguri Medium"/>
              <a:buNone/>
              <a:defRPr sz="1600">
                <a:latin typeface="Hind Siliguri Medium"/>
                <a:ea typeface="Hind Siliguri Medium"/>
                <a:cs typeface="Hind Siliguri Medium"/>
                <a:sym typeface="Hind Siliguri Medium"/>
              </a:defRPr>
            </a:lvl8pPr>
            <a:lvl9pPr lvl="8" algn="ctr">
              <a:lnSpc>
                <a:spcPct val="100000"/>
              </a:lnSpc>
              <a:spcBef>
                <a:spcPts val="0"/>
              </a:spcBef>
              <a:spcAft>
                <a:spcPts val="0"/>
              </a:spcAft>
              <a:buSzPts val="1600"/>
              <a:buFont typeface="Hind Siliguri Medium"/>
              <a:buNone/>
              <a:defRPr sz="1600">
                <a:latin typeface="Hind Siliguri Medium"/>
                <a:ea typeface="Hind Siliguri Medium"/>
                <a:cs typeface="Hind Siliguri Medium"/>
                <a:sym typeface="Hind Siliguri Medium"/>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11">
    <p:spTree>
      <p:nvGrpSpPr>
        <p:cNvPr id="884" name="Shape 884"/>
        <p:cNvGrpSpPr/>
        <p:nvPr/>
      </p:nvGrpSpPr>
      <p:grpSpPr>
        <a:xfrm>
          <a:off x="0" y="0"/>
          <a:ext cx="0" cy="0"/>
          <a:chOff x="0" y="0"/>
          <a:chExt cx="0" cy="0"/>
        </a:xfrm>
      </p:grpSpPr>
      <p:grpSp>
        <p:nvGrpSpPr>
          <p:cNvPr id="885" name="Google Shape;885;p57"/>
          <p:cNvGrpSpPr/>
          <p:nvPr/>
        </p:nvGrpSpPr>
        <p:grpSpPr>
          <a:xfrm>
            <a:off x="-31525" y="-228650"/>
            <a:ext cx="9175500" cy="6099300"/>
            <a:chOff x="-31525" y="-228650"/>
            <a:chExt cx="9175500" cy="6099300"/>
          </a:xfrm>
        </p:grpSpPr>
        <p:sp>
          <p:nvSpPr>
            <p:cNvPr id="886" name="Google Shape;886;p57"/>
            <p:cNvSpPr/>
            <p:nvPr/>
          </p:nvSpPr>
          <p:spPr>
            <a:xfrm>
              <a:off x="0" y="-228600"/>
              <a:ext cx="9143697" cy="6099216"/>
            </a:xfrm>
            <a:custGeom>
              <a:rect b="b" l="l" r="r" t="t"/>
              <a:pathLst>
                <a:path extrusionOk="0" h="190318" w="285317">
                  <a:moveTo>
                    <a:pt x="0" y="0"/>
                  </a:moveTo>
                  <a:lnTo>
                    <a:pt x="0" y="190317"/>
                  </a:lnTo>
                  <a:lnTo>
                    <a:pt x="285316" y="190317"/>
                  </a:lnTo>
                  <a:lnTo>
                    <a:pt x="285316" y="0"/>
                  </a:lnTo>
                  <a:close/>
                </a:path>
              </a:pathLst>
            </a:custGeom>
            <a:solidFill>
              <a:srgbClr val="0A202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887" name="Google Shape;887;p57"/>
            <p:cNvGrpSpPr/>
            <p:nvPr/>
          </p:nvGrpSpPr>
          <p:grpSpPr>
            <a:xfrm>
              <a:off x="-10" y="-228620"/>
              <a:ext cx="9143697" cy="6099216"/>
              <a:chOff x="238125" y="471975"/>
              <a:chExt cx="7132925" cy="4757950"/>
            </a:xfrm>
          </p:grpSpPr>
          <p:sp>
            <p:nvSpPr>
              <p:cNvPr id="888" name="Google Shape;888;p57"/>
              <p:cNvSpPr/>
              <p:nvPr/>
            </p:nvSpPr>
            <p:spPr>
              <a:xfrm>
                <a:off x="238125" y="471975"/>
                <a:ext cx="7132925" cy="1271425"/>
              </a:xfrm>
              <a:custGeom>
                <a:rect b="b" l="l" r="r" t="t"/>
                <a:pathLst>
                  <a:path extrusionOk="0" h="50857" w="285317">
                    <a:moveTo>
                      <a:pt x="0" y="0"/>
                    </a:moveTo>
                    <a:lnTo>
                      <a:pt x="0" y="32526"/>
                    </a:lnTo>
                    <a:cubicBezTo>
                      <a:pt x="17119" y="33097"/>
                      <a:pt x="33964" y="35379"/>
                      <a:pt x="50512" y="38529"/>
                    </a:cubicBezTo>
                    <a:cubicBezTo>
                      <a:pt x="70758" y="42227"/>
                      <a:pt x="90731" y="46518"/>
                      <a:pt x="110999" y="48504"/>
                    </a:cubicBezTo>
                    <a:cubicBezTo>
                      <a:pt x="124644" y="50149"/>
                      <a:pt x="138299" y="50856"/>
                      <a:pt x="151950" y="50856"/>
                    </a:cubicBezTo>
                    <a:cubicBezTo>
                      <a:pt x="159696" y="50856"/>
                      <a:pt x="167442" y="50629"/>
                      <a:pt x="175184" y="50216"/>
                    </a:cubicBezTo>
                    <a:cubicBezTo>
                      <a:pt x="212275" y="48504"/>
                      <a:pt x="249093" y="42227"/>
                      <a:pt x="285316" y="33393"/>
                    </a:cubicBezTo>
                    <a:lnTo>
                      <a:pt x="285316" y="3424"/>
                    </a:lnTo>
                    <a:cubicBezTo>
                      <a:pt x="279610" y="5432"/>
                      <a:pt x="273904" y="7144"/>
                      <a:pt x="268197" y="8856"/>
                    </a:cubicBezTo>
                    <a:cubicBezTo>
                      <a:pt x="249093" y="13992"/>
                      <a:pt x="229394" y="17690"/>
                      <a:pt x="209719" y="19972"/>
                    </a:cubicBezTo>
                    <a:cubicBezTo>
                      <a:pt x="197328" y="21430"/>
                      <a:pt x="184936" y="22310"/>
                      <a:pt x="172467" y="22310"/>
                    </a:cubicBezTo>
                    <a:cubicBezTo>
                      <a:pt x="165414" y="22310"/>
                      <a:pt x="158335" y="22029"/>
                      <a:pt x="151218" y="21410"/>
                    </a:cubicBezTo>
                    <a:cubicBezTo>
                      <a:pt x="122412" y="18557"/>
                      <a:pt x="94451" y="10842"/>
                      <a:pt x="67631" y="0"/>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9" name="Google Shape;889;p57"/>
              <p:cNvSpPr/>
              <p:nvPr/>
            </p:nvSpPr>
            <p:spPr>
              <a:xfrm>
                <a:off x="238125" y="3786525"/>
                <a:ext cx="7132925" cy="1443400"/>
              </a:xfrm>
              <a:custGeom>
                <a:rect b="b" l="l" r="r" t="t"/>
                <a:pathLst>
                  <a:path extrusionOk="0" h="57736" w="285317">
                    <a:moveTo>
                      <a:pt x="162030" y="0"/>
                    </a:moveTo>
                    <a:cubicBezTo>
                      <a:pt x="153770" y="0"/>
                      <a:pt x="145502" y="473"/>
                      <a:pt x="137249" y="1813"/>
                    </a:cubicBezTo>
                    <a:cubicBezTo>
                      <a:pt x="126977" y="3525"/>
                      <a:pt x="116980" y="6081"/>
                      <a:pt x="106708" y="8364"/>
                    </a:cubicBezTo>
                    <a:cubicBezTo>
                      <a:pt x="86166" y="13226"/>
                      <a:pt x="65349" y="16923"/>
                      <a:pt x="44235" y="17220"/>
                    </a:cubicBezTo>
                    <a:cubicBezTo>
                      <a:pt x="42786" y="17247"/>
                      <a:pt x="41336" y="17260"/>
                      <a:pt x="39887" y="17260"/>
                    </a:cubicBezTo>
                    <a:cubicBezTo>
                      <a:pt x="26503" y="17260"/>
                      <a:pt x="13140" y="16130"/>
                      <a:pt x="0" y="14070"/>
                    </a:cubicBezTo>
                    <a:lnTo>
                      <a:pt x="0" y="43173"/>
                    </a:lnTo>
                    <a:cubicBezTo>
                      <a:pt x="15133" y="40890"/>
                      <a:pt x="30244" y="38037"/>
                      <a:pt x="45080" y="35184"/>
                    </a:cubicBezTo>
                    <a:cubicBezTo>
                      <a:pt x="67631" y="31189"/>
                      <a:pt x="90160" y="27492"/>
                      <a:pt x="112985" y="26350"/>
                    </a:cubicBezTo>
                    <a:cubicBezTo>
                      <a:pt x="118569" y="25989"/>
                      <a:pt x="124189" y="25791"/>
                      <a:pt x="129817" y="25791"/>
                    </a:cubicBezTo>
                    <a:cubicBezTo>
                      <a:pt x="146622" y="25791"/>
                      <a:pt x="163506" y="27560"/>
                      <a:pt x="179749" y="32057"/>
                    </a:cubicBezTo>
                    <a:cubicBezTo>
                      <a:pt x="200292" y="37763"/>
                      <a:pt x="219420" y="47738"/>
                      <a:pt x="239392" y="55156"/>
                    </a:cubicBezTo>
                    <a:cubicBezTo>
                      <a:pt x="242245" y="56023"/>
                      <a:pt x="244801" y="56868"/>
                      <a:pt x="247655" y="57735"/>
                    </a:cubicBezTo>
                    <a:lnTo>
                      <a:pt x="283034" y="57735"/>
                    </a:lnTo>
                    <a:cubicBezTo>
                      <a:pt x="283901" y="57438"/>
                      <a:pt x="284472" y="57164"/>
                      <a:pt x="285316" y="56868"/>
                    </a:cubicBezTo>
                    <a:lnTo>
                      <a:pt x="285316" y="23771"/>
                    </a:lnTo>
                    <a:cubicBezTo>
                      <a:pt x="267056" y="19503"/>
                      <a:pt x="249093" y="14367"/>
                      <a:pt x="230832" y="9802"/>
                    </a:cubicBezTo>
                    <a:cubicBezTo>
                      <a:pt x="210563" y="4940"/>
                      <a:pt x="189747" y="946"/>
                      <a:pt x="168907" y="101"/>
                    </a:cubicBezTo>
                    <a:cubicBezTo>
                      <a:pt x="166616" y="37"/>
                      <a:pt x="164323" y="0"/>
                      <a:pt x="162030" y="0"/>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0" name="Google Shape;890;p57"/>
              <p:cNvSpPr/>
              <p:nvPr/>
            </p:nvSpPr>
            <p:spPr>
              <a:xfrm>
                <a:off x="238125" y="2457100"/>
                <a:ext cx="7132925" cy="1306725"/>
              </a:xfrm>
              <a:custGeom>
                <a:rect b="b" l="l" r="r" t="t"/>
                <a:pathLst>
                  <a:path extrusionOk="0" h="52269" w="285317">
                    <a:moveTo>
                      <a:pt x="192964" y="1"/>
                    </a:moveTo>
                    <a:cubicBezTo>
                      <a:pt x="189513" y="1"/>
                      <a:pt x="186058" y="73"/>
                      <a:pt x="182602" y="210"/>
                    </a:cubicBezTo>
                    <a:cubicBezTo>
                      <a:pt x="159777" y="1054"/>
                      <a:pt x="137249" y="4478"/>
                      <a:pt x="114994" y="8198"/>
                    </a:cubicBezTo>
                    <a:cubicBezTo>
                      <a:pt x="92739" y="11622"/>
                      <a:pt x="70758" y="15617"/>
                      <a:pt x="48504" y="16758"/>
                    </a:cubicBezTo>
                    <a:cubicBezTo>
                      <a:pt x="42364" y="16973"/>
                      <a:pt x="36264" y="17065"/>
                      <a:pt x="30172" y="17065"/>
                    </a:cubicBezTo>
                    <a:cubicBezTo>
                      <a:pt x="20138" y="17065"/>
                      <a:pt x="10126" y="16816"/>
                      <a:pt x="0" y="16461"/>
                    </a:cubicBezTo>
                    <a:lnTo>
                      <a:pt x="0" y="51840"/>
                    </a:lnTo>
                    <a:cubicBezTo>
                      <a:pt x="5855" y="52126"/>
                      <a:pt x="11704" y="52268"/>
                      <a:pt x="17553" y="52268"/>
                    </a:cubicBezTo>
                    <a:cubicBezTo>
                      <a:pt x="23402" y="52268"/>
                      <a:pt x="29251" y="52126"/>
                      <a:pt x="35105" y="51840"/>
                    </a:cubicBezTo>
                    <a:cubicBezTo>
                      <a:pt x="55922" y="50699"/>
                      <a:pt x="76465" y="47572"/>
                      <a:pt x="96734" y="43007"/>
                    </a:cubicBezTo>
                    <a:cubicBezTo>
                      <a:pt x="117550" y="38442"/>
                      <a:pt x="137522" y="31868"/>
                      <a:pt x="158065" y="27303"/>
                    </a:cubicBezTo>
                    <a:cubicBezTo>
                      <a:pt x="171879" y="24192"/>
                      <a:pt x="185681" y="22279"/>
                      <a:pt x="199575" y="22279"/>
                    </a:cubicBezTo>
                    <a:cubicBezTo>
                      <a:pt x="206067" y="22279"/>
                      <a:pt x="212580" y="22697"/>
                      <a:pt x="219123" y="23605"/>
                    </a:cubicBezTo>
                    <a:cubicBezTo>
                      <a:pt x="239392" y="26162"/>
                      <a:pt x="259067" y="32439"/>
                      <a:pt x="277898" y="39857"/>
                    </a:cubicBezTo>
                    <a:cubicBezTo>
                      <a:pt x="278195" y="39857"/>
                      <a:pt x="278469" y="40154"/>
                      <a:pt x="278469" y="40428"/>
                    </a:cubicBezTo>
                    <a:cubicBezTo>
                      <a:pt x="280751" y="40998"/>
                      <a:pt x="283034" y="41569"/>
                      <a:pt x="285316" y="42436"/>
                    </a:cubicBezTo>
                    <a:lnTo>
                      <a:pt x="285316" y="20752"/>
                    </a:lnTo>
                    <a:cubicBezTo>
                      <a:pt x="272762" y="16758"/>
                      <a:pt x="260208" y="11896"/>
                      <a:pt x="247655" y="7628"/>
                    </a:cubicBezTo>
                    <a:cubicBezTo>
                      <a:pt x="229860" y="2087"/>
                      <a:pt x="211466" y="1"/>
                      <a:pt x="192964" y="1"/>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891" name="Google Shape;891;p57"/>
            <p:cNvSpPr/>
            <p:nvPr/>
          </p:nvSpPr>
          <p:spPr>
            <a:xfrm>
              <a:off x="-31525" y="-228650"/>
              <a:ext cx="9175500" cy="6099300"/>
            </a:xfrm>
            <a:prstGeom prst="rect">
              <a:avLst/>
            </a:prstGeom>
            <a:solidFill>
              <a:srgbClr val="000000">
                <a:alpha val="5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892" name="Google Shape;892;p57"/>
            <p:cNvGrpSpPr/>
            <p:nvPr/>
          </p:nvGrpSpPr>
          <p:grpSpPr>
            <a:xfrm>
              <a:off x="201120" y="-173787"/>
              <a:ext cx="8824055" cy="6026084"/>
              <a:chOff x="395025" y="514750"/>
              <a:chExt cx="6883575" cy="4700900"/>
            </a:xfrm>
          </p:grpSpPr>
          <p:sp>
            <p:nvSpPr>
              <p:cNvPr id="893" name="Google Shape;893;p57"/>
              <p:cNvSpPr/>
              <p:nvPr/>
            </p:nvSpPr>
            <p:spPr>
              <a:xfrm>
                <a:off x="523425" y="864550"/>
                <a:ext cx="35975" cy="28575"/>
              </a:xfrm>
              <a:custGeom>
                <a:rect b="b" l="l" r="r" t="t"/>
                <a:pathLst>
                  <a:path extrusionOk="0" h="1143" w="1439">
                    <a:moveTo>
                      <a:pt x="571" y="1"/>
                    </a:moveTo>
                    <a:cubicBezTo>
                      <a:pt x="1" y="1"/>
                      <a:pt x="1" y="1142"/>
                      <a:pt x="571" y="1142"/>
                    </a:cubicBezTo>
                    <a:cubicBezTo>
                      <a:pt x="1439" y="1142"/>
                      <a:pt x="1439" y="1"/>
                      <a:pt x="571"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4" name="Google Shape;894;p57"/>
              <p:cNvSpPr/>
              <p:nvPr/>
            </p:nvSpPr>
            <p:spPr>
              <a:xfrm>
                <a:off x="1992800" y="1170975"/>
                <a:ext cx="42825" cy="28575"/>
              </a:xfrm>
              <a:custGeom>
                <a:rect b="b" l="l" r="r" t="t"/>
                <a:pathLst>
                  <a:path extrusionOk="0" h="1143" w="1713">
                    <a:moveTo>
                      <a:pt x="868" y="1"/>
                    </a:moveTo>
                    <a:cubicBezTo>
                      <a:pt x="1" y="1"/>
                      <a:pt x="1" y="1142"/>
                      <a:pt x="868" y="1142"/>
                    </a:cubicBezTo>
                    <a:cubicBezTo>
                      <a:pt x="1713" y="1142"/>
                      <a:pt x="1713" y="1"/>
                      <a:pt x="868"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5" name="Google Shape;895;p57"/>
              <p:cNvSpPr/>
              <p:nvPr/>
            </p:nvSpPr>
            <p:spPr>
              <a:xfrm>
                <a:off x="1187075" y="2854350"/>
                <a:ext cx="35400" cy="28550"/>
              </a:xfrm>
              <a:custGeom>
                <a:rect b="b" l="l" r="r" t="t"/>
                <a:pathLst>
                  <a:path extrusionOk="0" h="1142" w="1416">
                    <a:moveTo>
                      <a:pt x="845" y="0"/>
                    </a:moveTo>
                    <a:cubicBezTo>
                      <a:pt x="0" y="0"/>
                      <a:pt x="0" y="1142"/>
                      <a:pt x="845" y="1142"/>
                    </a:cubicBezTo>
                    <a:cubicBezTo>
                      <a:pt x="1416" y="1142"/>
                      <a:pt x="1416" y="0"/>
                      <a:pt x="845"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6" name="Google Shape;896;p57"/>
              <p:cNvSpPr/>
              <p:nvPr/>
            </p:nvSpPr>
            <p:spPr>
              <a:xfrm>
                <a:off x="2149725" y="3518000"/>
                <a:ext cx="35975" cy="28550"/>
              </a:xfrm>
              <a:custGeom>
                <a:rect b="b" l="l" r="r" t="t"/>
                <a:pathLst>
                  <a:path extrusionOk="0" h="1142" w="1439">
                    <a:moveTo>
                      <a:pt x="868" y="0"/>
                    </a:moveTo>
                    <a:cubicBezTo>
                      <a:pt x="1" y="0"/>
                      <a:pt x="1" y="1142"/>
                      <a:pt x="868" y="1142"/>
                    </a:cubicBezTo>
                    <a:cubicBezTo>
                      <a:pt x="1439" y="1142"/>
                      <a:pt x="1439" y="0"/>
                      <a:pt x="868"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7" name="Google Shape;897;p57"/>
              <p:cNvSpPr/>
              <p:nvPr/>
            </p:nvSpPr>
            <p:spPr>
              <a:xfrm>
                <a:off x="6337025" y="1598950"/>
                <a:ext cx="35425" cy="28575"/>
              </a:xfrm>
              <a:custGeom>
                <a:rect b="b" l="l" r="r" t="t"/>
                <a:pathLst>
                  <a:path extrusionOk="0" h="1143" w="1417">
                    <a:moveTo>
                      <a:pt x="845" y="1"/>
                    </a:moveTo>
                    <a:cubicBezTo>
                      <a:pt x="1" y="1"/>
                      <a:pt x="1" y="1142"/>
                      <a:pt x="845" y="1142"/>
                    </a:cubicBezTo>
                    <a:cubicBezTo>
                      <a:pt x="1416" y="1142"/>
                      <a:pt x="1416" y="1"/>
                      <a:pt x="845"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8" name="Google Shape;898;p57"/>
              <p:cNvSpPr/>
              <p:nvPr/>
            </p:nvSpPr>
            <p:spPr>
              <a:xfrm>
                <a:off x="6586400" y="2562175"/>
                <a:ext cx="35975" cy="28575"/>
              </a:xfrm>
              <a:custGeom>
                <a:rect b="b" l="l" r="r" t="t"/>
                <a:pathLst>
                  <a:path extrusionOk="0" h="1143" w="1439">
                    <a:moveTo>
                      <a:pt x="868" y="1"/>
                    </a:moveTo>
                    <a:cubicBezTo>
                      <a:pt x="1" y="1"/>
                      <a:pt x="1" y="1142"/>
                      <a:pt x="868" y="1142"/>
                    </a:cubicBezTo>
                    <a:cubicBezTo>
                      <a:pt x="1439" y="1142"/>
                      <a:pt x="1439" y="1"/>
                      <a:pt x="868"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9" name="Google Shape;899;p57"/>
              <p:cNvSpPr/>
              <p:nvPr/>
            </p:nvSpPr>
            <p:spPr>
              <a:xfrm>
                <a:off x="5002900" y="2191275"/>
                <a:ext cx="35975" cy="28550"/>
              </a:xfrm>
              <a:custGeom>
                <a:rect b="b" l="l" r="r" t="t"/>
                <a:pathLst>
                  <a:path extrusionOk="0" h="1142" w="1439">
                    <a:moveTo>
                      <a:pt x="571" y="1"/>
                    </a:moveTo>
                    <a:cubicBezTo>
                      <a:pt x="0" y="1"/>
                      <a:pt x="0" y="1142"/>
                      <a:pt x="571" y="1142"/>
                    </a:cubicBezTo>
                    <a:cubicBezTo>
                      <a:pt x="1438" y="1142"/>
                      <a:pt x="1438" y="1"/>
                      <a:pt x="571"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0" name="Google Shape;900;p57"/>
              <p:cNvSpPr/>
              <p:nvPr/>
            </p:nvSpPr>
            <p:spPr>
              <a:xfrm>
                <a:off x="3661900" y="1649175"/>
                <a:ext cx="35975" cy="28550"/>
              </a:xfrm>
              <a:custGeom>
                <a:rect b="b" l="l" r="r" t="t"/>
                <a:pathLst>
                  <a:path extrusionOk="0" h="1142" w="1439">
                    <a:moveTo>
                      <a:pt x="571" y="1"/>
                    </a:moveTo>
                    <a:cubicBezTo>
                      <a:pt x="1" y="1"/>
                      <a:pt x="1" y="1142"/>
                      <a:pt x="571" y="1142"/>
                    </a:cubicBezTo>
                    <a:cubicBezTo>
                      <a:pt x="1439" y="1142"/>
                      <a:pt x="1439" y="1"/>
                      <a:pt x="571"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1" name="Google Shape;901;p57"/>
              <p:cNvSpPr/>
              <p:nvPr/>
            </p:nvSpPr>
            <p:spPr>
              <a:xfrm>
                <a:off x="3619100" y="3410725"/>
                <a:ext cx="35975" cy="28550"/>
              </a:xfrm>
              <a:custGeom>
                <a:rect b="b" l="l" r="r" t="t"/>
                <a:pathLst>
                  <a:path extrusionOk="0" h="1142" w="1439">
                    <a:moveTo>
                      <a:pt x="572" y="0"/>
                    </a:moveTo>
                    <a:cubicBezTo>
                      <a:pt x="1" y="0"/>
                      <a:pt x="1" y="1141"/>
                      <a:pt x="572" y="1141"/>
                    </a:cubicBezTo>
                    <a:cubicBezTo>
                      <a:pt x="1439" y="1141"/>
                      <a:pt x="1439" y="0"/>
                      <a:pt x="572"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2" name="Google Shape;902;p57"/>
              <p:cNvSpPr/>
              <p:nvPr/>
            </p:nvSpPr>
            <p:spPr>
              <a:xfrm>
                <a:off x="744825" y="4794500"/>
                <a:ext cx="35425" cy="28550"/>
              </a:xfrm>
              <a:custGeom>
                <a:rect b="b" l="l" r="r" t="t"/>
                <a:pathLst>
                  <a:path extrusionOk="0" h="1142" w="1417">
                    <a:moveTo>
                      <a:pt x="572" y="0"/>
                    </a:moveTo>
                    <a:cubicBezTo>
                      <a:pt x="1" y="0"/>
                      <a:pt x="1" y="1142"/>
                      <a:pt x="572" y="1142"/>
                    </a:cubicBezTo>
                    <a:cubicBezTo>
                      <a:pt x="1416" y="1142"/>
                      <a:pt x="1416" y="0"/>
                      <a:pt x="572"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3" name="Google Shape;903;p57"/>
              <p:cNvSpPr/>
              <p:nvPr/>
            </p:nvSpPr>
            <p:spPr>
              <a:xfrm>
                <a:off x="3833100" y="4930300"/>
                <a:ext cx="35975" cy="28575"/>
              </a:xfrm>
              <a:custGeom>
                <a:rect b="b" l="l" r="r" t="t"/>
                <a:pathLst>
                  <a:path extrusionOk="0" h="1143" w="1439">
                    <a:moveTo>
                      <a:pt x="571" y="1"/>
                    </a:moveTo>
                    <a:cubicBezTo>
                      <a:pt x="0" y="1"/>
                      <a:pt x="0" y="1142"/>
                      <a:pt x="571" y="1142"/>
                    </a:cubicBezTo>
                    <a:cubicBezTo>
                      <a:pt x="1438" y="1142"/>
                      <a:pt x="1438" y="1"/>
                      <a:pt x="571"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4" name="Google Shape;904;p57"/>
              <p:cNvSpPr/>
              <p:nvPr/>
            </p:nvSpPr>
            <p:spPr>
              <a:xfrm>
                <a:off x="5430875" y="3396450"/>
                <a:ext cx="35975" cy="28550"/>
              </a:xfrm>
              <a:custGeom>
                <a:rect b="b" l="l" r="r" t="t"/>
                <a:pathLst>
                  <a:path extrusionOk="0" h="1142" w="1439">
                    <a:moveTo>
                      <a:pt x="868" y="0"/>
                    </a:moveTo>
                    <a:cubicBezTo>
                      <a:pt x="0" y="0"/>
                      <a:pt x="0" y="1142"/>
                      <a:pt x="868" y="1142"/>
                    </a:cubicBezTo>
                    <a:cubicBezTo>
                      <a:pt x="1438" y="1142"/>
                      <a:pt x="1438" y="0"/>
                      <a:pt x="868"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5" name="Google Shape;905;p57"/>
              <p:cNvSpPr/>
              <p:nvPr/>
            </p:nvSpPr>
            <p:spPr>
              <a:xfrm>
                <a:off x="6586400" y="5072975"/>
                <a:ext cx="35975" cy="28550"/>
              </a:xfrm>
              <a:custGeom>
                <a:rect b="b" l="l" r="r" t="t"/>
                <a:pathLst>
                  <a:path extrusionOk="0" h="1142" w="1439">
                    <a:moveTo>
                      <a:pt x="868" y="0"/>
                    </a:moveTo>
                    <a:cubicBezTo>
                      <a:pt x="1" y="0"/>
                      <a:pt x="1" y="1141"/>
                      <a:pt x="868" y="1141"/>
                    </a:cubicBezTo>
                    <a:cubicBezTo>
                      <a:pt x="1439" y="1141"/>
                      <a:pt x="1439" y="0"/>
                      <a:pt x="868"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6" name="Google Shape;906;p57"/>
              <p:cNvSpPr/>
              <p:nvPr/>
            </p:nvSpPr>
            <p:spPr>
              <a:xfrm>
                <a:off x="6843175" y="3367925"/>
                <a:ext cx="35975" cy="28550"/>
              </a:xfrm>
              <a:custGeom>
                <a:rect b="b" l="l" r="r" t="t"/>
                <a:pathLst>
                  <a:path extrusionOk="0" h="1142" w="1439">
                    <a:moveTo>
                      <a:pt x="572" y="0"/>
                    </a:moveTo>
                    <a:cubicBezTo>
                      <a:pt x="1" y="0"/>
                      <a:pt x="1" y="1141"/>
                      <a:pt x="572" y="1141"/>
                    </a:cubicBezTo>
                    <a:cubicBezTo>
                      <a:pt x="1439" y="1141"/>
                      <a:pt x="1439" y="0"/>
                      <a:pt x="572"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7" name="Google Shape;907;p57"/>
              <p:cNvSpPr/>
              <p:nvPr/>
            </p:nvSpPr>
            <p:spPr>
              <a:xfrm>
                <a:off x="4610875" y="3738825"/>
                <a:ext cx="35400" cy="28550"/>
              </a:xfrm>
              <a:custGeom>
                <a:rect b="b" l="l" r="r" t="t"/>
                <a:pathLst>
                  <a:path extrusionOk="0" h="1142" w="1416">
                    <a:moveTo>
                      <a:pt x="845" y="1"/>
                    </a:moveTo>
                    <a:cubicBezTo>
                      <a:pt x="0" y="1"/>
                      <a:pt x="0" y="1142"/>
                      <a:pt x="845" y="1142"/>
                    </a:cubicBezTo>
                    <a:cubicBezTo>
                      <a:pt x="1415" y="1142"/>
                      <a:pt x="1415" y="1"/>
                      <a:pt x="845"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8" name="Google Shape;908;p57"/>
              <p:cNvSpPr/>
              <p:nvPr/>
            </p:nvSpPr>
            <p:spPr>
              <a:xfrm>
                <a:off x="5324150" y="964425"/>
                <a:ext cx="35425" cy="28550"/>
              </a:xfrm>
              <a:custGeom>
                <a:rect b="b" l="l" r="r" t="t"/>
                <a:pathLst>
                  <a:path extrusionOk="0" h="1142" w="1417">
                    <a:moveTo>
                      <a:pt x="845" y="0"/>
                    </a:moveTo>
                    <a:cubicBezTo>
                      <a:pt x="1" y="0"/>
                      <a:pt x="1" y="1141"/>
                      <a:pt x="845" y="1141"/>
                    </a:cubicBezTo>
                    <a:cubicBezTo>
                      <a:pt x="1416" y="1141"/>
                      <a:pt x="1416" y="0"/>
                      <a:pt x="845"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9" name="Google Shape;909;p57"/>
              <p:cNvSpPr/>
              <p:nvPr/>
            </p:nvSpPr>
            <p:spPr>
              <a:xfrm>
                <a:off x="3148350" y="807500"/>
                <a:ext cx="42800" cy="28550"/>
              </a:xfrm>
              <a:custGeom>
                <a:rect b="b" l="l" r="r" t="t"/>
                <a:pathLst>
                  <a:path extrusionOk="0" h="1142" w="1712">
                    <a:moveTo>
                      <a:pt x="867" y="0"/>
                    </a:moveTo>
                    <a:cubicBezTo>
                      <a:pt x="0" y="0"/>
                      <a:pt x="0" y="1142"/>
                      <a:pt x="867" y="1142"/>
                    </a:cubicBezTo>
                    <a:cubicBezTo>
                      <a:pt x="1438" y="1142"/>
                      <a:pt x="1712" y="0"/>
                      <a:pt x="867"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0" name="Google Shape;910;p57"/>
              <p:cNvSpPr/>
              <p:nvPr/>
            </p:nvSpPr>
            <p:spPr>
              <a:xfrm>
                <a:off x="2534900" y="2355050"/>
                <a:ext cx="35975" cy="28550"/>
              </a:xfrm>
              <a:custGeom>
                <a:rect b="b" l="l" r="r" t="t"/>
                <a:pathLst>
                  <a:path extrusionOk="0" h="1142" w="1439">
                    <a:moveTo>
                      <a:pt x="868" y="0"/>
                    </a:moveTo>
                    <a:cubicBezTo>
                      <a:pt x="1" y="0"/>
                      <a:pt x="1" y="1142"/>
                      <a:pt x="868" y="1142"/>
                    </a:cubicBezTo>
                    <a:cubicBezTo>
                      <a:pt x="1439" y="1142"/>
                      <a:pt x="1439" y="0"/>
                      <a:pt x="868"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1" name="Google Shape;911;p57"/>
              <p:cNvSpPr/>
              <p:nvPr/>
            </p:nvSpPr>
            <p:spPr>
              <a:xfrm>
                <a:off x="466375" y="2191275"/>
                <a:ext cx="35975" cy="28550"/>
              </a:xfrm>
              <a:custGeom>
                <a:rect b="b" l="l" r="r" t="t"/>
                <a:pathLst>
                  <a:path extrusionOk="0" h="1142" w="1439">
                    <a:moveTo>
                      <a:pt x="867" y="1"/>
                    </a:moveTo>
                    <a:cubicBezTo>
                      <a:pt x="0" y="1"/>
                      <a:pt x="0" y="1142"/>
                      <a:pt x="867" y="1142"/>
                    </a:cubicBezTo>
                    <a:cubicBezTo>
                      <a:pt x="1438" y="1142"/>
                      <a:pt x="1438" y="1"/>
                      <a:pt x="867"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2" name="Google Shape;912;p57"/>
              <p:cNvSpPr/>
              <p:nvPr/>
            </p:nvSpPr>
            <p:spPr>
              <a:xfrm>
                <a:off x="616450" y="3931700"/>
                <a:ext cx="35400" cy="28550"/>
              </a:xfrm>
              <a:custGeom>
                <a:rect b="b" l="l" r="r" t="t"/>
                <a:pathLst>
                  <a:path extrusionOk="0" h="1142" w="1416">
                    <a:moveTo>
                      <a:pt x="571" y="1"/>
                    </a:moveTo>
                    <a:cubicBezTo>
                      <a:pt x="0" y="1"/>
                      <a:pt x="0" y="1142"/>
                      <a:pt x="571" y="1142"/>
                    </a:cubicBezTo>
                    <a:cubicBezTo>
                      <a:pt x="1415" y="1142"/>
                      <a:pt x="1415" y="1"/>
                      <a:pt x="571"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3" name="Google Shape;913;p57"/>
              <p:cNvSpPr/>
              <p:nvPr/>
            </p:nvSpPr>
            <p:spPr>
              <a:xfrm>
                <a:off x="2185675" y="4830450"/>
                <a:ext cx="35400" cy="28550"/>
              </a:xfrm>
              <a:custGeom>
                <a:rect b="b" l="l" r="r" t="t"/>
                <a:pathLst>
                  <a:path extrusionOk="0" h="1142" w="1416">
                    <a:moveTo>
                      <a:pt x="845" y="0"/>
                    </a:moveTo>
                    <a:cubicBezTo>
                      <a:pt x="1" y="0"/>
                      <a:pt x="1" y="1142"/>
                      <a:pt x="845" y="1142"/>
                    </a:cubicBezTo>
                    <a:cubicBezTo>
                      <a:pt x="1416" y="1142"/>
                      <a:pt x="1416" y="0"/>
                      <a:pt x="845"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4" name="Google Shape;914;p57"/>
              <p:cNvSpPr/>
              <p:nvPr/>
            </p:nvSpPr>
            <p:spPr>
              <a:xfrm>
                <a:off x="7028650" y="700225"/>
                <a:ext cx="35975" cy="28550"/>
              </a:xfrm>
              <a:custGeom>
                <a:rect b="b" l="l" r="r" t="t"/>
                <a:pathLst>
                  <a:path extrusionOk="0" h="1142" w="1439">
                    <a:moveTo>
                      <a:pt x="571" y="0"/>
                    </a:moveTo>
                    <a:cubicBezTo>
                      <a:pt x="0" y="0"/>
                      <a:pt x="0" y="1141"/>
                      <a:pt x="571" y="1141"/>
                    </a:cubicBezTo>
                    <a:cubicBezTo>
                      <a:pt x="1438" y="1141"/>
                      <a:pt x="1438" y="0"/>
                      <a:pt x="571"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5" name="Google Shape;915;p57"/>
              <p:cNvSpPr/>
              <p:nvPr/>
            </p:nvSpPr>
            <p:spPr>
              <a:xfrm>
                <a:off x="1308050" y="671675"/>
                <a:ext cx="71350" cy="57100"/>
              </a:xfrm>
              <a:custGeom>
                <a:rect b="b" l="l" r="r" t="t"/>
                <a:pathLst>
                  <a:path extrusionOk="0" h="2284" w="2854">
                    <a:moveTo>
                      <a:pt x="1438" y="1"/>
                    </a:moveTo>
                    <a:cubicBezTo>
                      <a:pt x="0" y="1"/>
                      <a:pt x="0" y="2283"/>
                      <a:pt x="1438" y="2283"/>
                    </a:cubicBezTo>
                    <a:cubicBezTo>
                      <a:pt x="2854" y="2283"/>
                      <a:pt x="2854" y="1"/>
                      <a:pt x="1438"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6" name="Google Shape;916;p57"/>
              <p:cNvSpPr/>
              <p:nvPr/>
            </p:nvSpPr>
            <p:spPr>
              <a:xfrm>
                <a:off x="502325" y="2761900"/>
                <a:ext cx="78200" cy="57100"/>
              </a:xfrm>
              <a:custGeom>
                <a:rect b="b" l="l" r="r" t="t"/>
                <a:pathLst>
                  <a:path extrusionOk="0" h="2284" w="3128">
                    <a:moveTo>
                      <a:pt x="1415" y="1"/>
                    </a:moveTo>
                    <a:cubicBezTo>
                      <a:pt x="0" y="1"/>
                      <a:pt x="0" y="2283"/>
                      <a:pt x="1415" y="2283"/>
                    </a:cubicBezTo>
                    <a:cubicBezTo>
                      <a:pt x="3127" y="2283"/>
                      <a:pt x="3127" y="1"/>
                      <a:pt x="1415"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7" name="Google Shape;917;p57"/>
              <p:cNvSpPr/>
              <p:nvPr/>
            </p:nvSpPr>
            <p:spPr>
              <a:xfrm>
                <a:off x="2663300" y="2911400"/>
                <a:ext cx="78775" cy="57100"/>
              </a:xfrm>
              <a:custGeom>
                <a:rect b="b" l="l" r="r" t="t"/>
                <a:pathLst>
                  <a:path extrusionOk="0" h="2284" w="3151">
                    <a:moveTo>
                      <a:pt x="1439" y="1"/>
                    </a:moveTo>
                    <a:cubicBezTo>
                      <a:pt x="1" y="1"/>
                      <a:pt x="1" y="2284"/>
                      <a:pt x="1439" y="2284"/>
                    </a:cubicBezTo>
                    <a:cubicBezTo>
                      <a:pt x="3150" y="2284"/>
                      <a:pt x="3150" y="1"/>
                      <a:pt x="1439"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8" name="Google Shape;918;p57"/>
              <p:cNvSpPr/>
              <p:nvPr/>
            </p:nvSpPr>
            <p:spPr>
              <a:xfrm>
                <a:off x="4853400" y="728750"/>
                <a:ext cx="71350" cy="57075"/>
              </a:xfrm>
              <a:custGeom>
                <a:rect b="b" l="l" r="r" t="t"/>
                <a:pathLst>
                  <a:path extrusionOk="0" h="2283" w="2854">
                    <a:moveTo>
                      <a:pt x="1415" y="0"/>
                    </a:moveTo>
                    <a:cubicBezTo>
                      <a:pt x="0" y="0"/>
                      <a:pt x="0" y="2283"/>
                      <a:pt x="1415" y="2283"/>
                    </a:cubicBezTo>
                    <a:cubicBezTo>
                      <a:pt x="2853" y="2283"/>
                      <a:pt x="2853" y="0"/>
                      <a:pt x="1415"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9" name="Google Shape;919;p57"/>
              <p:cNvSpPr/>
              <p:nvPr/>
            </p:nvSpPr>
            <p:spPr>
              <a:xfrm>
                <a:off x="7107400" y="1520775"/>
                <a:ext cx="71350" cy="57100"/>
              </a:xfrm>
              <a:custGeom>
                <a:rect b="b" l="l" r="r" t="t"/>
                <a:pathLst>
                  <a:path extrusionOk="0" h="2284" w="2854">
                    <a:moveTo>
                      <a:pt x="1415" y="1"/>
                    </a:moveTo>
                    <a:cubicBezTo>
                      <a:pt x="0" y="1"/>
                      <a:pt x="0" y="2283"/>
                      <a:pt x="1415" y="2283"/>
                    </a:cubicBezTo>
                    <a:cubicBezTo>
                      <a:pt x="2853" y="2283"/>
                      <a:pt x="2853" y="1"/>
                      <a:pt x="1415"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0" name="Google Shape;920;p57"/>
              <p:cNvSpPr/>
              <p:nvPr/>
            </p:nvSpPr>
            <p:spPr>
              <a:xfrm>
                <a:off x="6793550" y="4252400"/>
                <a:ext cx="78200" cy="57075"/>
              </a:xfrm>
              <a:custGeom>
                <a:rect b="b" l="l" r="r" t="t"/>
                <a:pathLst>
                  <a:path extrusionOk="0" h="2283" w="3128">
                    <a:moveTo>
                      <a:pt x="1415" y="0"/>
                    </a:moveTo>
                    <a:cubicBezTo>
                      <a:pt x="0" y="0"/>
                      <a:pt x="0" y="2283"/>
                      <a:pt x="1415" y="2283"/>
                    </a:cubicBezTo>
                    <a:cubicBezTo>
                      <a:pt x="3127" y="2283"/>
                      <a:pt x="3127" y="0"/>
                      <a:pt x="1415"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1" name="Google Shape;921;p57"/>
              <p:cNvSpPr/>
              <p:nvPr/>
            </p:nvSpPr>
            <p:spPr>
              <a:xfrm>
                <a:off x="4839125" y="3054075"/>
                <a:ext cx="71350" cy="57075"/>
              </a:xfrm>
              <a:custGeom>
                <a:rect b="b" l="l" r="r" t="t"/>
                <a:pathLst>
                  <a:path extrusionOk="0" h="2283" w="2854">
                    <a:moveTo>
                      <a:pt x="1416" y="0"/>
                    </a:moveTo>
                    <a:cubicBezTo>
                      <a:pt x="0" y="0"/>
                      <a:pt x="0" y="2283"/>
                      <a:pt x="1416" y="2283"/>
                    </a:cubicBezTo>
                    <a:cubicBezTo>
                      <a:pt x="2854" y="2283"/>
                      <a:pt x="2854" y="0"/>
                      <a:pt x="1416"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2" name="Google Shape;922;p57"/>
              <p:cNvSpPr/>
              <p:nvPr/>
            </p:nvSpPr>
            <p:spPr>
              <a:xfrm>
                <a:off x="2927500" y="4466375"/>
                <a:ext cx="71350" cy="57100"/>
              </a:xfrm>
              <a:custGeom>
                <a:rect b="b" l="l" r="r" t="t"/>
                <a:pathLst>
                  <a:path extrusionOk="0" h="2284" w="2854">
                    <a:moveTo>
                      <a:pt x="1416" y="1"/>
                    </a:moveTo>
                    <a:cubicBezTo>
                      <a:pt x="1" y="1"/>
                      <a:pt x="1" y="2283"/>
                      <a:pt x="1416" y="2283"/>
                    </a:cubicBezTo>
                    <a:cubicBezTo>
                      <a:pt x="2854" y="2283"/>
                      <a:pt x="2854" y="1"/>
                      <a:pt x="1416"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3" name="Google Shape;923;p57"/>
              <p:cNvSpPr/>
              <p:nvPr/>
            </p:nvSpPr>
            <p:spPr>
              <a:xfrm>
                <a:off x="1401050" y="4181075"/>
                <a:ext cx="78225" cy="57075"/>
              </a:xfrm>
              <a:custGeom>
                <a:rect b="b" l="l" r="r" t="t"/>
                <a:pathLst>
                  <a:path extrusionOk="0" h="2283" w="3129">
                    <a:moveTo>
                      <a:pt x="1713" y="0"/>
                    </a:moveTo>
                    <a:cubicBezTo>
                      <a:pt x="1" y="0"/>
                      <a:pt x="1" y="2283"/>
                      <a:pt x="1713" y="2283"/>
                    </a:cubicBezTo>
                    <a:cubicBezTo>
                      <a:pt x="3128" y="2283"/>
                      <a:pt x="3128" y="0"/>
                      <a:pt x="1713"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4" name="Google Shape;924;p57"/>
              <p:cNvSpPr/>
              <p:nvPr/>
            </p:nvSpPr>
            <p:spPr>
              <a:xfrm>
                <a:off x="1543725" y="1934500"/>
                <a:ext cx="78200" cy="57075"/>
              </a:xfrm>
              <a:custGeom>
                <a:rect b="b" l="l" r="r" t="t"/>
                <a:pathLst>
                  <a:path extrusionOk="0" h="2283" w="3128">
                    <a:moveTo>
                      <a:pt x="1415" y="0"/>
                    </a:moveTo>
                    <a:cubicBezTo>
                      <a:pt x="0" y="0"/>
                      <a:pt x="0" y="2283"/>
                      <a:pt x="1415" y="2283"/>
                    </a:cubicBezTo>
                    <a:cubicBezTo>
                      <a:pt x="3127" y="2283"/>
                      <a:pt x="3127" y="0"/>
                      <a:pt x="1415"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5" name="Google Shape;925;p57"/>
              <p:cNvSpPr/>
              <p:nvPr/>
            </p:nvSpPr>
            <p:spPr>
              <a:xfrm>
                <a:off x="3990025" y="2269450"/>
                <a:ext cx="71350" cy="57100"/>
              </a:xfrm>
              <a:custGeom>
                <a:rect b="b" l="l" r="r" t="t"/>
                <a:pathLst>
                  <a:path extrusionOk="0" h="2284" w="2854">
                    <a:moveTo>
                      <a:pt x="1438" y="1"/>
                    </a:moveTo>
                    <a:cubicBezTo>
                      <a:pt x="0" y="1"/>
                      <a:pt x="0" y="2283"/>
                      <a:pt x="1438" y="2283"/>
                    </a:cubicBezTo>
                    <a:cubicBezTo>
                      <a:pt x="2854" y="2283"/>
                      <a:pt x="2854" y="1"/>
                      <a:pt x="1438"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6" name="Google Shape;926;p57"/>
              <p:cNvSpPr/>
              <p:nvPr/>
            </p:nvSpPr>
            <p:spPr>
              <a:xfrm>
                <a:off x="395025" y="514750"/>
                <a:ext cx="21725" cy="14300"/>
              </a:xfrm>
              <a:custGeom>
                <a:rect b="b" l="l" r="r" t="t"/>
                <a:pathLst>
                  <a:path extrusionOk="0" h="572" w="869">
                    <a:moveTo>
                      <a:pt x="572" y="1"/>
                    </a:moveTo>
                    <a:cubicBezTo>
                      <a:pt x="1" y="1"/>
                      <a:pt x="1" y="572"/>
                      <a:pt x="572" y="572"/>
                    </a:cubicBezTo>
                    <a:cubicBezTo>
                      <a:pt x="868" y="572"/>
                      <a:pt x="868" y="1"/>
                      <a:pt x="572"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7" name="Google Shape;927;p57"/>
              <p:cNvSpPr/>
              <p:nvPr/>
            </p:nvSpPr>
            <p:spPr>
              <a:xfrm>
                <a:off x="1094050" y="1399250"/>
                <a:ext cx="14300" cy="14275"/>
              </a:xfrm>
              <a:custGeom>
                <a:rect b="b" l="l" r="r" t="t"/>
                <a:pathLst>
                  <a:path extrusionOk="0" h="571" w="572">
                    <a:moveTo>
                      <a:pt x="298" y="0"/>
                    </a:moveTo>
                    <a:cubicBezTo>
                      <a:pt x="1" y="0"/>
                      <a:pt x="1" y="571"/>
                      <a:pt x="298" y="571"/>
                    </a:cubicBezTo>
                    <a:cubicBezTo>
                      <a:pt x="572" y="571"/>
                      <a:pt x="572" y="0"/>
                      <a:pt x="298"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8" name="Google Shape;928;p57"/>
              <p:cNvSpPr/>
              <p:nvPr/>
            </p:nvSpPr>
            <p:spPr>
              <a:xfrm>
                <a:off x="630700" y="1527625"/>
                <a:ext cx="21150" cy="14300"/>
              </a:xfrm>
              <a:custGeom>
                <a:rect b="b" l="l" r="r" t="t"/>
                <a:pathLst>
                  <a:path extrusionOk="0" h="572" w="846">
                    <a:moveTo>
                      <a:pt x="275" y="1"/>
                    </a:moveTo>
                    <a:cubicBezTo>
                      <a:pt x="1" y="1"/>
                      <a:pt x="1" y="571"/>
                      <a:pt x="275" y="571"/>
                    </a:cubicBezTo>
                    <a:cubicBezTo>
                      <a:pt x="845" y="571"/>
                      <a:pt x="845" y="1"/>
                      <a:pt x="275"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9" name="Google Shape;929;p57"/>
              <p:cNvSpPr/>
              <p:nvPr/>
            </p:nvSpPr>
            <p:spPr>
              <a:xfrm>
                <a:off x="987350" y="1256575"/>
                <a:ext cx="14300" cy="14300"/>
              </a:xfrm>
              <a:custGeom>
                <a:rect b="b" l="l" r="r" t="t"/>
                <a:pathLst>
                  <a:path extrusionOk="0" h="572" w="572">
                    <a:moveTo>
                      <a:pt x="275" y="1"/>
                    </a:moveTo>
                    <a:cubicBezTo>
                      <a:pt x="1" y="1"/>
                      <a:pt x="1" y="571"/>
                      <a:pt x="275" y="571"/>
                    </a:cubicBezTo>
                    <a:cubicBezTo>
                      <a:pt x="571" y="571"/>
                      <a:pt x="571" y="1"/>
                      <a:pt x="275"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0" name="Google Shape;930;p57"/>
              <p:cNvSpPr/>
              <p:nvPr/>
            </p:nvSpPr>
            <p:spPr>
              <a:xfrm>
                <a:off x="1778825" y="671675"/>
                <a:ext cx="21700" cy="14300"/>
              </a:xfrm>
              <a:custGeom>
                <a:rect b="b" l="l" r="r" t="t"/>
                <a:pathLst>
                  <a:path extrusionOk="0" h="572" w="868">
                    <a:moveTo>
                      <a:pt x="297" y="1"/>
                    </a:moveTo>
                    <a:cubicBezTo>
                      <a:pt x="0" y="1"/>
                      <a:pt x="0" y="571"/>
                      <a:pt x="297" y="571"/>
                    </a:cubicBezTo>
                    <a:cubicBezTo>
                      <a:pt x="868" y="571"/>
                      <a:pt x="868" y="1"/>
                      <a:pt x="297"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1" name="Google Shape;931;p57"/>
              <p:cNvSpPr/>
              <p:nvPr/>
            </p:nvSpPr>
            <p:spPr>
              <a:xfrm>
                <a:off x="1429600" y="1541900"/>
                <a:ext cx="21125" cy="14275"/>
              </a:xfrm>
              <a:custGeom>
                <a:rect b="b" l="l" r="r" t="t"/>
                <a:pathLst>
                  <a:path extrusionOk="0" h="571" w="845">
                    <a:moveTo>
                      <a:pt x="571" y="0"/>
                    </a:moveTo>
                    <a:cubicBezTo>
                      <a:pt x="0" y="0"/>
                      <a:pt x="0" y="571"/>
                      <a:pt x="571" y="571"/>
                    </a:cubicBezTo>
                    <a:cubicBezTo>
                      <a:pt x="845" y="571"/>
                      <a:pt x="845" y="0"/>
                      <a:pt x="571"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2" name="Google Shape;932;p57"/>
              <p:cNvSpPr/>
              <p:nvPr/>
            </p:nvSpPr>
            <p:spPr>
              <a:xfrm>
                <a:off x="1550575" y="1606375"/>
                <a:ext cx="21700" cy="14300"/>
              </a:xfrm>
              <a:custGeom>
                <a:rect b="b" l="l" r="r" t="t"/>
                <a:pathLst>
                  <a:path extrusionOk="0" h="572" w="868">
                    <a:moveTo>
                      <a:pt x="297" y="1"/>
                    </a:moveTo>
                    <a:cubicBezTo>
                      <a:pt x="0" y="1"/>
                      <a:pt x="0" y="571"/>
                      <a:pt x="297" y="571"/>
                    </a:cubicBezTo>
                    <a:cubicBezTo>
                      <a:pt x="868" y="571"/>
                      <a:pt x="868" y="1"/>
                      <a:pt x="297"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3" name="Google Shape;933;p57"/>
              <p:cNvSpPr/>
              <p:nvPr/>
            </p:nvSpPr>
            <p:spPr>
              <a:xfrm>
                <a:off x="2642200" y="1349600"/>
                <a:ext cx="21125" cy="14275"/>
              </a:xfrm>
              <a:custGeom>
                <a:rect b="b" l="l" r="r" t="t"/>
                <a:pathLst>
                  <a:path extrusionOk="0" h="571" w="845">
                    <a:moveTo>
                      <a:pt x="274" y="0"/>
                    </a:moveTo>
                    <a:cubicBezTo>
                      <a:pt x="0" y="0"/>
                      <a:pt x="0" y="571"/>
                      <a:pt x="274" y="571"/>
                    </a:cubicBezTo>
                    <a:cubicBezTo>
                      <a:pt x="845" y="571"/>
                      <a:pt x="845" y="0"/>
                      <a:pt x="274"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4" name="Google Shape;934;p57"/>
              <p:cNvSpPr/>
              <p:nvPr/>
            </p:nvSpPr>
            <p:spPr>
              <a:xfrm>
                <a:off x="2856175" y="778950"/>
                <a:ext cx="21150" cy="14300"/>
              </a:xfrm>
              <a:custGeom>
                <a:rect b="b" l="l" r="r" t="t"/>
                <a:pathLst>
                  <a:path extrusionOk="0" h="572" w="846">
                    <a:moveTo>
                      <a:pt x="274" y="1"/>
                    </a:moveTo>
                    <a:cubicBezTo>
                      <a:pt x="1" y="1"/>
                      <a:pt x="1" y="572"/>
                      <a:pt x="274" y="572"/>
                    </a:cubicBezTo>
                    <a:cubicBezTo>
                      <a:pt x="845" y="572"/>
                      <a:pt x="845" y="1"/>
                      <a:pt x="274"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5" name="Google Shape;935;p57"/>
              <p:cNvSpPr/>
              <p:nvPr/>
            </p:nvSpPr>
            <p:spPr>
              <a:xfrm>
                <a:off x="3070150" y="1056850"/>
                <a:ext cx="14300" cy="14300"/>
              </a:xfrm>
              <a:custGeom>
                <a:rect b="b" l="l" r="r" t="t"/>
                <a:pathLst>
                  <a:path extrusionOk="0" h="572" w="572">
                    <a:moveTo>
                      <a:pt x="275" y="1"/>
                    </a:moveTo>
                    <a:cubicBezTo>
                      <a:pt x="1" y="1"/>
                      <a:pt x="1" y="572"/>
                      <a:pt x="275" y="572"/>
                    </a:cubicBezTo>
                    <a:cubicBezTo>
                      <a:pt x="572" y="572"/>
                      <a:pt x="572" y="1"/>
                      <a:pt x="275"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6" name="Google Shape;936;p57"/>
              <p:cNvSpPr/>
              <p:nvPr/>
            </p:nvSpPr>
            <p:spPr>
              <a:xfrm>
                <a:off x="3533525" y="778950"/>
                <a:ext cx="21700" cy="14300"/>
              </a:xfrm>
              <a:custGeom>
                <a:rect b="b" l="l" r="r" t="t"/>
                <a:pathLst>
                  <a:path extrusionOk="0" h="572" w="868">
                    <a:moveTo>
                      <a:pt x="571" y="1"/>
                    </a:moveTo>
                    <a:cubicBezTo>
                      <a:pt x="0" y="1"/>
                      <a:pt x="0" y="572"/>
                      <a:pt x="571" y="572"/>
                    </a:cubicBezTo>
                    <a:cubicBezTo>
                      <a:pt x="868" y="572"/>
                      <a:pt x="868" y="1"/>
                      <a:pt x="571"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7" name="Google Shape;937;p57"/>
              <p:cNvSpPr/>
              <p:nvPr/>
            </p:nvSpPr>
            <p:spPr>
              <a:xfrm>
                <a:off x="3284150" y="622050"/>
                <a:ext cx="14300" cy="14275"/>
              </a:xfrm>
              <a:custGeom>
                <a:rect b="b" l="l" r="r" t="t"/>
                <a:pathLst>
                  <a:path extrusionOk="0" h="571" w="572">
                    <a:moveTo>
                      <a:pt x="274" y="0"/>
                    </a:moveTo>
                    <a:cubicBezTo>
                      <a:pt x="0" y="0"/>
                      <a:pt x="0" y="571"/>
                      <a:pt x="274" y="571"/>
                    </a:cubicBezTo>
                    <a:cubicBezTo>
                      <a:pt x="571" y="571"/>
                      <a:pt x="571" y="0"/>
                      <a:pt x="274"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8" name="Google Shape;938;p57"/>
              <p:cNvSpPr/>
              <p:nvPr/>
            </p:nvSpPr>
            <p:spPr>
              <a:xfrm>
                <a:off x="3312675" y="850300"/>
                <a:ext cx="21150" cy="14275"/>
              </a:xfrm>
              <a:custGeom>
                <a:rect b="b" l="l" r="r" t="t"/>
                <a:pathLst>
                  <a:path extrusionOk="0" h="571" w="846">
                    <a:moveTo>
                      <a:pt x="571" y="0"/>
                    </a:moveTo>
                    <a:cubicBezTo>
                      <a:pt x="1" y="0"/>
                      <a:pt x="1" y="571"/>
                      <a:pt x="571" y="571"/>
                    </a:cubicBezTo>
                    <a:cubicBezTo>
                      <a:pt x="845" y="571"/>
                      <a:pt x="845" y="0"/>
                      <a:pt x="571"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9" name="Google Shape;939;p57"/>
              <p:cNvSpPr/>
              <p:nvPr/>
            </p:nvSpPr>
            <p:spPr>
              <a:xfrm>
                <a:off x="4332400" y="2340775"/>
                <a:ext cx="21700" cy="14300"/>
              </a:xfrm>
              <a:custGeom>
                <a:rect b="b" l="l" r="r" t="t"/>
                <a:pathLst>
                  <a:path extrusionOk="0" h="572" w="868">
                    <a:moveTo>
                      <a:pt x="571" y="1"/>
                    </a:moveTo>
                    <a:cubicBezTo>
                      <a:pt x="1" y="1"/>
                      <a:pt x="1" y="571"/>
                      <a:pt x="571" y="571"/>
                    </a:cubicBezTo>
                    <a:cubicBezTo>
                      <a:pt x="868" y="571"/>
                      <a:pt x="868" y="1"/>
                      <a:pt x="571"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0" name="Google Shape;940;p57"/>
              <p:cNvSpPr/>
              <p:nvPr/>
            </p:nvSpPr>
            <p:spPr>
              <a:xfrm>
                <a:off x="3726400" y="2633525"/>
                <a:ext cx="21125" cy="14275"/>
              </a:xfrm>
              <a:custGeom>
                <a:rect b="b" l="l" r="r" t="t"/>
                <a:pathLst>
                  <a:path extrusionOk="0" h="571" w="845">
                    <a:moveTo>
                      <a:pt x="274" y="0"/>
                    </a:moveTo>
                    <a:cubicBezTo>
                      <a:pt x="0" y="0"/>
                      <a:pt x="0" y="571"/>
                      <a:pt x="274" y="571"/>
                    </a:cubicBezTo>
                    <a:cubicBezTo>
                      <a:pt x="845" y="571"/>
                      <a:pt x="845" y="0"/>
                      <a:pt x="274"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1" name="Google Shape;941;p57"/>
              <p:cNvSpPr/>
              <p:nvPr/>
            </p:nvSpPr>
            <p:spPr>
              <a:xfrm>
                <a:off x="4061350" y="2026925"/>
                <a:ext cx="14300" cy="14300"/>
              </a:xfrm>
              <a:custGeom>
                <a:rect b="b" l="l" r="r" t="t"/>
                <a:pathLst>
                  <a:path extrusionOk="0" h="572" w="572">
                    <a:moveTo>
                      <a:pt x="297" y="1"/>
                    </a:moveTo>
                    <a:cubicBezTo>
                      <a:pt x="1" y="1"/>
                      <a:pt x="1" y="571"/>
                      <a:pt x="297" y="571"/>
                    </a:cubicBezTo>
                    <a:cubicBezTo>
                      <a:pt x="571" y="571"/>
                      <a:pt x="571" y="1"/>
                      <a:pt x="297"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2" name="Google Shape;942;p57"/>
              <p:cNvSpPr/>
              <p:nvPr/>
            </p:nvSpPr>
            <p:spPr>
              <a:xfrm>
                <a:off x="2820225" y="1613225"/>
                <a:ext cx="21700" cy="14300"/>
              </a:xfrm>
              <a:custGeom>
                <a:rect b="b" l="l" r="r" t="t"/>
                <a:pathLst>
                  <a:path extrusionOk="0" h="572" w="868">
                    <a:moveTo>
                      <a:pt x="297" y="1"/>
                    </a:moveTo>
                    <a:cubicBezTo>
                      <a:pt x="1" y="1"/>
                      <a:pt x="1" y="571"/>
                      <a:pt x="297" y="571"/>
                    </a:cubicBezTo>
                    <a:cubicBezTo>
                      <a:pt x="868" y="571"/>
                      <a:pt x="868" y="1"/>
                      <a:pt x="297"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3" name="Google Shape;943;p57"/>
              <p:cNvSpPr/>
              <p:nvPr/>
            </p:nvSpPr>
            <p:spPr>
              <a:xfrm>
                <a:off x="3583725" y="1841475"/>
                <a:ext cx="21150" cy="14300"/>
              </a:xfrm>
              <a:custGeom>
                <a:rect b="b" l="l" r="r" t="t"/>
                <a:pathLst>
                  <a:path extrusionOk="0" h="572" w="846">
                    <a:moveTo>
                      <a:pt x="571" y="1"/>
                    </a:moveTo>
                    <a:cubicBezTo>
                      <a:pt x="1" y="1"/>
                      <a:pt x="1" y="571"/>
                      <a:pt x="571" y="571"/>
                    </a:cubicBezTo>
                    <a:cubicBezTo>
                      <a:pt x="845" y="571"/>
                      <a:pt x="845" y="1"/>
                      <a:pt x="571"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4" name="Google Shape;944;p57"/>
              <p:cNvSpPr/>
              <p:nvPr/>
            </p:nvSpPr>
            <p:spPr>
              <a:xfrm>
                <a:off x="3604850" y="1998400"/>
                <a:ext cx="21700" cy="14300"/>
              </a:xfrm>
              <a:custGeom>
                <a:rect b="b" l="l" r="r" t="t"/>
                <a:pathLst>
                  <a:path extrusionOk="0" h="572" w="868">
                    <a:moveTo>
                      <a:pt x="297" y="1"/>
                    </a:moveTo>
                    <a:cubicBezTo>
                      <a:pt x="0" y="1"/>
                      <a:pt x="0" y="571"/>
                      <a:pt x="297" y="571"/>
                    </a:cubicBezTo>
                    <a:cubicBezTo>
                      <a:pt x="868" y="571"/>
                      <a:pt x="868" y="1"/>
                      <a:pt x="297"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5" name="Google Shape;945;p57"/>
              <p:cNvSpPr/>
              <p:nvPr/>
            </p:nvSpPr>
            <p:spPr>
              <a:xfrm>
                <a:off x="3883325" y="1798675"/>
                <a:ext cx="21125" cy="14300"/>
              </a:xfrm>
              <a:custGeom>
                <a:rect b="b" l="l" r="r" t="t"/>
                <a:pathLst>
                  <a:path extrusionOk="0" h="572" w="845">
                    <a:moveTo>
                      <a:pt x="274" y="1"/>
                    </a:moveTo>
                    <a:cubicBezTo>
                      <a:pt x="0" y="1"/>
                      <a:pt x="0" y="571"/>
                      <a:pt x="274" y="571"/>
                    </a:cubicBezTo>
                    <a:cubicBezTo>
                      <a:pt x="845" y="571"/>
                      <a:pt x="845" y="1"/>
                      <a:pt x="274"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6" name="Google Shape;946;p57"/>
              <p:cNvSpPr/>
              <p:nvPr/>
            </p:nvSpPr>
            <p:spPr>
              <a:xfrm>
                <a:off x="4261075" y="1827200"/>
                <a:ext cx="14300" cy="14300"/>
              </a:xfrm>
              <a:custGeom>
                <a:rect b="b" l="l" r="r" t="t"/>
                <a:pathLst>
                  <a:path extrusionOk="0" h="572" w="572">
                    <a:moveTo>
                      <a:pt x="297" y="1"/>
                    </a:moveTo>
                    <a:cubicBezTo>
                      <a:pt x="0" y="1"/>
                      <a:pt x="0" y="572"/>
                      <a:pt x="297" y="572"/>
                    </a:cubicBezTo>
                    <a:cubicBezTo>
                      <a:pt x="571" y="572"/>
                      <a:pt x="571" y="1"/>
                      <a:pt x="297"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7" name="Google Shape;947;p57"/>
              <p:cNvSpPr/>
              <p:nvPr/>
            </p:nvSpPr>
            <p:spPr>
              <a:xfrm>
                <a:off x="4396875" y="793225"/>
                <a:ext cx="21150" cy="14300"/>
              </a:xfrm>
              <a:custGeom>
                <a:rect b="b" l="l" r="r" t="t"/>
                <a:pathLst>
                  <a:path extrusionOk="0" h="572" w="846">
                    <a:moveTo>
                      <a:pt x="571" y="1"/>
                    </a:moveTo>
                    <a:cubicBezTo>
                      <a:pt x="1" y="1"/>
                      <a:pt x="1" y="571"/>
                      <a:pt x="571" y="571"/>
                    </a:cubicBezTo>
                    <a:cubicBezTo>
                      <a:pt x="845" y="571"/>
                      <a:pt x="845" y="1"/>
                      <a:pt x="571"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8" name="Google Shape;948;p57"/>
              <p:cNvSpPr/>
              <p:nvPr/>
            </p:nvSpPr>
            <p:spPr>
              <a:xfrm>
                <a:off x="5102750" y="664825"/>
                <a:ext cx="14300" cy="14300"/>
              </a:xfrm>
              <a:custGeom>
                <a:rect b="b" l="l" r="r" t="t"/>
                <a:pathLst>
                  <a:path extrusionOk="0" h="572" w="572">
                    <a:moveTo>
                      <a:pt x="297" y="1"/>
                    </a:moveTo>
                    <a:cubicBezTo>
                      <a:pt x="1" y="1"/>
                      <a:pt x="1" y="572"/>
                      <a:pt x="297" y="572"/>
                    </a:cubicBezTo>
                    <a:cubicBezTo>
                      <a:pt x="571" y="572"/>
                      <a:pt x="571" y="1"/>
                      <a:pt x="297"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9" name="Google Shape;949;p57"/>
              <p:cNvSpPr/>
              <p:nvPr/>
            </p:nvSpPr>
            <p:spPr>
              <a:xfrm>
                <a:off x="4874500" y="1135600"/>
                <a:ext cx="21700" cy="14300"/>
              </a:xfrm>
              <a:custGeom>
                <a:rect b="b" l="l" r="r" t="t"/>
                <a:pathLst>
                  <a:path extrusionOk="0" h="572" w="868">
                    <a:moveTo>
                      <a:pt x="297" y="1"/>
                    </a:moveTo>
                    <a:cubicBezTo>
                      <a:pt x="1" y="1"/>
                      <a:pt x="1" y="571"/>
                      <a:pt x="297" y="571"/>
                    </a:cubicBezTo>
                    <a:cubicBezTo>
                      <a:pt x="868" y="571"/>
                      <a:pt x="868" y="1"/>
                      <a:pt x="297"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0" name="Google Shape;950;p57"/>
              <p:cNvSpPr/>
              <p:nvPr/>
            </p:nvSpPr>
            <p:spPr>
              <a:xfrm>
                <a:off x="5395500" y="1741625"/>
                <a:ext cx="21125" cy="14275"/>
              </a:xfrm>
              <a:custGeom>
                <a:rect b="b" l="l" r="r" t="t"/>
                <a:pathLst>
                  <a:path extrusionOk="0" h="571" w="845">
                    <a:moveTo>
                      <a:pt x="571" y="0"/>
                    </a:moveTo>
                    <a:cubicBezTo>
                      <a:pt x="0" y="0"/>
                      <a:pt x="0" y="571"/>
                      <a:pt x="571" y="571"/>
                    </a:cubicBezTo>
                    <a:cubicBezTo>
                      <a:pt x="845" y="571"/>
                      <a:pt x="845" y="0"/>
                      <a:pt x="571"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1" name="Google Shape;951;p57"/>
              <p:cNvSpPr/>
              <p:nvPr/>
            </p:nvSpPr>
            <p:spPr>
              <a:xfrm>
                <a:off x="5701925" y="1249725"/>
                <a:ext cx="21700" cy="14300"/>
              </a:xfrm>
              <a:custGeom>
                <a:rect b="b" l="l" r="r" t="t"/>
                <a:pathLst>
                  <a:path extrusionOk="0" h="572" w="868">
                    <a:moveTo>
                      <a:pt x="297" y="1"/>
                    </a:moveTo>
                    <a:cubicBezTo>
                      <a:pt x="0" y="1"/>
                      <a:pt x="0" y="571"/>
                      <a:pt x="297" y="571"/>
                    </a:cubicBezTo>
                    <a:cubicBezTo>
                      <a:pt x="868" y="571"/>
                      <a:pt x="868" y="1"/>
                      <a:pt x="297"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2" name="Google Shape;952;p57"/>
              <p:cNvSpPr/>
              <p:nvPr/>
            </p:nvSpPr>
            <p:spPr>
              <a:xfrm>
                <a:off x="5238575" y="1099650"/>
                <a:ext cx="14275" cy="14300"/>
              </a:xfrm>
              <a:custGeom>
                <a:rect b="b" l="l" r="r" t="t"/>
                <a:pathLst>
                  <a:path extrusionOk="0" h="572" w="571">
                    <a:moveTo>
                      <a:pt x="274" y="1"/>
                    </a:moveTo>
                    <a:cubicBezTo>
                      <a:pt x="0" y="1"/>
                      <a:pt x="0" y="571"/>
                      <a:pt x="274" y="571"/>
                    </a:cubicBezTo>
                    <a:cubicBezTo>
                      <a:pt x="571" y="571"/>
                      <a:pt x="571" y="1"/>
                      <a:pt x="274"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3" name="Google Shape;953;p57"/>
              <p:cNvSpPr/>
              <p:nvPr/>
            </p:nvSpPr>
            <p:spPr>
              <a:xfrm>
                <a:off x="5138700" y="871400"/>
                <a:ext cx="14300" cy="14300"/>
              </a:xfrm>
              <a:custGeom>
                <a:rect b="b" l="l" r="r" t="t"/>
                <a:pathLst>
                  <a:path extrusionOk="0" h="572" w="572">
                    <a:moveTo>
                      <a:pt x="275" y="1"/>
                    </a:moveTo>
                    <a:cubicBezTo>
                      <a:pt x="1" y="1"/>
                      <a:pt x="1" y="571"/>
                      <a:pt x="275" y="571"/>
                    </a:cubicBezTo>
                    <a:cubicBezTo>
                      <a:pt x="571" y="571"/>
                      <a:pt x="571" y="1"/>
                      <a:pt x="275"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4" name="Google Shape;954;p57"/>
              <p:cNvSpPr/>
              <p:nvPr/>
            </p:nvSpPr>
            <p:spPr>
              <a:xfrm>
                <a:off x="6522500" y="614625"/>
                <a:ext cx="21125" cy="14275"/>
              </a:xfrm>
              <a:custGeom>
                <a:rect b="b" l="l" r="r" t="t"/>
                <a:pathLst>
                  <a:path extrusionOk="0" h="571" w="845">
                    <a:moveTo>
                      <a:pt x="571" y="0"/>
                    </a:moveTo>
                    <a:cubicBezTo>
                      <a:pt x="0" y="0"/>
                      <a:pt x="0" y="571"/>
                      <a:pt x="571" y="571"/>
                    </a:cubicBezTo>
                    <a:cubicBezTo>
                      <a:pt x="845" y="571"/>
                      <a:pt x="845" y="0"/>
                      <a:pt x="571"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5" name="Google Shape;955;p57"/>
              <p:cNvSpPr/>
              <p:nvPr/>
            </p:nvSpPr>
            <p:spPr>
              <a:xfrm>
                <a:off x="6714800" y="1256575"/>
                <a:ext cx="21700" cy="14300"/>
              </a:xfrm>
              <a:custGeom>
                <a:rect b="b" l="l" r="r" t="t"/>
                <a:pathLst>
                  <a:path extrusionOk="0" h="572" w="868">
                    <a:moveTo>
                      <a:pt x="297" y="1"/>
                    </a:moveTo>
                    <a:cubicBezTo>
                      <a:pt x="0" y="1"/>
                      <a:pt x="0" y="571"/>
                      <a:pt x="297" y="571"/>
                    </a:cubicBezTo>
                    <a:cubicBezTo>
                      <a:pt x="868" y="571"/>
                      <a:pt x="868" y="1"/>
                      <a:pt x="297"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6" name="Google Shape;956;p57"/>
              <p:cNvSpPr/>
              <p:nvPr/>
            </p:nvSpPr>
            <p:spPr>
              <a:xfrm>
                <a:off x="6329625" y="1349600"/>
                <a:ext cx="14275" cy="14275"/>
              </a:xfrm>
              <a:custGeom>
                <a:rect b="b" l="l" r="r" t="t"/>
                <a:pathLst>
                  <a:path extrusionOk="0" h="571" w="571">
                    <a:moveTo>
                      <a:pt x="297" y="0"/>
                    </a:moveTo>
                    <a:cubicBezTo>
                      <a:pt x="0" y="0"/>
                      <a:pt x="0" y="571"/>
                      <a:pt x="297" y="571"/>
                    </a:cubicBezTo>
                    <a:cubicBezTo>
                      <a:pt x="571" y="571"/>
                      <a:pt x="571" y="0"/>
                      <a:pt x="297"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7" name="Google Shape;957;p57"/>
              <p:cNvSpPr/>
              <p:nvPr/>
            </p:nvSpPr>
            <p:spPr>
              <a:xfrm>
                <a:off x="6793550" y="1698825"/>
                <a:ext cx="21125" cy="14275"/>
              </a:xfrm>
              <a:custGeom>
                <a:rect b="b" l="l" r="r" t="t"/>
                <a:pathLst>
                  <a:path extrusionOk="0" h="571" w="845">
                    <a:moveTo>
                      <a:pt x="274" y="0"/>
                    </a:moveTo>
                    <a:cubicBezTo>
                      <a:pt x="0" y="0"/>
                      <a:pt x="0" y="571"/>
                      <a:pt x="274" y="571"/>
                    </a:cubicBezTo>
                    <a:cubicBezTo>
                      <a:pt x="845" y="571"/>
                      <a:pt x="845" y="0"/>
                      <a:pt x="274"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8" name="Google Shape;958;p57"/>
              <p:cNvSpPr/>
              <p:nvPr/>
            </p:nvSpPr>
            <p:spPr>
              <a:xfrm>
                <a:off x="7214100" y="950150"/>
                <a:ext cx="14275" cy="14300"/>
              </a:xfrm>
              <a:custGeom>
                <a:rect b="b" l="l" r="r" t="t"/>
                <a:pathLst>
                  <a:path extrusionOk="0" h="572" w="571">
                    <a:moveTo>
                      <a:pt x="297" y="1"/>
                    </a:moveTo>
                    <a:cubicBezTo>
                      <a:pt x="0" y="1"/>
                      <a:pt x="0" y="571"/>
                      <a:pt x="297" y="571"/>
                    </a:cubicBezTo>
                    <a:cubicBezTo>
                      <a:pt x="571" y="571"/>
                      <a:pt x="571" y="1"/>
                      <a:pt x="297"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9" name="Google Shape;959;p57"/>
              <p:cNvSpPr/>
              <p:nvPr/>
            </p:nvSpPr>
            <p:spPr>
              <a:xfrm>
                <a:off x="6864875" y="921625"/>
                <a:ext cx="21125" cy="14275"/>
              </a:xfrm>
              <a:custGeom>
                <a:rect b="b" l="l" r="r" t="t"/>
                <a:pathLst>
                  <a:path extrusionOk="0" h="571" w="845">
                    <a:moveTo>
                      <a:pt x="274" y="0"/>
                    </a:moveTo>
                    <a:cubicBezTo>
                      <a:pt x="0" y="0"/>
                      <a:pt x="0" y="571"/>
                      <a:pt x="274" y="571"/>
                    </a:cubicBezTo>
                    <a:cubicBezTo>
                      <a:pt x="845" y="571"/>
                      <a:pt x="845" y="0"/>
                      <a:pt x="274"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0" name="Google Shape;960;p57"/>
              <p:cNvSpPr/>
              <p:nvPr/>
            </p:nvSpPr>
            <p:spPr>
              <a:xfrm>
                <a:off x="7264325" y="557550"/>
                <a:ext cx="14275" cy="14300"/>
              </a:xfrm>
              <a:custGeom>
                <a:rect b="b" l="l" r="r" t="t"/>
                <a:pathLst>
                  <a:path extrusionOk="0" h="572" w="571">
                    <a:moveTo>
                      <a:pt x="274" y="1"/>
                    </a:moveTo>
                    <a:cubicBezTo>
                      <a:pt x="0" y="1"/>
                      <a:pt x="0" y="571"/>
                      <a:pt x="274" y="571"/>
                    </a:cubicBezTo>
                    <a:cubicBezTo>
                      <a:pt x="571" y="571"/>
                      <a:pt x="571" y="1"/>
                      <a:pt x="274"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1" name="Google Shape;961;p57"/>
              <p:cNvSpPr/>
              <p:nvPr/>
            </p:nvSpPr>
            <p:spPr>
              <a:xfrm>
                <a:off x="7093125" y="821750"/>
                <a:ext cx="14300" cy="14300"/>
              </a:xfrm>
              <a:custGeom>
                <a:rect b="b" l="l" r="r" t="t"/>
                <a:pathLst>
                  <a:path extrusionOk="0" h="572" w="572">
                    <a:moveTo>
                      <a:pt x="274" y="1"/>
                    </a:moveTo>
                    <a:cubicBezTo>
                      <a:pt x="0" y="1"/>
                      <a:pt x="0" y="572"/>
                      <a:pt x="274" y="572"/>
                    </a:cubicBezTo>
                    <a:cubicBezTo>
                      <a:pt x="571" y="572"/>
                      <a:pt x="571" y="1"/>
                      <a:pt x="274"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2" name="Google Shape;962;p57"/>
              <p:cNvSpPr/>
              <p:nvPr/>
            </p:nvSpPr>
            <p:spPr>
              <a:xfrm>
                <a:off x="6828925" y="657425"/>
                <a:ext cx="21700" cy="14275"/>
              </a:xfrm>
              <a:custGeom>
                <a:rect b="b" l="l" r="r" t="t"/>
                <a:pathLst>
                  <a:path extrusionOk="0" h="571" w="868">
                    <a:moveTo>
                      <a:pt x="297" y="0"/>
                    </a:moveTo>
                    <a:cubicBezTo>
                      <a:pt x="0" y="0"/>
                      <a:pt x="0" y="571"/>
                      <a:pt x="297" y="571"/>
                    </a:cubicBezTo>
                    <a:cubicBezTo>
                      <a:pt x="868" y="571"/>
                      <a:pt x="868" y="0"/>
                      <a:pt x="297"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3" name="Google Shape;963;p57"/>
              <p:cNvSpPr/>
              <p:nvPr/>
            </p:nvSpPr>
            <p:spPr>
              <a:xfrm>
                <a:off x="7078850" y="2469175"/>
                <a:ext cx="14300" cy="14300"/>
              </a:xfrm>
              <a:custGeom>
                <a:rect b="b" l="l" r="r" t="t"/>
                <a:pathLst>
                  <a:path extrusionOk="0" h="572" w="572">
                    <a:moveTo>
                      <a:pt x="275" y="0"/>
                    </a:moveTo>
                    <a:cubicBezTo>
                      <a:pt x="1" y="0"/>
                      <a:pt x="1" y="571"/>
                      <a:pt x="275" y="571"/>
                    </a:cubicBezTo>
                    <a:cubicBezTo>
                      <a:pt x="571" y="571"/>
                      <a:pt x="571" y="0"/>
                      <a:pt x="275"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4" name="Google Shape;964;p57"/>
              <p:cNvSpPr/>
              <p:nvPr/>
            </p:nvSpPr>
            <p:spPr>
              <a:xfrm>
                <a:off x="6465425" y="2141050"/>
                <a:ext cx="21150" cy="14300"/>
              </a:xfrm>
              <a:custGeom>
                <a:rect b="b" l="l" r="r" t="t"/>
                <a:pathLst>
                  <a:path extrusionOk="0" h="572" w="846">
                    <a:moveTo>
                      <a:pt x="571" y="1"/>
                    </a:moveTo>
                    <a:cubicBezTo>
                      <a:pt x="1" y="1"/>
                      <a:pt x="1" y="572"/>
                      <a:pt x="571" y="572"/>
                    </a:cubicBezTo>
                    <a:cubicBezTo>
                      <a:pt x="845" y="572"/>
                      <a:pt x="845" y="1"/>
                      <a:pt x="571"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5" name="Google Shape;965;p57"/>
              <p:cNvSpPr/>
              <p:nvPr/>
            </p:nvSpPr>
            <p:spPr>
              <a:xfrm>
                <a:off x="6515075" y="2804700"/>
                <a:ext cx="21700" cy="14300"/>
              </a:xfrm>
              <a:custGeom>
                <a:rect b="b" l="l" r="r" t="t"/>
                <a:pathLst>
                  <a:path extrusionOk="0" h="572" w="868">
                    <a:moveTo>
                      <a:pt x="571" y="1"/>
                    </a:moveTo>
                    <a:cubicBezTo>
                      <a:pt x="0" y="1"/>
                      <a:pt x="0" y="571"/>
                      <a:pt x="571" y="571"/>
                    </a:cubicBezTo>
                    <a:cubicBezTo>
                      <a:pt x="868" y="571"/>
                      <a:pt x="868" y="1"/>
                      <a:pt x="571"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6" name="Google Shape;966;p57"/>
              <p:cNvSpPr/>
              <p:nvPr/>
            </p:nvSpPr>
            <p:spPr>
              <a:xfrm>
                <a:off x="6700525" y="2733375"/>
                <a:ext cx="21700" cy="14300"/>
              </a:xfrm>
              <a:custGeom>
                <a:rect b="b" l="l" r="r" t="t"/>
                <a:pathLst>
                  <a:path extrusionOk="0" h="572" w="868">
                    <a:moveTo>
                      <a:pt x="297" y="1"/>
                    </a:moveTo>
                    <a:cubicBezTo>
                      <a:pt x="1" y="1"/>
                      <a:pt x="1" y="571"/>
                      <a:pt x="297" y="571"/>
                    </a:cubicBezTo>
                    <a:cubicBezTo>
                      <a:pt x="868" y="571"/>
                      <a:pt x="868" y="1"/>
                      <a:pt x="297"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7" name="Google Shape;967;p57"/>
              <p:cNvSpPr/>
              <p:nvPr/>
            </p:nvSpPr>
            <p:spPr>
              <a:xfrm>
                <a:off x="6985850" y="3153925"/>
                <a:ext cx="14275" cy="14300"/>
              </a:xfrm>
              <a:custGeom>
                <a:rect b="b" l="l" r="r" t="t"/>
                <a:pathLst>
                  <a:path extrusionOk="0" h="572" w="571">
                    <a:moveTo>
                      <a:pt x="297" y="1"/>
                    </a:moveTo>
                    <a:cubicBezTo>
                      <a:pt x="0" y="1"/>
                      <a:pt x="0" y="571"/>
                      <a:pt x="297" y="571"/>
                    </a:cubicBezTo>
                    <a:cubicBezTo>
                      <a:pt x="571" y="571"/>
                      <a:pt x="571" y="1"/>
                      <a:pt x="297"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8" name="Google Shape;968;p57"/>
              <p:cNvSpPr/>
              <p:nvPr/>
            </p:nvSpPr>
            <p:spPr>
              <a:xfrm>
                <a:off x="7142775" y="3560800"/>
                <a:ext cx="14275" cy="14275"/>
              </a:xfrm>
              <a:custGeom>
                <a:rect b="b" l="l" r="r" t="t"/>
                <a:pathLst>
                  <a:path extrusionOk="0" h="571" w="571">
                    <a:moveTo>
                      <a:pt x="297" y="0"/>
                    </a:moveTo>
                    <a:cubicBezTo>
                      <a:pt x="0" y="0"/>
                      <a:pt x="0" y="571"/>
                      <a:pt x="297" y="571"/>
                    </a:cubicBezTo>
                    <a:cubicBezTo>
                      <a:pt x="571" y="571"/>
                      <a:pt x="571" y="0"/>
                      <a:pt x="297"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9" name="Google Shape;969;p57"/>
              <p:cNvSpPr/>
              <p:nvPr/>
            </p:nvSpPr>
            <p:spPr>
              <a:xfrm>
                <a:off x="6572125" y="3346800"/>
                <a:ext cx="21725" cy="14300"/>
              </a:xfrm>
              <a:custGeom>
                <a:rect b="b" l="l" r="r" t="t"/>
                <a:pathLst>
                  <a:path extrusionOk="0" h="572" w="869">
                    <a:moveTo>
                      <a:pt x="572" y="1"/>
                    </a:moveTo>
                    <a:cubicBezTo>
                      <a:pt x="1" y="1"/>
                      <a:pt x="1" y="571"/>
                      <a:pt x="572" y="571"/>
                    </a:cubicBezTo>
                    <a:cubicBezTo>
                      <a:pt x="868" y="571"/>
                      <a:pt x="868" y="1"/>
                      <a:pt x="572"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0" name="Google Shape;970;p57"/>
              <p:cNvSpPr/>
              <p:nvPr/>
            </p:nvSpPr>
            <p:spPr>
              <a:xfrm>
                <a:off x="4974375" y="4024150"/>
                <a:ext cx="14275" cy="14275"/>
              </a:xfrm>
              <a:custGeom>
                <a:rect b="b" l="l" r="r" t="t"/>
                <a:pathLst>
                  <a:path extrusionOk="0" h="571" w="571">
                    <a:moveTo>
                      <a:pt x="297" y="0"/>
                    </a:moveTo>
                    <a:cubicBezTo>
                      <a:pt x="0" y="0"/>
                      <a:pt x="0" y="571"/>
                      <a:pt x="297" y="571"/>
                    </a:cubicBezTo>
                    <a:cubicBezTo>
                      <a:pt x="571" y="571"/>
                      <a:pt x="571" y="0"/>
                      <a:pt x="297"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1" name="Google Shape;971;p57"/>
              <p:cNvSpPr/>
              <p:nvPr/>
            </p:nvSpPr>
            <p:spPr>
              <a:xfrm>
                <a:off x="4246800" y="3589325"/>
                <a:ext cx="14300" cy="14300"/>
              </a:xfrm>
              <a:custGeom>
                <a:rect b="b" l="l" r="r" t="t"/>
                <a:pathLst>
                  <a:path extrusionOk="0" h="572" w="572">
                    <a:moveTo>
                      <a:pt x="298" y="0"/>
                    </a:moveTo>
                    <a:cubicBezTo>
                      <a:pt x="1" y="0"/>
                      <a:pt x="1" y="571"/>
                      <a:pt x="298" y="571"/>
                    </a:cubicBezTo>
                    <a:cubicBezTo>
                      <a:pt x="571" y="571"/>
                      <a:pt x="571" y="0"/>
                      <a:pt x="298"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2" name="Google Shape;972;p57"/>
              <p:cNvSpPr/>
              <p:nvPr/>
            </p:nvSpPr>
            <p:spPr>
              <a:xfrm>
                <a:off x="4539550" y="3389600"/>
                <a:ext cx="21125" cy="14300"/>
              </a:xfrm>
              <a:custGeom>
                <a:rect b="b" l="l" r="r" t="t"/>
                <a:pathLst>
                  <a:path extrusionOk="0" h="572" w="845">
                    <a:moveTo>
                      <a:pt x="571" y="1"/>
                    </a:moveTo>
                    <a:cubicBezTo>
                      <a:pt x="0" y="1"/>
                      <a:pt x="0" y="571"/>
                      <a:pt x="571" y="571"/>
                    </a:cubicBezTo>
                    <a:cubicBezTo>
                      <a:pt x="845" y="571"/>
                      <a:pt x="845" y="1"/>
                      <a:pt x="571"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3" name="Google Shape;973;p57"/>
              <p:cNvSpPr/>
              <p:nvPr/>
            </p:nvSpPr>
            <p:spPr>
              <a:xfrm>
                <a:off x="4411150" y="3632125"/>
                <a:ext cx="28550" cy="14275"/>
              </a:xfrm>
              <a:custGeom>
                <a:rect b="b" l="l" r="r" t="t"/>
                <a:pathLst>
                  <a:path extrusionOk="0" h="571" w="1142">
                    <a:moveTo>
                      <a:pt x="571" y="0"/>
                    </a:moveTo>
                    <a:cubicBezTo>
                      <a:pt x="0" y="0"/>
                      <a:pt x="0" y="571"/>
                      <a:pt x="571" y="571"/>
                    </a:cubicBezTo>
                    <a:lnTo>
                      <a:pt x="845" y="571"/>
                    </a:lnTo>
                    <a:cubicBezTo>
                      <a:pt x="1142" y="571"/>
                      <a:pt x="1142" y="0"/>
                      <a:pt x="845"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4" name="Google Shape;974;p57"/>
              <p:cNvSpPr/>
              <p:nvPr/>
            </p:nvSpPr>
            <p:spPr>
              <a:xfrm>
                <a:off x="4924725" y="3646375"/>
                <a:ext cx="14275" cy="14300"/>
              </a:xfrm>
              <a:custGeom>
                <a:rect b="b" l="l" r="r" t="t"/>
                <a:pathLst>
                  <a:path extrusionOk="0" h="572" w="571">
                    <a:moveTo>
                      <a:pt x="274" y="1"/>
                    </a:moveTo>
                    <a:cubicBezTo>
                      <a:pt x="0" y="1"/>
                      <a:pt x="0" y="572"/>
                      <a:pt x="274" y="572"/>
                    </a:cubicBezTo>
                    <a:cubicBezTo>
                      <a:pt x="571" y="572"/>
                      <a:pt x="571" y="1"/>
                      <a:pt x="274"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5" name="Google Shape;975;p57"/>
              <p:cNvSpPr/>
              <p:nvPr/>
            </p:nvSpPr>
            <p:spPr>
              <a:xfrm>
                <a:off x="4532125" y="4095475"/>
                <a:ext cx="21700" cy="14300"/>
              </a:xfrm>
              <a:custGeom>
                <a:rect b="b" l="l" r="r" t="t"/>
                <a:pathLst>
                  <a:path extrusionOk="0" h="572" w="868">
                    <a:moveTo>
                      <a:pt x="571" y="0"/>
                    </a:moveTo>
                    <a:cubicBezTo>
                      <a:pt x="0" y="0"/>
                      <a:pt x="0" y="571"/>
                      <a:pt x="571" y="571"/>
                    </a:cubicBezTo>
                    <a:cubicBezTo>
                      <a:pt x="868" y="571"/>
                      <a:pt x="868" y="0"/>
                      <a:pt x="571"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6" name="Google Shape;976;p57"/>
              <p:cNvSpPr/>
              <p:nvPr/>
            </p:nvSpPr>
            <p:spPr>
              <a:xfrm>
                <a:off x="5416600" y="2676300"/>
                <a:ext cx="21725" cy="14300"/>
              </a:xfrm>
              <a:custGeom>
                <a:rect b="b" l="l" r="r" t="t"/>
                <a:pathLst>
                  <a:path extrusionOk="0" h="572" w="869">
                    <a:moveTo>
                      <a:pt x="571" y="1"/>
                    </a:moveTo>
                    <a:cubicBezTo>
                      <a:pt x="1" y="1"/>
                      <a:pt x="1" y="572"/>
                      <a:pt x="571" y="572"/>
                    </a:cubicBezTo>
                    <a:cubicBezTo>
                      <a:pt x="868" y="572"/>
                      <a:pt x="868" y="1"/>
                      <a:pt x="571"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7" name="Google Shape;977;p57"/>
              <p:cNvSpPr/>
              <p:nvPr/>
            </p:nvSpPr>
            <p:spPr>
              <a:xfrm>
                <a:off x="5067375" y="3096875"/>
                <a:ext cx="14300" cy="14275"/>
              </a:xfrm>
              <a:custGeom>
                <a:rect b="b" l="l" r="r" t="t"/>
                <a:pathLst>
                  <a:path extrusionOk="0" h="571" w="572">
                    <a:moveTo>
                      <a:pt x="274" y="0"/>
                    </a:moveTo>
                    <a:cubicBezTo>
                      <a:pt x="1" y="0"/>
                      <a:pt x="1" y="571"/>
                      <a:pt x="274" y="571"/>
                    </a:cubicBezTo>
                    <a:cubicBezTo>
                      <a:pt x="571" y="571"/>
                      <a:pt x="571" y="0"/>
                      <a:pt x="274"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8" name="Google Shape;978;p57"/>
              <p:cNvSpPr/>
              <p:nvPr/>
            </p:nvSpPr>
            <p:spPr>
              <a:xfrm>
                <a:off x="5110175" y="3318275"/>
                <a:ext cx="14300" cy="14300"/>
              </a:xfrm>
              <a:custGeom>
                <a:rect b="b" l="l" r="r" t="t"/>
                <a:pathLst>
                  <a:path extrusionOk="0" h="572" w="572">
                    <a:moveTo>
                      <a:pt x="274" y="0"/>
                    </a:moveTo>
                    <a:cubicBezTo>
                      <a:pt x="0" y="0"/>
                      <a:pt x="0" y="571"/>
                      <a:pt x="274" y="571"/>
                    </a:cubicBezTo>
                    <a:cubicBezTo>
                      <a:pt x="571" y="571"/>
                      <a:pt x="571" y="0"/>
                      <a:pt x="274"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9" name="Google Shape;979;p57"/>
              <p:cNvSpPr/>
              <p:nvPr/>
            </p:nvSpPr>
            <p:spPr>
              <a:xfrm>
                <a:off x="4839125" y="3196725"/>
                <a:ext cx="21125" cy="14300"/>
              </a:xfrm>
              <a:custGeom>
                <a:rect b="b" l="l" r="r" t="t"/>
                <a:pathLst>
                  <a:path extrusionOk="0" h="572" w="845">
                    <a:moveTo>
                      <a:pt x="274" y="1"/>
                    </a:moveTo>
                    <a:cubicBezTo>
                      <a:pt x="0" y="1"/>
                      <a:pt x="0" y="571"/>
                      <a:pt x="274" y="571"/>
                    </a:cubicBezTo>
                    <a:cubicBezTo>
                      <a:pt x="845" y="571"/>
                      <a:pt x="845" y="1"/>
                      <a:pt x="274"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0" name="Google Shape;980;p57"/>
              <p:cNvSpPr/>
              <p:nvPr/>
            </p:nvSpPr>
            <p:spPr>
              <a:xfrm>
                <a:off x="2784850" y="4238125"/>
                <a:ext cx="21125" cy="14300"/>
              </a:xfrm>
              <a:custGeom>
                <a:rect b="b" l="l" r="r" t="t"/>
                <a:pathLst>
                  <a:path extrusionOk="0" h="572" w="845">
                    <a:moveTo>
                      <a:pt x="274" y="1"/>
                    </a:moveTo>
                    <a:cubicBezTo>
                      <a:pt x="0" y="1"/>
                      <a:pt x="0" y="571"/>
                      <a:pt x="274" y="571"/>
                    </a:cubicBezTo>
                    <a:cubicBezTo>
                      <a:pt x="845" y="571"/>
                      <a:pt x="845" y="1"/>
                      <a:pt x="274"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1" name="Google Shape;981;p57"/>
              <p:cNvSpPr/>
              <p:nvPr/>
            </p:nvSpPr>
            <p:spPr>
              <a:xfrm>
                <a:off x="2756325" y="4587925"/>
                <a:ext cx="21125" cy="14300"/>
              </a:xfrm>
              <a:custGeom>
                <a:rect b="b" l="l" r="r" t="t"/>
                <a:pathLst>
                  <a:path extrusionOk="0" h="572" w="845">
                    <a:moveTo>
                      <a:pt x="274" y="1"/>
                    </a:moveTo>
                    <a:cubicBezTo>
                      <a:pt x="0" y="1"/>
                      <a:pt x="0" y="571"/>
                      <a:pt x="274" y="571"/>
                    </a:cubicBezTo>
                    <a:cubicBezTo>
                      <a:pt x="845" y="571"/>
                      <a:pt x="845" y="1"/>
                      <a:pt x="274"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2" name="Google Shape;982;p57"/>
              <p:cNvSpPr/>
              <p:nvPr/>
            </p:nvSpPr>
            <p:spPr>
              <a:xfrm>
                <a:off x="3170025" y="4773375"/>
                <a:ext cx="14300" cy="14300"/>
              </a:xfrm>
              <a:custGeom>
                <a:rect b="b" l="l" r="r" t="t"/>
                <a:pathLst>
                  <a:path extrusionOk="0" h="572" w="572">
                    <a:moveTo>
                      <a:pt x="274" y="1"/>
                    </a:moveTo>
                    <a:cubicBezTo>
                      <a:pt x="0" y="1"/>
                      <a:pt x="0" y="571"/>
                      <a:pt x="274" y="571"/>
                    </a:cubicBezTo>
                    <a:cubicBezTo>
                      <a:pt x="571" y="571"/>
                      <a:pt x="571" y="1"/>
                      <a:pt x="274"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3" name="Google Shape;983;p57"/>
              <p:cNvSpPr/>
              <p:nvPr/>
            </p:nvSpPr>
            <p:spPr>
              <a:xfrm>
                <a:off x="3633375" y="4445275"/>
                <a:ext cx="21700" cy="14275"/>
              </a:xfrm>
              <a:custGeom>
                <a:rect b="b" l="l" r="r" t="t"/>
                <a:pathLst>
                  <a:path extrusionOk="0" h="571" w="868">
                    <a:moveTo>
                      <a:pt x="297" y="0"/>
                    </a:moveTo>
                    <a:cubicBezTo>
                      <a:pt x="1" y="0"/>
                      <a:pt x="1" y="571"/>
                      <a:pt x="297" y="571"/>
                    </a:cubicBezTo>
                    <a:cubicBezTo>
                      <a:pt x="868" y="571"/>
                      <a:pt x="868" y="0"/>
                      <a:pt x="297"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4" name="Google Shape;984;p57"/>
              <p:cNvSpPr/>
              <p:nvPr/>
            </p:nvSpPr>
            <p:spPr>
              <a:xfrm>
                <a:off x="1878675" y="4723175"/>
                <a:ext cx="14300" cy="14275"/>
              </a:xfrm>
              <a:custGeom>
                <a:rect b="b" l="l" r="r" t="t"/>
                <a:pathLst>
                  <a:path extrusionOk="0" h="571" w="572">
                    <a:moveTo>
                      <a:pt x="297" y="0"/>
                    </a:moveTo>
                    <a:cubicBezTo>
                      <a:pt x="1" y="0"/>
                      <a:pt x="1" y="571"/>
                      <a:pt x="297" y="571"/>
                    </a:cubicBezTo>
                    <a:cubicBezTo>
                      <a:pt x="571" y="571"/>
                      <a:pt x="571" y="0"/>
                      <a:pt x="297"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5" name="Google Shape;985;p57"/>
              <p:cNvSpPr/>
              <p:nvPr/>
            </p:nvSpPr>
            <p:spPr>
              <a:xfrm>
                <a:off x="1957425" y="5015900"/>
                <a:ext cx="14300" cy="14300"/>
              </a:xfrm>
              <a:custGeom>
                <a:rect b="b" l="l" r="r" t="t"/>
                <a:pathLst>
                  <a:path extrusionOk="0" h="572" w="572">
                    <a:moveTo>
                      <a:pt x="275" y="1"/>
                    </a:moveTo>
                    <a:cubicBezTo>
                      <a:pt x="1" y="1"/>
                      <a:pt x="1" y="571"/>
                      <a:pt x="275" y="571"/>
                    </a:cubicBezTo>
                    <a:cubicBezTo>
                      <a:pt x="571" y="571"/>
                      <a:pt x="571" y="1"/>
                      <a:pt x="275"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6" name="Google Shape;986;p57"/>
              <p:cNvSpPr/>
              <p:nvPr/>
            </p:nvSpPr>
            <p:spPr>
              <a:xfrm>
                <a:off x="1051275" y="4188475"/>
                <a:ext cx="14275" cy="14300"/>
              </a:xfrm>
              <a:custGeom>
                <a:rect b="b" l="l" r="r" t="t"/>
                <a:pathLst>
                  <a:path extrusionOk="0" h="572" w="571">
                    <a:moveTo>
                      <a:pt x="297" y="1"/>
                    </a:moveTo>
                    <a:cubicBezTo>
                      <a:pt x="0" y="1"/>
                      <a:pt x="0" y="572"/>
                      <a:pt x="297" y="572"/>
                    </a:cubicBezTo>
                    <a:cubicBezTo>
                      <a:pt x="571" y="572"/>
                      <a:pt x="571" y="1"/>
                      <a:pt x="297"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7" name="Google Shape;987;p57"/>
              <p:cNvSpPr/>
              <p:nvPr/>
            </p:nvSpPr>
            <p:spPr>
              <a:xfrm>
                <a:off x="1379375" y="3831850"/>
                <a:ext cx="21700" cy="14275"/>
              </a:xfrm>
              <a:custGeom>
                <a:rect b="b" l="l" r="r" t="t"/>
                <a:pathLst>
                  <a:path extrusionOk="0" h="571" w="868">
                    <a:moveTo>
                      <a:pt x="571" y="0"/>
                    </a:moveTo>
                    <a:cubicBezTo>
                      <a:pt x="1" y="0"/>
                      <a:pt x="1" y="571"/>
                      <a:pt x="571" y="571"/>
                    </a:cubicBezTo>
                    <a:cubicBezTo>
                      <a:pt x="868" y="571"/>
                      <a:pt x="868" y="0"/>
                      <a:pt x="571"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8" name="Google Shape;988;p57"/>
              <p:cNvSpPr/>
              <p:nvPr/>
            </p:nvSpPr>
            <p:spPr>
              <a:xfrm>
                <a:off x="1379375" y="4009875"/>
                <a:ext cx="21700" cy="14300"/>
              </a:xfrm>
              <a:custGeom>
                <a:rect b="b" l="l" r="r" t="t"/>
                <a:pathLst>
                  <a:path extrusionOk="0" h="572" w="868">
                    <a:moveTo>
                      <a:pt x="571" y="1"/>
                    </a:moveTo>
                    <a:cubicBezTo>
                      <a:pt x="1" y="1"/>
                      <a:pt x="1" y="571"/>
                      <a:pt x="571" y="571"/>
                    </a:cubicBezTo>
                    <a:cubicBezTo>
                      <a:pt x="868" y="571"/>
                      <a:pt x="868" y="1"/>
                      <a:pt x="571"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9" name="Google Shape;989;p57"/>
              <p:cNvSpPr/>
              <p:nvPr/>
            </p:nvSpPr>
            <p:spPr>
              <a:xfrm>
                <a:off x="1543725" y="4102900"/>
                <a:ext cx="21125" cy="14275"/>
              </a:xfrm>
              <a:custGeom>
                <a:rect b="b" l="l" r="r" t="t"/>
                <a:pathLst>
                  <a:path extrusionOk="0" h="571" w="845">
                    <a:moveTo>
                      <a:pt x="274" y="0"/>
                    </a:moveTo>
                    <a:cubicBezTo>
                      <a:pt x="0" y="0"/>
                      <a:pt x="0" y="571"/>
                      <a:pt x="274" y="571"/>
                    </a:cubicBezTo>
                    <a:cubicBezTo>
                      <a:pt x="845" y="571"/>
                      <a:pt x="845" y="0"/>
                      <a:pt x="274"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0" name="Google Shape;990;p57"/>
              <p:cNvSpPr/>
              <p:nvPr/>
            </p:nvSpPr>
            <p:spPr>
              <a:xfrm>
                <a:off x="1493500" y="4466375"/>
                <a:ext cx="21725" cy="14300"/>
              </a:xfrm>
              <a:custGeom>
                <a:rect b="b" l="l" r="r" t="t"/>
                <a:pathLst>
                  <a:path extrusionOk="0" h="572" w="869">
                    <a:moveTo>
                      <a:pt x="571" y="1"/>
                    </a:moveTo>
                    <a:cubicBezTo>
                      <a:pt x="1" y="1"/>
                      <a:pt x="1" y="571"/>
                      <a:pt x="571" y="571"/>
                    </a:cubicBezTo>
                    <a:cubicBezTo>
                      <a:pt x="868" y="571"/>
                      <a:pt x="868" y="1"/>
                      <a:pt x="571"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1" name="Google Shape;991;p57"/>
              <p:cNvSpPr/>
              <p:nvPr/>
            </p:nvSpPr>
            <p:spPr>
              <a:xfrm>
                <a:off x="502325" y="5122600"/>
                <a:ext cx="21125" cy="14300"/>
              </a:xfrm>
              <a:custGeom>
                <a:rect b="b" l="l" r="r" t="t"/>
                <a:pathLst>
                  <a:path extrusionOk="0" h="572" w="845">
                    <a:moveTo>
                      <a:pt x="571" y="1"/>
                    </a:moveTo>
                    <a:cubicBezTo>
                      <a:pt x="0" y="1"/>
                      <a:pt x="0" y="572"/>
                      <a:pt x="571" y="572"/>
                    </a:cubicBezTo>
                    <a:cubicBezTo>
                      <a:pt x="845" y="572"/>
                      <a:pt x="845" y="1"/>
                      <a:pt x="571"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2" name="Google Shape;992;p57"/>
              <p:cNvSpPr/>
              <p:nvPr/>
            </p:nvSpPr>
            <p:spPr>
              <a:xfrm>
                <a:off x="452100" y="4509175"/>
                <a:ext cx="21700" cy="14300"/>
              </a:xfrm>
              <a:custGeom>
                <a:rect b="b" l="l" r="r" t="t"/>
                <a:pathLst>
                  <a:path extrusionOk="0" h="572" w="868">
                    <a:moveTo>
                      <a:pt x="571" y="1"/>
                    </a:moveTo>
                    <a:cubicBezTo>
                      <a:pt x="0" y="1"/>
                      <a:pt x="0" y="571"/>
                      <a:pt x="571" y="571"/>
                    </a:cubicBezTo>
                    <a:cubicBezTo>
                      <a:pt x="868" y="571"/>
                      <a:pt x="868" y="1"/>
                      <a:pt x="571"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3" name="Google Shape;993;p57"/>
              <p:cNvSpPr/>
              <p:nvPr/>
            </p:nvSpPr>
            <p:spPr>
              <a:xfrm>
                <a:off x="751675" y="4559400"/>
                <a:ext cx="21725" cy="14275"/>
              </a:xfrm>
              <a:custGeom>
                <a:rect b="b" l="l" r="r" t="t"/>
                <a:pathLst>
                  <a:path extrusionOk="0" h="571" w="869">
                    <a:moveTo>
                      <a:pt x="298" y="0"/>
                    </a:moveTo>
                    <a:cubicBezTo>
                      <a:pt x="1" y="0"/>
                      <a:pt x="1" y="571"/>
                      <a:pt x="298" y="571"/>
                    </a:cubicBezTo>
                    <a:cubicBezTo>
                      <a:pt x="868" y="571"/>
                      <a:pt x="868" y="0"/>
                      <a:pt x="298"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4" name="Google Shape;994;p57"/>
              <p:cNvSpPr/>
              <p:nvPr/>
            </p:nvSpPr>
            <p:spPr>
              <a:xfrm>
                <a:off x="673500" y="4716325"/>
                <a:ext cx="21150" cy="14275"/>
              </a:xfrm>
              <a:custGeom>
                <a:rect b="b" l="l" r="r" t="t"/>
                <a:pathLst>
                  <a:path extrusionOk="0" h="571" w="846">
                    <a:moveTo>
                      <a:pt x="275" y="0"/>
                    </a:moveTo>
                    <a:cubicBezTo>
                      <a:pt x="1" y="0"/>
                      <a:pt x="1" y="571"/>
                      <a:pt x="275" y="571"/>
                    </a:cubicBezTo>
                    <a:cubicBezTo>
                      <a:pt x="845" y="571"/>
                      <a:pt x="845" y="0"/>
                      <a:pt x="275"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5" name="Google Shape;995;p57"/>
              <p:cNvSpPr/>
              <p:nvPr/>
            </p:nvSpPr>
            <p:spPr>
              <a:xfrm>
                <a:off x="587900" y="3147075"/>
                <a:ext cx="21150" cy="14300"/>
              </a:xfrm>
              <a:custGeom>
                <a:rect b="b" l="l" r="r" t="t"/>
                <a:pathLst>
                  <a:path extrusionOk="0" h="572" w="846">
                    <a:moveTo>
                      <a:pt x="275" y="1"/>
                    </a:moveTo>
                    <a:cubicBezTo>
                      <a:pt x="1" y="1"/>
                      <a:pt x="1" y="571"/>
                      <a:pt x="275" y="571"/>
                    </a:cubicBezTo>
                    <a:cubicBezTo>
                      <a:pt x="845" y="571"/>
                      <a:pt x="845" y="1"/>
                      <a:pt x="275"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6" name="Google Shape;996;p57"/>
              <p:cNvSpPr/>
              <p:nvPr/>
            </p:nvSpPr>
            <p:spPr>
              <a:xfrm>
                <a:off x="858950" y="2711700"/>
                <a:ext cx="14300" cy="14275"/>
              </a:xfrm>
              <a:custGeom>
                <a:rect b="b" l="l" r="r" t="t"/>
                <a:pathLst>
                  <a:path extrusionOk="0" h="571" w="572">
                    <a:moveTo>
                      <a:pt x="275" y="0"/>
                    </a:moveTo>
                    <a:cubicBezTo>
                      <a:pt x="1" y="0"/>
                      <a:pt x="1" y="571"/>
                      <a:pt x="275" y="571"/>
                    </a:cubicBezTo>
                    <a:cubicBezTo>
                      <a:pt x="572" y="571"/>
                      <a:pt x="572" y="0"/>
                      <a:pt x="275"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7" name="Google Shape;997;p57"/>
              <p:cNvSpPr/>
              <p:nvPr/>
            </p:nvSpPr>
            <p:spPr>
              <a:xfrm>
                <a:off x="602175" y="2362475"/>
                <a:ext cx="21150" cy="14275"/>
              </a:xfrm>
              <a:custGeom>
                <a:rect b="b" l="l" r="r" t="t"/>
                <a:pathLst>
                  <a:path extrusionOk="0" h="571" w="846">
                    <a:moveTo>
                      <a:pt x="274" y="0"/>
                    </a:moveTo>
                    <a:cubicBezTo>
                      <a:pt x="1" y="0"/>
                      <a:pt x="1" y="571"/>
                      <a:pt x="274" y="571"/>
                    </a:cubicBezTo>
                    <a:cubicBezTo>
                      <a:pt x="845" y="571"/>
                      <a:pt x="845" y="0"/>
                      <a:pt x="274"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8" name="Google Shape;998;p57"/>
              <p:cNvSpPr/>
              <p:nvPr/>
            </p:nvSpPr>
            <p:spPr>
              <a:xfrm>
                <a:off x="551950" y="2619250"/>
                <a:ext cx="21725" cy="14300"/>
              </a:xfrm>
              <a:custGeom>
                <a:rect b="b" l="l" r="r" t="t"/>
                <a:pathLst>
                  <a:path extrusionOk="0" h="572" w="869">
                    <a:moveTo>
                      <a:pt x="298" y="0"/>
                    </a:moveTo>
                    <a:cubicBezTo>
                      <a:pt x="1" y="0"/>
                      <a:pt x="1" y="571"/>
                      <a:pt x="298" y="571"/>
                    </a:cubicBezTo>
                    <a:cubicBezTo>
                      <a:pt x="868" y="571"/>
                      <a:pt x="868" y="0"/>
                      <a:pt x="298"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9" name="Google Shape;999;p57"/>
              <p:cNvSpPr/>
              <p:nvPr/>
            </p:nvSpPr>
            <p:spPr>
              <a:xfrm>
                <a:off x="445250" y="1791825"/>
                <a:ext cx="21150" cy="14300"/>
              </a:xfrm>
              <a:custGeom>
                <a:rect b="b" l="l" r="r" t="t"/>
                <a:pathLst>
                  <a:path extrusionOk="0" h="572" w="846">
                    <a:moveTo>
                      <a:pt x="571" y="1"/>
                    </a:moveTo>
                    <a:cubicBezTo>
                      <a:pt x="1" y="1"/>
                      <a:pt x="1" y="571"/>
                      <a:pt x="571" y="571"/>
                    </a:cubicBezTo>
                    <a:cubicBezTo>
                      <a:pt x="845" y="571"/>
                      <a:pt x="845" y="1"/>
                      <a:pt x="571"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0" name="Google Shape;1000;p57"/>
              <p:cNvSpPr/>
              <p:nvPr/>
            </p:nvSpPr>
            <p:spPr>
              <a:xfrm>
                <a:off x="423575" y="1228050"/>
                <a:ext cx="21700" cy="14300"/>
              </a:xfrm>
              <a:custGeom>
                <a:rect b="b" l="l" r="r" t="t"/>
                <a:pathLst>
                  <a:path extrusionOk="0" h="572" w="868">
                    <a:moveTo>
                      <a:pt x="571" y="0"/>
                    </a:moveTo>
                    <a:cubicBezTo>
                      <a:pt x="0" y="0"/>
                      <a:pt x="0" y="571"/>
                      <a:pt x="571" y="571"/>
                    </a:cubicBezTo>
                    <a:cubicBezTo>
                      <a:pt x="868" y="571"/>
                      <a:pt x="868" y="0"/>
                      <a:pt x="571"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1" name="Google Shape;1001;p57"/>
              <p:cNvSpPr/>
              <p:nvPr/>
            </p:nvSpPr>
            <p:spPr>
              <a:xfrm>
                <a:off x="958825" y="978675"/>
                <a:ext cx="14275" cy="14300"/>
              </a:xfrm>
              <a:custGeom>
                <a:rect b="b" l="l" r="r" t="t"/>
                <a:pathLst>
                  <a:path extrusionOk="0" h="572" w="571">
                    <a:moveTo>
                      <a:pt x="274" y="1"/>
                    </a:moveTo>
                    <a:cubicBezTo>
                      <a:pt x="0" y="1"/>
                      <a:pt x="0" y="571"/>
                      <a:pt x="274" y="571"/>
                    </a:cubicBezTo>
                    <a:cubicBezTo>
                      <a:pt x="571" y="571"/>
                      <a:pt x="571" y="1"/>
                      <a:pt x="274"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2" name="Google Shape;1002;p57"/>
              <p:cNvSpPr/>
              <p:nvPr/>
            </p:nvSpPr>
            <p:spPr>
              <a:xfrm>
                <a:off x="837275" y="1820375"/>
                <a:ext cx="14300" cy="14275"/>
              </a:xfrm>
              <a:custGeom>
                <a:rect b="b" l="l" r="r" t="t"/>
                <a:pathLst>
                  <a:path extrusionOk="0" h="571" w="572">
                    <a:moveTo>
                      <a:pt x="297" y="0"/>
                    </a:moveTo>
                    <a:cubicBezTo>
                      <a:pt x="1" y="0"/>
                      <a:pt x="1" y="571"/>
                      <a:pt x="297" y="571"/>
                    </a:cubicBezTo>
                    <a:cubicBezTo>
                      <a:pt x="571" y="571"/>
                      <a:pt x="571" y="0"/>
                      <a:pt x="297"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3" name="Google Shape;1003;p57"/>
              <p:cNvSpPr/>
              <p:nvPr/>
            </p:nvSpPr>
            <p:spPr>
              <a:xfrm>
                <a:off x="1308050" y="2255175"/>
                <a:ext cx="21700" cy="14300"/>
              </a:xfrm>
              <a:custGeom>
                <a:rect b="b" l="l" r="r" t="t"/>
                <a:pathLst>
                  <a:path extrusionOk="0" h="572" w="868">
                    <a:moveTo>
                      <a:pt x="571" y="1"/>
                    </a:moveTo>
                    <a:cubicBezTo>
                      <a:pt x="0" y="1"/>
                      <a:pt x="0" y="572"/>
                      <a:pt x="571" y="572"/>
                    </a:cubicBezTo>
                    <a:cubicBezTo>
                      <a:pt x="868" y="572"/>
                      <a:pt x="868" y="1"/>
                      <a:pt x="571"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4" name="Google Shape;1004;p57"/>
              <p:cNvSpPr/>
              <p:nvPr/>
            </p:nvSpPr>
            <p:spPr>
              <a:xfrm>
                <a:off x="5381225" y="4309450"/>
                <a:ext cx="21150" cy="14300"/>
              </a:xfrm>
              <a:custGeom>
                <a:rect b="b" l="l" r="r" t="t"/>
                <a:pathLst>
                  <a:path extrusionOk="0" h="572" w="846">
                    <a:moveTo>
                      <a:pt x="571" y="1"/>
                    </a:moveTo>
                    <a:cubicBezTo>
                      <a:pt x="0" y="1"/>
                      <a:pt x="0" y="572"/>
                      <a:pt x="571" y="572"/>
                    </a:cubicBezTo>
                    <a:cubicBezTo>
                      <a:pt x="845" y="572"/>
                      <a:pt x="845" y="1"/>
                      <a:pt x="571"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5" name="Google Shape;1005;p57"/>
              <p:cNvSpPr/>
              <p:nvPr/>
            </p:nvSpPr>
            <p:spPr>
              <a:xfrm>
                <a:off x="5302475" y="4794500"/>
                <a:ext cx="14300" cy="14275"/>
              </a:xfrm>
              <a:custGeom>
                <a:rect b="b" l="l" r="r" t="t"/>
                <a:pathLst>
                  <a:path extrusionOk="0" h="571" w="572">
                    <a:moveTo>
                      <a:pt x="297" y="0"/>
                    </a:moveTo>
                    <a:cubicBezTo>
                      <a:pt x="1" y="0"/>
                      <a:pt x="1" y="571"/>
                      <a:pt x="297" y="571"/>
                    </a:cubicBezTo>
                    <a:cubicBezTo>
                      <a:pt x="571" y="571"/>
                      <a:pt x="571" y="0"/>
                      <a:pt x="297"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6" name="Google Shape;1006;p57"/>
              <p:cNvSpPr/>
              <p:nvPr/>
            </p:nvSpPr>
            <p:spPr>
              <a:xfrm>
                <a:off x="6094525" y="3910025"/>
                <a:ext cx="14275" cy="14275"/>
              </a:xfrm>
              <a:custGeom>
                <a:rect b="b" l="l" r="r" t="t"/>
                <a:pathLst>
                  <a:path extrusionOk="0" h="571" w="571">
                    <a:moveTo>
                      <a:pt x="274" y="0"/>
                    </a:moveTo>
                    <a:cubicBezTo>
                      <a:pt x="0" y="0"/>
                      <a:pt x="0" y="571"/>
                      <a:pt x="274" y="571"/>
                    </a:cubicBezTo>
                    <a:cubicBezTo>
                      <a:pt x="571" y="571"/>
                      <a:pt x="571" y="0"/>
                      <a:pt x="274"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7" name="Google Shape;1007;p57"/>
              <p:cNvSpPr/>
              <p:nvPr/>
            </p:nvSpPr>
            <p:spPr>
              <a:xfrm>
                <a:off x="2905825" y="3881475"/>
                <a:ext cx="14275" cy="14300"/>
              </a:xfrm>
              <a:custGeom>
                <a:rect b="b" l="l" r="r" t="t"/>
                <a:pathLst>
                  <a:path extrusionOk="0" h="572" w="571">
                    <a:moveTo>
                      <a:pt x="297" y="1"/>
                    </a:moveTo>
                    <a:cubicBezTo>
                      <a:pt x="0" y="1"/>
                      <a:pt x="0" y="572"/>
                      <a:pt x="297" y="572"/>
                    </a:cubicBezTo>
                    <a:cubicBezTo>
                      <a:pt x="571" y="572"/>
                      <a:pt x="571" y="1"/>
                      <a:pt x="297"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8" name="Google Shape;1008;p57"/>
              <p:cNvSpPr/>
              <p:nvPr/>
            </p:nvSpPr>
            <p:spPr>
              <a:xfrm>
                <a:off x="2399675" y="3032950"/>
                <a:ext cx="21125" cy="14300"/>
              </a:xfrm>
              <a:custGeom>
                <a:rect b="b" l="l" r="r" t="t"/>
                <a:pathLst>
                  <a:path extrusionOk="0" h="572" w="845">
                    <a:moveTo>
                      <a:pt x="571" y="1"/>
                    </a:moveTo>
                    <a:cubicBezTo>
                      <a:pt x="0" y="1"/>
                      <a:pt x="0" y="571"/>
                      <a:pt x="571" y="571"/>
                    </a:cubicBezTo>
                    <a:cubicBezTo>
                      <a:pt x="845" y="571"/>
                      <a:pt x="845" y="1"/>
                      <a:pt x="571"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9" name="Google Shape;1009;p57"/>
              <p:cNvSpPr/>
              <p:nvPr/>
            </p:nvSpPr>
            <p:spPr>
              <a:xfrm>
                <a:off x="2663300" y="2797275"/>
                <a:ext cx="21700" cy="14300"/>
              </a:xfrm>
              <a:custGeom>
                <a:rect b="b" l="l" r="r" t="t"/>
                <a:pathLst>
                  <a:path extrusionOk="0" h="572" w="868">
                    <a:moveTo>
                      <a:pt x="297" y="1"/>
                    </a:moveTo>
                    <a:cubicBezTo>
                      <a:pt x="1" y="1"/>
                      <a:pt x="1" y="572"/>
                      <a:pt x="297" y="572"/>
                    </a:cubicBezTo>
                    <a:cubicBezTo>
                      <a:pt x="868" y="572"/>
                      <a:pt x="868" y="1"/>
                      <a:pt x="297"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0" name="Google Shape;1010;p57"/>
              <p:cNvSpPr/>
              <p:nvPr/>
            </p:nvSpPr>
            <p:spPr>
              <a:xfrm>
                <a:off x="2905825" y="2861775"/>
                <a:ext cx="14275" cy="14275"/>
              </a:xfrm>
              <a:custGeom>
                <a:rect b="b" l="l" r="r" t="t"/>
                <a:pathLst>
                  <a:path extrusionOk="0" h="571" w="571">
                    <a:moveTo>
                      <a:pt x="297" y="0"/>
                    </a:moveTo>
                    <a:cubicBezTo>
                      <a:pt x="0" y="0"/>
                      <a:pt x="0" y="571"/>
                      <a:pt x="297" y="571"/>
                    </a:cubicBezTo>
                    <a:cubicBezTo>
                      <a:pt x="571" y="571"/>
                      <a:pt x="571" y="0"/>
                      <a:pt x="297"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1" name="Google Shape;1011;p57"/>
              <p:cNvSpPr/>
              <p:nvPr/>
            </p:nvSpPr>
            <p:spPr>
              <a:xfrm>
                <a:off x="2691825" y="3175625"/>
                <a:ext cx="21725" cy="14275"/>
              </a:xfrm>
              <a:custGeom>
                <a:rect b="b" l="l" r="r" t="t"/>
                <a:pathLst>
                  <a:path extrusionOk="0" h="571" w="869">
                    <a:moveTo>
                      <a:pt x="298" y="0"/>
                    </a:moveTo>
                    <a:cubicBezTo>
                      <a:pt x="1" y="0"/>
                      <a:pt x="1" y="571"/>
                      <a:pt x="298" y="571"/>
                    </a:cubicBezTo>
                    <a:cubicBezTo>
                      <a:pt x="868" y="571"/>
                      <a:pt x="868" y="0"/>
                      <a:pt x="298"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2" name="Google Shape;1012;p57"/>
              <p:cNvSpPr/>
              <p:nvPr/>
            </p:nvSpPr>
            <p:spPr>
              <a:xfrm>
                <a:off x="2121200" y="3795900"/>
                <a:ext cx="14300" cy="14275"/>
              </a:xfrm>
              <a:custGeom>
                <a:rect b="b" l="l" r="r" t="t"/>
                <a:pathLst>
                  <a:path extrusionOk="0" h="571" w="572">
                    <a:moveTo>
                      <a:pt x="297" y="0"/>
                    </a:moveTo>
                    <a:cubicBezTo>
                      <a:pt x="1" y="0"/>
                      <a:pt x="1" y="571"/>
                      <a:pt x="297" y="571"/>
                    </a:cubicBezTo>
                    <a:cubicBezTo>
                      <a:pt x="571" y="571"/>
                      <a:pt x="571" y="0"/>
                      <a:pt x="297"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3" name="Google Shape;1013;p57"/>
              <p:cNvSpPr/>
              <p:nvPr/>
            </p:nvSpPr>
            <p:spPr>
              <a:xfrm>
                <a:off x="2192525" y="3325125"/>
                <a:ext cx="14300" cy="14275"/>
              </a:xfrm>
              <a:custGeom>
                <a:rect b="b" l="l" r="r" t="t"/>
                <a:pathLst>
                  <a:path extrusionOk="0" h="571" w="572">
                    <a:moveTo>
                      <a:pt x="297" y="0"/>
                    </a:moveTo>
                    <a:cubicBezTo>
                      <a:pt x="1" y="0"/>
                      <a:pt x="1" y="571"/>
                      <a:pt x="297" y="571"/>
                    </a:cubicBezTo>
                    <a:cubicBezTo>
                      <a:pt x="571" y="571"/>
                      <a:pt x="571" y="0"/>
                      <a:pt x="297"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4" name="Google Shape;1014;p57"/>
              <p:cNvSpPr/>
              <p:nvPr/>
            </p:nvSpPr>
            <p:spPr>
              <a:xfrm>
                <a:off x="2413925" y="2055475"/>
                <a:ext cx="21150" cy="14275"/>
              </a:xfrm>
              <a:custGeom>
                <a:rect b="b" l="l" r="r" t="t"/>
                <a:pathLst>
                  <a:path extrusionOk="0" h="571" w="846">
                    <a:moveTo>
                      <a:pt x="572" y="0"/>
                    </a:moveTo>
                    <a:cubicBezTo>
                      <a:pt x="1" y="0"/>
                      <a:pt x="1" y="571"/>
                      <a:pt x="572" y="571"/>
                    </a:cubicBezTo>
                    <a:cubicBezTo>
                      <a:pt x="845" y="571"/>
                      <a:pt x="845" y="0"/>
                      <a:pt x="572"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5" name="Google Shape;1015;p57"/>
              <p:cNvSpPr/>
              <p:nvPr/>
            </p:nvSpPr>
            <p:spPr>
              <a:xfrm>
                <a:off x="2670725" y="2276875"/>
                <a:ext cx="21125" cy="14275"/>
              </a:xfrm>
              <a:custGeom>
                <a:rect b="b" l="l" r="r" t="t"/>
                <a:pathLst>
                  <a:path extrusionOk="0" h="571" w="845">
                    <a:moveTo>
                      <a:pt x="274" y="0"/>
                    </a:moveTo>
                    <a:cubicBezTo>
                      <a:pt x="0" y="0"/>
                      <a:pt x="0" y="571"/>
                      <a:pt x="274" y="571"/>
                    </a:cubicBezTo>
                    <a:cubicBezTo>
                      <a:pt x="845" y="571"/>
                      <a:pt x="845" y="0"/>
                      <a:pt x="274"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6" name="Google Shape;1016;p57"/>
              <p:cNvSpPr/>
              <p:nvPr/>
            </p:nvSpPr>
            <p:spPr>
              <a:xfrm>
                <a:off x="2485275" y="2633525"/>
                <a:ext cx="21125" cy="14275"/>
              </a:xfrm>
              <a:custGeom>
                <a:rect b="b" l="l" r="r" t="t"/>
                <a:pathLst>
                  <a:path extrusionOk="0" h="571" w="845">
                    <a:moveTo>
                      <a:pt x="571" y="0"/>
                    </a:moveTo>
                    <a:cubicBezTo>
                      <a:pt x="0" y="0"/>
                      <a:pt x="0" y="571"/>
                      <a:pt x="571" y="571"/>
                    </a:cubicBezTo>
                    <a:cubicBezTo>
                      <a:pt x="845" y="571"/>
                      <a:pt x="845" y="0"/>
                      <a:pt x="571"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7" name="Google Shape;1017;p57"/>
              <p:cNvSpPr/>
              <p:nvPr/>
            </p:nvSpPr>
            <p:spPr>
              <a:xfrm>
                <a:off x="2477850" y="721900"/>
                <a:ext cx="21700" cy="14300"/>
              </a:xfrm>
              <a:custGeom>
                <a:rect b="b" l="l" r="r" t="t"/>
                <a:pathLst>
                  <a:path extrusionOk="0" h="572" w="868">
                    <a:moveTo>
                      <a:pt x="571" y="0"/>
                    </a:moveTo>
                    <a:cubicBezTo>
                      <a:pt x="0" y="0"/>
                      <a:pt x="0" y="571"/>
                      <a:pt x="571" y="571"/>
                    </a:cubicBezTo>
                    <a:cubicBezTo>
                      <a:pt x="868" y="571"/>
                      <a:pt x="868" y="0"/>
                      <a:pt x="571"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8" name="Google Shape;1018;p57"/>
              <p:cNvSpPr/>
              <p:nvPr/>
            </p:nvSpPr>
            <p:spPr>
              <a:xfrm>
                <a:off x="2071550" y="2155325"/>
                <a:ext cx="14300" cy="14300"/>
              </a:xfrm>
              <a:custGeom>
                <a:rect b="b" l="l" r="r" t="t"/>
                <a:pathLst>
                  <a:path extrusionOk="0" h="572" w="572">
                    <a:moveTo>
                      <a:pt x="275" y="1"/>
                    </a:moveTo>
                    <a:cubicBezTo>
                      <a:pt x="1" y="1"/>
                      <a:pt x="1" y="571"/>
                      <a:pt x="275" y="571"/>
                    </a:cubicBezTo>
                    <a:cubicBezTo>
                      <a:pt x="571" y="571"/>
                      <a:pt x="571" y="1"/>
                      <a:pt x="275"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9" name="Google Shape;1019;p57"/>
              <p:cNvSpPr/>
              <p:nvPr/>
            </p:nvSpPr>
            <p:spPr>
              <a:xfrm>
                <a:off x="1664700" y="3061500"/>
                <a:ext cx="21700" cy="14275"/>
              </a:xfrm>
              <a:custGeom>
                <a:rect b="b" l="l" r="r" t="t"/>
                <a:pathLst>
                  <a:path extrusionOk="0" h="571" w="868">
                    <a:moveTo>
                      <a:pt x="297" y="0"/>
                    </a:moveTo>
                    <a:cubicBezTo>
                      <a:pt x="0" y="0"/>
                      <a:pt x="0" y="571"/>
                      <a:pt x="297" y="571"/>
                    </a:cubicBezTo>
                    <a:cubicBezTo>
                      <a:pt x="868" y="571"/>
                      <a:pt x="868" y="0"/>
                      <a:pt x="297"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0" name="Google Shape;1020;p57"/>
              <p:cNvSpPr/>
              <p:nvPr/>
            </p:nvSpPr>
            <p:spPr>
              <a:xfrm>
                <a:off x="573650" y="3539100"/>
                <a:ext cx="21125" cy="14300"/>
              </a:xfrm>
              <a:custGeom>
                <a:rect b="b" l="l" r="r" t="t"/>
                <a:pathLst>
                  <a:path extrusionOk="0" h="572" w="845">
                    <a:moveTo>
                      <a:pt x="274" y="1"/>
                    </a:moveTo>
                    <a:cubicBezTo>
                      <a:pt x="0" y="1"/>
                      <a:pt x="0" y="571"/>
                      <a:pt x="274" y="571"/>
                    </a:cubicBezTo>
                    <a:cubicBezTo>
                      <a:pt x="845" y="571"/>
                      <a:pt x="845" y="1"/>
                      <a:pt x="274"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1" name="Google Shape;1021;p57"/>
              <p:cNvSpPr/>
              <p:nvPr/>
            </p:nvSpPr>
            <p:spPr>
              <a:xfrm>
                <a:off x="2392250" y="4274075"/>
                <a:ext cx="21700" cy="14300"/>
              </a:xfrm>
              <a:custGeom>
                <a:rect b="b" l="l" r="r" t="t"/>
                <a:pathLst>
                  <a:path extrusionOk="0" h="572" w="868">
                    <a:moveTo>
                      <a:pt x="571" y="1"/>
                    </a:moveTo>
                    <a:cubicBezTo>
                      <a:pt x="1" y="1"/>
                      <a:pt x="1" y="571"/>
                      <a:pt x="571" y="571"/>
                    </a:cubicBezTo>
                    <a:cubicBezTo>
                      <a:pt x="868" y="571"/>
                      <a:pt x="868" y="1"/>
                      <a:pt x="571"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2" name="Google Shape;1022;p57"/>
              <p:cNvSpPr/>
              <p:nvPr/>
            </p:nvSpPr>
            <p:spPr>
              <a:xfrm>
                <a:off x="3818825" y="4102900"/>
                <a:ext cx="21725" cy="14275"/>
              </a:xfrm>
              <a:custGeom>
                <a:rect b="b" l="l" r="r" t="t"/>
                <a:pathLst>
                  <a:path extrusionOk="0" h="571" w="869">
                    <a:moveTo>
                      <a:pt x="298" y="0"/>
                    </a:moveTo>
                    <a:cubicBezTo>
                      <a:pt x="1" y="0"/>
                      <a:pt x="1" y="571"/>
                      <a:pt x="298" y="571"/>
                    </a:cubicBezTo>
                    <a:cubicBezTo>
                      <a:pt x="868" y="571"/>
                      <a:pt x="868" y="0"/>
                      <a:pt x="298"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3" name="Google Shape;1023;p57"/>
              <p:cNvSpPr/>
              <p:nvPr/>
            </p:nvSpPr>
            <p:spPr>
              <a:xfrm>
                <a:off x="4617725" y="5151150"/>
                <a:ext cx="21700" cy="14275"/>
              </a:xfrm>
              <a:custGeom>
                <a:rect b="b" l="l" r="r" t="t"/>
                <a:pathLst>
                  <a:path extrusionOk="0" h="571" w="868">
                    <a:moveTo>
                      <a:pt x="571" y="0"/>
                    </a:moveTo>
                    <a:cubicBezTo>
                      <a:pt x="0" y="0"/>
                      <a:pt x="0" y="571"/>
                      <a:pt x="571" y="571"/>
                    </a:cubicBezTo>
                    <a:cubicBezTo>
                      <a:pt x="868" y="571"/>
                      <a:pt x="868" y="0"/>
                      <a:pt x="571"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4" name="Google Shape;1024;p57"/>
              <p:cNvSpPr/>
              <p:nvPr/>
            </p:nvSpPr>
            <p:spPr>
              <a:xfrm>
                <a:off x="6094525" y="4437850"/>
                <a:ext cx="14275" cy="14300"/>
              </a:xfrm>
              <a:custGeom>
                <a:rect b="b" l="l" r="r" t="t"/>
                <a:pathLst>
                  <a:path extrusionOk="0" h="572" w="571">
                    <a:moveTo>
                      <a:pt x="274" y="1"/>
                    </a:moveTo>
                    <a:cubicBezTo>
                      <a:pt x="0" y="1"/>
                      <a:pt x="0" y="571"/>
                      <a:pt x="274" y="571"/>
                    </a:cubicBezTo>
                    <a:cubicBezTo>
                      <a:pt x="571" y="571"/>
                      <a:pt x="571" y="1"/>
                      <a:pt x="274"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5" name="Google Shape;1025;p57"/>
              <p:cNvSpPr/>
              <p:nvPr/>
            </p:nvSpPr>
            <p:spPr>
              <a:xfrm>
                <a:off x="6900250" y="4423575"/>
                <a:ext cx="21700" cy="14300"/>
              </a:xfrm>
              <a:custGeom>
                <a:rect b="b" l="l" r="r" t="t"/>
                <a:pathLst>
                  <a:path extrusionOk="0" h="572" w="868">
                    <a:moveTo>
                      <a:pt x="297" y="1"/>
                    </a:moveTo>
                    <a:cubicBezTo>
                      <a:pt x="0" y="1"/>
                      <a:pt x="0" y="572"/>
                      <a:pt x="297" y="572"/>
                    </a:cubicBezTo>
                    <a:cubicBezTo>
                      <a:pt x="868" y="572"/>
                      <a:pt x="868" y="1"/>
                      <a:pt x="297"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6" name="Google Shape;1026;p57"/>
              <p:cNvSpPr/>
              <p:nvPr/>
            </p:nvSpPr>
            <p:spPr>
              <a:xfrm>
                <a:off x="6950475" y="4109750"/>
                <a:ext cx="21125" cy="14275"/>
              </a:xfrm>
              <a:custGeom>
                <a:rect b="b" l="l" r="r" t="t"/>
                <a:pathLst>
                  <a:path extrusionOk="0" h="571" w="845">
                    <a:moveTo>
                      <a:pt x="274" y="0"/>
                    </a:moveTo>
                    <a:cubicBezTo>
                      <a:pt x="0" y="0"/>
                      <a:pt x="0" y="571"/>
                      <a:pt x="274" y="571"/>
                    </a:cubicBezTo>
                    <a:cubicBezTo>
                      <a:pt x="845" y="571"/>
                      <a:pt x="845" y="0"/>
                      <a:pt x="274"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7" name="Google Shape;1027;p57"/>
              <p:cNvSpPr/>
              <p:nvPr/>
            </p:nvSpPr>
            <p:spPr>
              <a:xfrm>
                <a:off x="6557875" y="3967075"/>
                <a:ext cx="21700" cy="14300"/>
              </a:xfrm>
              <a:custGeom>
                <a:rect b="b" l="l" r="r" t="t"/>
                <a:pathLst>
                  <a:path extrusionOk="0" h="572" w="868">
                    <a:moveTo>
                      <a:pt x="571" y="1"/>
                    </a:moveTo>
                    <a:cubicBezTo>
                      <a:pt x="0" y="1"/>
                      <a:pt x="0" y="571"/>
                      <a:pt x="571" y="571"/>
                    </a:cubicBezTo>
                    <a:cubicBezTo>
                      <a:pt x="868" y="571"/>
                      <a:pt x="868" y="1"/>
                      <a:pt x="571"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8" name="Google Shape;1028;p57"/>
              <p:cNvSpPr/>
              <p:nvPr/>
            </p:nvSpPr>
            <p:spPr>
              <a:xfrm>
                <a:off x="6515075" y="4388200"/>
                <a:ext cx="21700" cy="14300"/>
              </a:xfrm>
              <a:custGeom>
                <a:rect b="b" l="l" r="r" t="t"/>
                <a:pathLst>
                  <a:path extrusionOk="0" h="572" w="868">
                    <a:moveTo>
                      <a:pt x="571" y="1"/>
                    </a:moveTo>
                    <a:cubicBezTo>
                      <a:pt x="0" y="1"/>
                      <a:pt x="0" y="571"/>
                      <a:pt x="571" y="571"/>
                    </a:cubicBezTo>
                    <a:cubicBezTo>
                      <a:pt x="868" y="571"/>
                      <a:pt x="868" y="1"/>
                      <a:pt x="571"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9" name="Google Shape;1029;p57"/>
              <p:cNvSpPr/>
              <p:nvPr/>
            </p:nvSpPr>
            <p:spPr>
              <a:xfrm>
                <a:off x="6707950" y="4131425"/>
                <a:ext cx="21125" cy="14300"/>
              </a:xfrm>
              <a:custGeom>
                <a:rect b="b" l="l" r="r" t="t"/>
                <a:pathLst>
                  <a:path extrusionOk="0" h="572" w="845">
                    <a:moveTo>
                      <a:pt x="274" y="0"/>
                    </a:moveTo>
                    <a:cubicBezTo>
                      <a:pt x="0" y="0"/>
                      <a:pt x="0" y="571"/>
                      <a:pt x="274" y="571"/>
                    </a:cubicBezTo>
                    <a:cubicBezTo>
                      <a:pt x="845" y="571"/>
                      <a:pt x="845" y="0"/>
                      <a:pt x="274"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0" name="Google Shape;1030;p57"/>
              <p:cNvSpPr/>
              <p:nvPr/>
            </p:nvSpPr>
            <p:spPr>
              <a:xfrm>
                <a:off x="6800400" y="4045825"/>
                <a:ext cx="21700" cy="14300"/>
              </a:xfrm>
              <a:custGeom>
                <a:rect b="b" l="l" r="r" t="t"/>
                <a:pathLst>
                  <a:path extrusionOk="0" h="572" w="868">
                    <a:moveTo>
                      <a:pt x="297" y="1"/>
                    </a:moveTo>
                    <a:cubicBezTo>
                      <a:pt x="0" y="1"/>
                      <a:pt x="0" y="571"/>
                      <a:pt x="297" y="571"/>
                    </a:cubicBezTo>
                    <a:cubicBezTo>
                      <a:pt x="867" y="571"/>
                      <a:pt x="867" y="1"/>
                      <a:pt x="297"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1" name="Google Shape;1031;p57"/>
              <p:cNvSpPr/>
              <p:nvPr/>
            </p:nvSpPr>
            <p:spPr>
              <a:xfrm>
                <a:off x="6822075" y="4409325"/>
                <a:ext cx="21125" cy="14275"/>
              </a:xfrm>
              <a:custGeom>
                <a:rect b="b" l="l" r="r" t="t"/>
                <a:pathLst>
                  <a:path extrusionOk="0" h="571" w="845">
                    <a:moveTo>
                      <a:pt x="274" y="0"/>
                    </a:moveTo>
                    <a:cubicBezTo>
                      <a:pt x="0" y="0"/>
                      <a:pt x="0" y="571"/>
                      <a:pt x="274" y="571"/>
                    </a:cubicBezTo>
                    <a:cubicBezTo>
                      <a:pt x="845" y="571"/>
                      <a:pt x="845" y="0"/>
                      <a:pt x="274"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2" name="Google Shape;1032;p57"/>
              <p:cNvSpPr/>
              <p:nvPr/>
            </p:nvSpPr>
            <p:spPr>
              <a:xfrm>
                <a:off x="6921925" y="5201350"/>
                <a:ext cx="21150" cy="14300"/>
              </a:xfrm>
              <a:custGeom>
                <a:rect b="b" l="l" r="r" t="t"/>
                <a:pathLst>
                  <a:path extrusionOk="0" h="572" w="846">
                    <a:moveTo>
                      <a:pt x="275" y="1"/>
                    </a:moveTo>
                    <a:cubicBezTo>
                      <a:pt x="1" y="1"/>
                      <a:pt x="1" y="571"/>
                      <a:pt x="275" y="571"/>
                    </a:cubicBezTo>
                    <a:cubicBezTo>
                      <a:pt x="845" y="571"/>
                      <a:pt x="845" y="1"/>
                      <a:pt x="275"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3" name="Google Shape;1033;p57"/>
              <p:cNvSpPr/>
              <p:nvPr/>
            </p:nvSpPr>
            <p:spPr>
              <a:xfrm>
                <a:off x="7150175" y="4060100"/>
                <a:ext cx="14300" cy="14275"/>
              </a:xfrm>
              <a:custGeom>
                <a:rect b="b" l="l" r="r" t="t"/>
                <a:pathLst>
                  <a:path extrusionOk="0" h="571" w="572">
                    <a:moveTo>
                      <a:pt x="275" y="0"/>
                    </a:moveTo>
                    <a:cubicBezTo>
                      <a:pt x="1" y="0"/>
                      <a:pt x="1" y="571"/>
                      <a:pt x="275" y="571"/>
                    </a:cubicBezTo>
                    <a:cubicBezTo>
                      <a:pt x="572" y="571"/>
                      <a:pt x="572" y="0"/>
                      <a:pt x="275"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4" name="Google Shape;1034;p57"/>
              <p:cNvSpPr/>
              <p:nvPr/>
            </p:nvSpPr>
            <p:spPr>
              <a:xfrm>
                <a:off x="5794925" y="2990150"/>
                <a:ext cx="21150" cy="14300"/>
              </a:xfrm>
              <a:custGeom>
                <a:rect b="b" l="l" r="r" t="t"/>
                <a:pathLst>
                  <a:path extrusionOk="0" h="572" w="846">
                    <a:moveTo>
                      <a:pt x="275" y="1"/>
                    </a:moveTo>
                    <a:cubicBezTo>
                      <a:pt x="1" y="1"/>
                      <a:pt x="1" y="572"/>
                      <a:pt x="275" y="572"/>
                    </a:cubicBezTo>
                    <a:cubicBezTo>
                      <a:pt x="845" y="572"/>
                      <a:pt x="845" y="1"/>
                      <a:pt x="275"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5" name="Google Shape;1035;p57"/>
              <p:cNvSpPr/>
              <p:nvPr/>
            </p:nvSpPr>
            <p:spPr>
              <a:xfrm>
                <a:off x="5944450" y="2169600"/>
                <a:ext cx="21700" cy="14275"/>
              </a:xfrm>
              <a:custGeom>
                <a:rect b="b" l="l" r="r" t="t"/>
                <a:pathLst>
                  <a:path extrusionOk="0" h="571" w="868">
                    <a:moveTo>
                      <a:pt x="297" y="0"/>
                    </a:moveTo>
                    <a:cubicBezTo>
                      <a:pt x="0" y="0"/>
                      <a:pt x="0" y="571"/>
                      <a:pt x="297" y="571"/>
                    </a:cubicBezTo>
                    <a:cubicBezTo>
                      <a:pt x="571" y="571"/>
                      <a:pt x="867" y="0"/>
                      <a:pt x="297"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6" name="Google Shape;1036;p57"/>
              <p:cNvSpPr/>
              <p:nvPr/>
            </p:nvSpPr>
            <p:spPr>
              <a:xfrm>
                <a:off x="4917300" y="907350"/>
                <a:ext cx="21700" cy="14300"/>
              </a:xfrm>
              <a:custGeom>
                <a:rect b="b" l="l" r="r" t="t"/>
                <a:pathLst>
                  <a:path extrusionOk="0" h="572" w="868">
                    <a:moveTo>
                      <a:pt x="297" y="1"/>
                    </a:moveTo>
                    <a:cubicBezTo>
                      <a:pt x="1" y="1"/>
                      <a:pt x="1" y="571"/>
                      <a:pt x="297" y="571"/>
                    </a:cubicBezTo>
                    <a:cubicBezTo>
                      <a:pt x="571" y="571"/>
                      <a:pt x="868" y="1"/>
                      <a:pt x="297"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7" name="Google Shape;1037;p57"/>
              <p:cNvSpPr/>
              <p:nvPr/>
            </p:nvSpPr>
            <p:spPr>
              <a:xfrm>
                <a:off x="3783450" y="2177000"/>
                <a:ext cx="21150" cy="14300"/>
              </a:xfrm>
              <a:custGeom>
                <a:rect b="b" l="l" r="r" t="t"/>
                <a:pathLst>
                  <a:path extrusionOk="0" h="572" w="846">
                    <a:moveTo>
                      <a:pt x="275" y="1"/>
                    </a:moveTo>
                    <a:cubicBezTo>
                      <a:pt x="1" y="1"/>
                      <a:pt x="1" y="572"/>
                      <a:pt x="275" y="572"/>
                    </a:cubicBezTo>
                    <a:cubicBezTo>
                      <a:pt x="845" y="572"/>
                      <a:pt x="845" y="1"/>
                      <a:pt x="275"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8" name="Google Shape;1038;p57"/>
              <p:cNvSpPr/>
              <p:nvPr/>
            </p:nvSpPr>
            <p:spPr>
              <a:xfrm>
                <a:off x="3890150" y="2476600"/>
                <a:ext cx="21725" cy="14275"/>
              </a:xfrm>
              <a:custGeom>
                <a:rect b="b" l="l" r="r" t="t"/>
                <a:pathLst>
                  <a:path extrusionOk="0" h="571" w="869">
                    <a:moveTo>
                      <a:pt x="298" y="0"/>
                    </a:moveTo>
                    <a:cubicBezTo>
                      <a:pt x="1" y="0"/>
                      <a:pt x="1" y="571"/>
                      <a:pt x="298" y="571"/>
                    </a:cubicBezTo>
                    <a:cubicBezTo>
                      <a:pt x="572" y="571"/>
                      <a:pt x="868" y="0"/>
                      <a:pt x="298"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9" name="Google Shape;1039;p57"/>
              <p:cNvSpPr/>
              <p:nvPr/>
            </p:nvSpPr>
            <p:spPr>
              <a:xfrm>
                <a:off x="4867650" y="3353650"/>
                <a:ext cx="21150" cy="14300"/>
              </a:xfrm>
              <a:custGeom>
                <a:rect b="b" l="l" r="r" t="t"/>
                <a:pathLst>
                  <a:path extrusionOk="0" h="572" w="846">
                    <a:moveTo>
                      <a:pt x="275" y="1"/>
                    </a:moveTo>
                    <a:cubicBezTo>
                      <a:pt x="1" y="1"/>
                      <a:pt x="1" y="571"/>
                      <a:pt x="275" y="571"/>
                    </a:cubicBezTo>
                    <a:cubicBezTo>
                      <a:pt x="845" y="571"/>
                      <a:pt x="845" y="1"/>
                      <a:pt x="275"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0" name="Google Shape;1040;p57"/>
              <p:cNvSpPr/>
              <p:nvPr/>
            </p:nvSpPr>
            <p:spPr>
              <a:xfrm>
                <a:off x="4731850" y="3567650"/>
                <a:ext cx="21700" cy="14275"/>
              </a:xfrm>
              <a:custGeom>
                <a:rect b="b" l="l" r="r" t="t"/>
                <a:pathLst>
                  <a:path extrusionOk="0" h="571" w="868">
                    <a:moveTo>
                      <a:pt x="297" y="0"/>
                    </a:moveTo>
                    <a:cubicBezTo>
                      <a:pt x="0" y="0"/>
                      <a:pt x="0" y="571"/>
                      <a:pt x="297" y="571"/>
                    </a:cubicBezTo>
                    <a:cubicBezTo>
                      <a:pt x="868" y="571"/>
                      <a:pt x="868" y="0"/>
                      <a:pt x="297"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1" name="Google Shape;1041;p57"/>
              <p:cNvSpPr/>
              <p:nvPr/>
            </p:nvSpPr>
            <p:spPr>
              <a:xfrm>
                <a:off x="6979000" y="1050000"/>
                <a:ext cx="14275" cy="14300"/>
              </a:xfrm>
              <a:custGeom>
                <a:rect b="b" l="l" r="r" t="t"/>
                <a:pathLst>
                  <a:path extrusionOk="0" h="572" w="571">
                    <a:moveTo>
                      <a:pt x="274" y="1"/>
                    </a:moveTo>
                    <a:cubicBezTo>
                      <a:pt x="0" y="1"/>
                      <a:pt x="0" y="572"/>
                      <a:pt x="274" y="572"/>
                    </a:cubicBezTo>
                    <a:cubicBezTo>
                      <a:pt x="571" y="572"/>
                      <a:pt x="571" y="1"/>
                      <a:pt x="274"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2" name="Google Shape;1042;p57"/>
              <p:cNvSpPr/>
              <p:nvPr/>
            </p:nvSpPr>
            <p:spPr>
              <a:xfrm>
                <a:off x="5331000" y="728750"/>
                <a:ext cx="14300" cy="14275"/>
              </a:xfrm>
              <a:custGeom>
                <a:rect b="b" l="l" r="r" t="t"/>
                <a:pathLst>
                  <a:path extrusionOk="0" h="571" w="572">
                    <a:moveTo>
                      <a:pt x="298" y="0"/>
                    </a:moveTo>
                    <a:cubicBezTo>
                      <a:pt x="1" y="0"/>
                      <a:pt x="1" y="571"/>
                      <a:pt x="298" y="571"/>
                    </a:cubicBezTo>
                    <a:cubicBezTo>
                      <a:pt x="571" y="571"/>
                      <a:pt x="571" y="0"/>
                      <a:pt x="298"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3" name="Google Shape;1043;p57"/>
              <p:cNvSpPr/>
              <p:nvPr/>
            </p:nvSpPr>
            <p:spPr>
              <a:xfrm>
                <a:off x="3883325" y="671675"/>
                <a:ext cx="21125" cy="14300"/>
              </a:xfrm>
              <a:custGeom>
                <a:rect b="b" l="l" r="r" t="t"/>
                <a:pathLst>
                  <a:path extrusionOk="0" h="572" w="845">
                    <a:moveTo>
                      <a:pt x="274" y="1"/>
                    </a:moveTo>
                    <a:cubicBezTo>
                      <a:pt x="0" y="1"/>
                      <a:pt x="0" y="571"/>
                      <a:pt x="274" y="571"/>
                    </a:cubicBezTo>
                    <a:cubicBezTo>
                      <a:pt x="845" y="571"/>
                      <a:pt x="845" y="1"/>
                      <a:pt x="274"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4" name="Google Shape;1044;p57"/>
              <p:cNvSpPr/>
              <p:nvPr/>
            </p:nvSpPr>
            <p:spPr>
              <a:xfrm>
                <a:off x="3947225" y="957000"/>
                <a:ext cx="14300" cy="14300"/>
              </a:xfrm>
              <a:custGeom>
                <a:rect b="b" l="l" r="r" t="t"/>
                <a:pathLst>
                  <a:path extrusionOk="0" h="572" w="572">
                    <a:moveTo>
                      <a:pt x="297" y="0"/>
                    </a:moveTo>
                    <a:cubicBezTo>
                      <a:pt x="0" y="0"/>
                      <a:pt x="0" y="571"/>
                      <a:pt x="297" y="571"/>
                    </a:cubicBezTo>
                    <a:cubicBezTo>
                      <a:pt x="571" y="571"/>
                      <a:pt x="571" y="0"/>
                      <a:pt x="297"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5" name="Google Shape;1045;p57"/>
              <p:cNvSpPr/>
              <p:nvPr/>
            </p:nvSpPr>
            <p:spPr>
              <a:xfrm>
                <a:off x="3191125" y="1763300"/>
                <a:ext cx="14300" cy="14300"/>
              </a:xfrm>
              <a:custGeom>
                <a:rect b="b" l="l" r="r" t="t"/>
                <a:pathLst>
                  <a:path extrusionOk="0" h="572" w="572">
                    <a:moveTo>
                      <a:pt x="298" y="1"/>
                    </a:moveTo>
                    <a:cubicBezTo>
                      <a:pt x="1" y="1"/>
                      <a:pt x="1" y="571"/>
                      <a:pt x="298" y="571"/>
                    </a:cubicBezTo>
                    <a:cubicBezTo>
                      <a:pt x="572" y="571"/>
                      <a:pt x="572" y="1"/>
                      <a:pt x="298"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6" name="Google Shape;1046;p57"/>
              <p:cNvSpPr/>
              <p:nvPr/>
            </p:nvSpPr>
            <p:spPr>
              <a:xfrm>
                <a:off x="3369750" y="2505125"/>
                <a:ext cx="21125" cy="14300"/>
              </a:xfrm>
              <a:custGeom>
                <a:rect b="b" l="l" r="r" t="t"/>
                <a:pathLst>
                  <a:path extrusionOk="0" h="572" w="845">
                    <a:moveTo>
                      <a:pt x="571" y="0"/>
                    </a:moveTo>
                    <a:cubicBezTo>
                      <a:pt x="0" y="0"/>
                      <a:pt x="0" y="571"/>
                      <a:pt x="571" y="571"/>
                    </a:cubicBezTo>
                    <a:cubicBezTo>
                      <a:pt x="845" y="571"/>
                      <a:pt x="845" y="0"/>
                      <a:pt x="571"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7" name="Google Shape;1047;p57"/>
              <p:cNvSpPr/>
              <p:nvPr/>
            </p:nvSpPr>
            <p:spPr>
              <a:xfrm>
                <a:off x="3198550" y="3567650"/>
                <a:ext cx="14300" cy="14275"/>
              </a:xfrm>
              <a:custGeom>
                <a:rect b="b" l="l" r="r" t="t"/>
                <a:pathLst>
                  <a:path extrusionOk="0" h="571" w="572">
                    <a:moveTo>
                      <a:pt x="275" y="0"/>
                    </a:moveTo>
                    <a:cubicBezTo>
                      <a:pt x="1" y="0"/>
                      <a:pt x="1" y="571"/>
                      <a:pt x="275" y="571"/>
                    </a:cubicBezTo>
                    <a:cubicBezTo>
                      <a:pt x="571" y="571"/>
                      <a:pt x="571" y="0"/>
                      <a:pt x="275"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8" name="Google Shape;1048;p57"/>
              <p:cNvSpPr/>
              <p:nvPr/>
            </p:nvSpPr>
            <p:spPr>
              <a:xfrm>
                <a:off x="4796325" y="1763300"/>
                <a:ext cx="21150" cy="14300"/>
              </a:xfrm>
              <a:custGeom>
                <a:rect b="b" l="l" r="r" t="t"/>
                <a:pathLst>
                  <a:path extrusionOk="0" h="572" w="846">
                    <a:moveTo>
                      <a:pt x="274" y="1"/>
                    </a:moveTo>
                    <a:cubicBezTo>
                      <a:pt x="1" y="1"/>
                      <a:pt x="1" y="571"/>
                      <a:pt x="274" y="571"/>
                    </a:cubicBezTo>
                    <a:cubicBezTo>
                      <a:pt x="845" y="571"/>
                      <a:pt x="845" y="1"/>
                      <a:pt x="274"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9" name="Google Shape;1049;p57"/>
              <p:cNvSpPr/>
              <p:nvPr/>
            </p:nvSpPr>
            <p:spPr>
              <a:xfrm>
                <a:off x="2442475" y="3232675"/>
                <a:ext cx="21125" cy="14300"/>
              </a:xfrm>
              <a:custGeom>
                <a:rect b="b" l="l" r="r" t="t"/>
                <a:pathLst>
                  <a:path extrusionOk="0" h="572" w="845">
                    <a:moveTo>
                      <a:pt x="571" y="1"/>
                    </a:moveTo>
                    <a:cubicBezTo>
                      <a:pt x="0" y="1"/>
                      <a:pt x="0" y="571"/>
                      <a:pt x="571" y="571"/>
                    </a:cubicBezTo>
                    <a:cubicBezTo>
                      <a:pt x="845" y="571"/>
                      <a:pt x="845" y="1"/>
                      <a:pt x="571"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0" name="Google Shape;1050;p57"/>
              <p:cNvSpPr/>
              <p:nvPr/>
            </p:nvSpPr>
            <p:spPr>
              <a:xfrm>
                <a:off x="2585125" y="3054075"/>
                <a:ext cx="21150" cy="14275"/>
              </a:xfrm>
              <a:custGeom>
                <a:rect b="b" l="l" r="r" t="t"/>
                <a:pathLst>
                  <a:path extrusionOk="0" h="571" w="846">
                    <a:moveTo>
                      <a:pt x="274" y="0"/>
                    </a:moveTo>
                    <a:cubicBezTo>
                      <a:pt x="0" y="0"/>
                      <a:pt x="0" y="571"/>
                      <a:pt x="274" y="571"/>
                    </a:cubicBezTo>
                    <a:cubicBezTo>
                      <a:pt x="845" y="571"/>
                      <a:pt x="845" y="0"/>
                      <a:pt x="274"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1" name="Google Shape;1051;p57"/>
              <p:cNvSpPr/>
              <p:nvPr/>
            </p:nvSpPr>
            <p:spPr>
              <a:xfrm>
                <a:off x="2898975" y="2483450"/>
                <a:ext cx="14300" cy="14275"/>
              </a:xfrm>
              <a:custGeom>
                <a:rect b="b" l="l" r="r" t="t"/>
                <a:pathLst>
                  <a:path extrusionOk="0" h="571" w="572">
                    <a:moveTo>
                      <a:pt x="274" y="0"/>
                    </a:moveTo>
                    <a:cubicBezTo>
                      <a:pt x="0" y="0"/>
                      <a:pt x="0" y="571"/>
                      <a:pt x="274" y="571"/>
                    </a:cubicBezTo>
                    <a:cubicBezTo>
                      <a:pt x="571" y="571"/>
                      <a:pt x="571" y="0"/>
                      <a:pt x="274"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2" name="Google Shape;1052;p57"/>
              <p:cNvSpPr/>
              <p:nvPr/>
            </p:nvSpPr>
            <p:spPr>
              <a:xfrm>
                <a:off x="1336575" y="1749025"/>
                <a:ext cx="21725" cy="14300"/>
              </a:xfrm>
              <a:custGeom>
                <a:rect b="b" l="l" r="r" t="t"/>
                <a:pathLst>
                  <a:path extrusionOk="0" h="572" w="869">
                    <a:moveTo>
                      <a:pt x="571" y="1"/>
                    </a:moveTo>
                    <a:cubicBezTo>
                      <a:pt x="1" y="1"/>
                      <a:pt x="1" y="572"/>
                      <a:pt x="571" y="572"/>
                    </a:cubicBezTo>
                    <a:cubicBezTo>
                      <a:pt x="868" y="572"/>
                      <a:pt x="868" y="1"/>
                      <a:pt x="571"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3" name="Google Shape;1053;p57"/>
              <p:cNvSpPr/>
              <p:nvPr/>
            </p:nvSpPr>
            <p:spPr>
              <a:xfrm>
                <a:off x="1393650" y="2005825"/>
                <a:ext cx="21700" cy="14275"/>
              </a:xfrm>
              <a:custGeom>
                <a:rect b="b" l="l" r="r" t="t"/>
                <a:pathLst>
                  <a:path extrusionOk="0" h="571" w="868">
                    <a:moveTo>
                      <a:pt x="571" y="0"/>
                    </a:moveTo>
                    <a:cubicBezTo>
                      <a:pt x="0" y="0"/>
                      <a:pt x="0" y="571"/>
                      <a:pt x="571" y="571"/>
                    </a:cubicBezTo>
                    <a:cubicBezTo>
                      <a:pt x="868" y="571"/>
                      <a:pt x="868" y="0"/>
                      <a:pt x="571"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4" name="Google Shape;1054;p57"/>
              <p:cNvSpPr/>
              <p:nvPr/>
            </p:nvSpPr>
            <p:spPr>
              <a:xfrm>
                <a:off x="1557975" y="2276875"/>
                <a:ext cx="21150" cy="14275"/>
              </a:xfrm>
              <a:custGeom>
                <a:rect b="b" l="l" r="r" t="t"/>
                <a:pathLst>
                  <a:path extrusionOk="0" h="571" w="846">
                    <a:moveTo>
                      <a:pt x="275" y="0"/>
                    </a:moveTo>
                    <a:cubicBezTo>
                      <a:pt x="1" y="0"/>
                      <a:pt x="1" y="571"/>
                      <a:pt x="275" y="571"/>
                    </a:cubicBezTo>
                    <a:cubicBezTo>
                      <a:pt x="845" y="571"/>
                      <a:pt x="845" y="0"/>
                      <a:pt x="275"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5" name="Google Shape;1055;p57"/>
              <p:cNvSpPr/>
              <p:nvPr/>
            </p:nvSpPr>
            <p:spPr>
              <a:xfrm>
                <a:off x="1786250" y="1848900"/>
                <a:ext cx="21125" cy="14275"/>
              </a:xfrm>
              <a:custGeom>
                <a:rect b="b" l="l" r="r" t="t"/>
                <a:pathLst>
                  <a:path extrusionOk="0" h="571" w="845">
                    <a:moveTo>
                      <a:pt x="274" y="0"/>
                    </a:moveTo>
                    <a:cubicBezTo>
                      <a:pt x="0" y="0"/>
                      <a:pt x="0" y="571"/>
                      <a:pt x="274" y="571"/>
                    </a:cubicBezTo>
                    <a:cubicBezTo>
                      <a:pt x="845" y="571"/>
                      <a:pt x="845" y="0"/>
                      <a:pt x="274"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6" name="Google Shape;1056;p57"/>
              <p:cNvSpPr/>
              <p:nvPr/>
            </p:nvSpPr>
            <p:spPr>
              <a:xfrm>
                <a:off x="1401050" y="1798675"/>
                <a:ext cx="21150" cy="14300"/>
              </a:xfrm>
              <a:custGeom>
                <a:rect b="b" l="l" r="r" t="t"/>
                <a:pathLst>
                  <a:path extrusionOk="0" h="572" w="846">
                    <a:moveTo>
                      <a:pt x="572" y="1"/>
                    </a:moveTo>
                    <a:cubicBezTo>
                      <a:pt x="1" y="1"/>
                      <a:pt x="1" y="571"/>
                      <a:pt x="572" y="571"/>
                    </a:cubicBezTo>
                    <a:cubicBezTo>
                      <a:pt x="846" y="571"/>
                      <a:pt x="846" y="1"/>
                      <a:pt x="572"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7" name="Google Shape;1057;p57"/>
              <p:cNvSpPr/>
              <p:nvPr/>
            </p:nvSpPr>
            <p:spPr>
              <a:xfrm>
                <a:off x="1743450" y="2205550"/>
                <a:ext cx="21125" cy="14275"/>
              </a:xfrm>
              <a:custGeom>
                <a:rect b="b" l="l" r="r" t="t"/>
                <a:pathLst>
                  <a:path extrusionOk="0" h="571" w="845">
                    <a:moveTo>
                      <a:pt x="274" y="0"/>
                    </a:moveTo>
                    <a:cubicBezTo>
                      <a:pt x="0" y="0"/>
                      <a:pt x="0" y="571"/>
                      <a:pt x="274" y="571"/>
                    </a:cubicBezTo>
                    <a:cubicBezTo>
                      <a:pt x="845" y="571"/>
                      <a:pt x="845" y="0"/>
                      <a:pt x="274"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8" name="Google Shape;1058;p57"/>
              <p:cNvSpPr/>
              <p:nvPr/>
            </p:nvSpPr>
            <p:spPr>
              <a:xfrm>
                <a:off x="1458125" y="771550"/>
                <a:ext cx="21150" cy="14275"/>
              </a:xfrm>
              <a:custGeom>
                <a:rect b="b" l="l" r="r" t="t"/>
                <a:pathLst>
                  <a:path extrusionOk="0" h="571" w="846">
                    <a:moveTo>
                      <a:pt x="571" y="0"/>
                    </a:moveTo>
                    <a:cubicBezTo>
                      <a:pt x="1" y="0"/>
                      <a:pt x="1" y="571"/>
                      <a:pt x="571" y="571"/>
                    </a:cubicBezTo>
                    <a:cubicBezTo>
                      <a:pt x="845" y="571"/>
                      <a:pt x="845" y="0"/>
                      <a:pt x="571"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9" name="Google Shape;1059;p57"/>
              <p:cNvSpPr/>
              <p:nvPr/>
            </p:nvSpPr>
            <p:spPr>
              <a:xfrm>
                <a:off x="965675" y="728750"/>
                <a:ext cx="14275" cy="14275"/>
              </a:xfrm>
              <a:custGeom>
                <a:rect b="b" l="l" r="r" t="t"/>
                <a:pathLst>
                  <a:path extrusionOk="0" h="571" w="571">
                    <a:moveTo>
                      <a:pt x="297" y="0"/>
                    </a:moveTo>
                    <a:cubicBezTo>
                      <a:pt x="0" y="0"/>
                      <a:pt x="0" y="571"/>
                      <a:pt x="297" y="571"/>
                    </a:cubicBezTo>
                    <a:cubicBezTo>
                      <a:pt x="571" y="571"/>
                      <a:pt x="571" y="0"/>
                      <a:pt x="297"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0" name="Google Shape;1060;p57"/>
              <p:cNvSpPr/>
              <p:nvPr/>
            </p:nvSpPr>
            <p:spPr>
              <a:xfrm>
                <a:off x="1336575" y="4637575"/>
                <a:ext cx="21725" cy="14300"/>
              </a:xfrm>
              <a:custGeom>
                <a:rect b="b" l="l" r="r" t="t"/>
                <a:pathLst>
                  <a:path extrusionOk="0" h="572" w="869">
                    <a:moveTo>
                      <a:pt x="571" y="0"/>
                    </a:moveTo>
                    <a:cubicBezTo>
                      <a:pt x="1" y="0"/>
                      <a:pt x="1" y="571"/>
                      <a:pt x="571" y="571"/>
                    </a:cubicBezTo>
                    <a:cubicBezTo>
                      <a:pt x="868" y="571"/>
                      <a:pt x="868" y="0"/>
                      <a:pt x="571"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1" name="Google Shape;1061;p57"/>
              <p:cNvSpPr/>
              <p:nvPr/>
            </p:nvSpPr>
            <p:spPr>
              <a:xfrm>
                <a:off x="1707500" y="4238125"/>
                <a:ext cx="21700" cy="14300"/>
              </a:xfrm>
              <a:custGeom>
                <a:rect b="b" l="l" r="r" t="t"/>
                <a:pathLst>
                  <a:path extrusionOk="0" h="572" w="868">
                    <a:moveTo>
                      <a:pt x="297" y="1"/>
                    </a:moveTo>
                    <a:cubicBezTo>
                      <a:pt x="0" y="1"/>
                      <a:pt x="0" y="571"/>
                      <a:pt x="297" y="571"/>
                    </a:cubicBezTo>
                    <a:cubicBezTo>
                      <a:pt x="868" y="571"/>
                      <a:pt x="868" y="1"/>
                      <a:pt x="297"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2" name="Google Shape;1062;p57"/>
              <p:cNvSpPr/>
              <p:nvPr/>
            </p:nvSpPr>
            <p:spPr>
              <a:xfrm>
                <a:off x="1322325" y="4338000"/>
                <a:ext cx="21700" cy="14275"/>
              </a:xfrm>
              <a:custGeom>
                <a:rect b="b" l="l" r="r" t="t"/>
                <a:pathLst>
                  <a:path extrusionOk="0" h="571" w="868">
                    <a:moveTo>
                      <a:pt x="571" y="0"/>
                    </a:moveTo>
                    <a:cubicBezTo>
                      <a:pt x="0" y="0"/>
                      <a:pt x="0" y="571"/>
                      <a:pt x="571" y="571"/>
                    </a:cubicBezTo>
                    <a:cubicBezTo>
                      <a:pt x="867" y="571"/>
                      <a:pt x="867" y="0"/>
                      <a:pt x="571"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3" name="Google Shape;1063;p57"/>
              <p:cNvSpPr/>
              <p:nvPr/>
            </p:nvSpPr>
            <p:spPr>
              <a:xfrm>
                <a:off x="2998825" y="4823025"/>
                <a:ext cx="14300" cy="14300"/>
              </a:xfrm>
              <a:custGeom>
                <a:rect b="b" l="l" r="r" t="t"/>
                <a:pathLst>
                  <a:path extrusionOk="0" h="572" w="572">
                    <a:moveTo>
                      <a:pt x="275" y="1"/>
                    </a:moveTo>
                    <a:cubicBezTo>
                      <a:pt x="1" y="1"/>
                      <a:pt x="1" y="571"/>
                      <a:pt x="275" y="571"/>
                    </a:cubicBezTo>
                    <a:cubicBezTo>
                      <a:pt x="571" y="571"/>
                      <a:pt x="571" y="1"/>
                      <a:pt x="275"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4" name="Google Shape;1064;p57"/>
              <p:cNvSpPr/>
              <p:nvPr/>
            </p:nvSpPr>
            <p:spPr>
              <a:xfrm>
                <a:off x="3184300" y="4402475"/>
                <a:ext cx="14275" cy="14300"/>
              </a:xfrm>
              <a:custGeom>
                <a:rect b="b" l="l" r="r" t="t"/>
                <a:pathLst>
                  <a:path extrusionOk="0" h="572" w="571">
                    <a:moveTo>
                      <a:pt x="274" y="0"/>
                    </a:moveTo>
                    <a:cubicBezTo>
                      <a:pt x="0" y="0"/>
                      <a:pt x="0" y="571"/>
                      <a:pt x="274" y="571"/>
                    </a:cubicBezTo>
                    <a:cubicBezTo>
                      <a:pt x="571" y="571"/>
                      <a:pt x="571" y="0"/>
                      <a:pt x="274"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5" name="Google Shape;1065;p57"/>
              <p:cNvSpPr/>
              <p:nvPr/>
            </p:nvSpPr>
            <p:spPr>
              <a:xfrm>
                <a:off x="3077000" y="4666100"/>
                <a:ext cx="14300" cy="14300"/>
              </a:xfrm>
              <a:custGeom>
                <a:rect b="b" l="l" r="r" t="t"/>
                <a:pathLst>
                  <a:path extrusionOk="0" h="572" w="572">
                    <a:moveTo>
                      <a:pt x="298" y="1"/>
                    </a:moveTo>
                    <a:cubicBezTo>
                      <a:pt x="1" y="1"/>
                      <a:pt x="1" y="571"/>
                      <a:pt x="298" y="571"/>
                    </a:cubicBezTo>
                    <a:cubicBezTo>
                      <a:pt x="572" y="571"/>
                      <a:pt x="572" y="1"/>
                      <a:pt x="298"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6" name="Google Shape;1066;p57"/>
              <p:cNvSpPr/>
              <p:nvPr/>
            </p:nvSpPr>
            <p:spPr>
              <a:xfrm>
                <a:off x="2748900" y="4402475"/>
                <a:ext cx="21700" cy="14300"/>
              </a:xfrm>
              <a:custGeom>
                <a:rect b="b" l="l" r="r" t="t"/>
                <a:pathLst>
                  <a:path extrusionOk="0" h="572" w="868">
                    <a:moveTo>
                      <a:pt x="297" y="0"/>
                    </a:moveTo>
                    <a:cubicBezTo>
                      <a:pt x="0" y="0"/>
                      <a:pt x="0" y="571"/>
                      <a:pt x="297" y="571"/>
                    </a:cubicBezTo>
                    <a:cubicBezTo>
                      <a:pt x="868" y="571"/>
                      <a:pt x="868" y="0"/>
                      <a:pt x="297"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7" name="Google Shape;1067;p57"/>
              <p:cNvSpPr/>
              <p:nvPr/>
            </p:nvSpPr>
            <p:spPr>
              <a:xfrm>
                <a:off x="3013100" y="4302600"/>
                <a:ext cx="14300" cy="14300"/>
              </a:xfrm>
              <a:custGeom>
                <a:rect b="b" l="l" r="r" t="t"/>
                <a:pathLst>
                  <a:path extrusionOk="0" h="572" w="572">
                    <a:moveTo>
                      <a:pt x="274" y="1"/>
                    </a:moveTo>
                    <a:cubicBezTo>
                      <a:pt x="0" y="1"/>
                      <a:pt x="0" y="572"/>
                      <a:pt x="274" y="572"/>
                    </a:cubicBezTo>
                    <a:cubicBezTo>
                      <a:pt x="571" y="572"/>
                      <a:pt x="571" y="1"/>
                      <a:pt x="274"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8" name="Google Shape;1068;p57"/>
              <p:cNvSpPr/>
              <p:nvPr/>
            </p:nvSpPr>
            <p:spPr>
              <a:xfrm>
                <a:off x="6265700" y="4894350"/>
                <a:ext cx="14300" cy="14300"/>
              </a:xfrm>
              <a:custGeom>
                <a:rect b="b" l="l" r="r" t="t"/>
                <a:pathLst>
                  <a:path extrusionOk="0" h="572" w="572">
                    <a:moveTo>
                      <a:pt x="275" y="1"/>
                    </a:moveTo>
                    <a:cubicBezTo>
                      <a:pt x="1" y="1"/>
                      <a:pt x="1" y="571"/>
                      <a:pt x="275" y="571"/>
                    </a:cubicBezTo>
                    <a:cubicBezTo>
                      <a:pt x="571" y="571"/>
                      <a:pt x="571" y="1"/>
                      <a:pt x="275"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9" name="Google Shape;1069;p57"/>
              <p:cNvSpPr/>
              <p:nvPr/>
            </p:nvSpPr>
            <p:spPr>
              <a:xfrm>
                <a:off x="5994650" y="5130025"/>
                <a:ext cx="14300" cy="14300"/>
              </a:xfrm>
              <a:custGeom>
                <a:rect b="b" l="l" r="r" t="t"/>
                <a:pathLst>
                  <a:path extrusionOk="0" h="572" w="572">
                    <a:moveTo>
                      <a:pt x="275" y="1"/>
                    </a:moveTo>
                    <a:cubicBezTo>
                      <a:pt x="1" y="1"/>
                      <a:pt x="1" y="571"/>
                      <a:pt x="275" y="571"/>
                    </a:cubicBezTo>
                    <a:cubicBezTo>
                      <a:pt x="571" y="571"/>
                      <a:pt x="571" y="1"/>
                      <a:pt x="275"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0" name="Google Shape;1070;p57"/>
              <p:cNvSpPr/>
              <p:nvPr/>
            </p:nvSpPr>
            <p:spPr>
              <a:xfrm>
                <a:off x="4011700" y="3018700"/>
                <a:ext cx="14300" cy="14275"/>
              </a:xfrm>
              <a:custGeom>
                <a:rect b="b" l="l" r="r" t="t"/>
                <a:pathLst>
                  <a:path extrusionOk="0" h="571" w="572">
                    <a:moveTo>
                      <a:pt x="275" y="0"/>
                    </a:moveTo>
                    <a:cubicBezTo>
                      <a:pt x="1" y="0"/>
                      <a:pt x="1" y="571"/>
                      <a:pt x="275" y="571"/>
                    </a:cubicBezTo>
                    <a:cubicBezTo>
                      <a:pt x="571" y="571"/>
                      <a:pt x="571" y="0"/>
                      <a:pt x="275"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1" name="Google Shape;1071;p57"/>
              <p:cNvSpPr/>
              <p:nvPr/>
            </p:nvSpPr>
            <p:spPr>
              <a:xfrm>
                <a:off x="4018550" y="4423575"/>
                <a:ext cx="14300" cy="14300"/>
              </a:xfrm>
              <a:custGeom>
                <a:rect b="b" l="l" r="r" t="t"/>
                <a:pathLst>
                  <a:path extrusionOk="0" h="572" w="572">
                    <a:moveTo>
                      <a:pt x="297" y="1"/>
                    </a:moveTo>
                    <a:cubicBezTo>
                      <a:pt x="1" y="1"/>
                      <a:pt x="1" y="572"/>
                      <a:pt x="297" y="572"/>
                    </a:cubicBezTo>
                    <a:cubicBezTo>
                      <a:pt x="571" y="572"/>
                      <a:pt x="571" y="1"/>
                      <a:pt x="297"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2" name="Google Shape;1072;p57"/>
              <p:cNvSpPr/>
              <p:nvPr/>
            </p:nvSpPr>
            <p:spPr>
              <a:xfrm>
                <a:off x="6008925" y="3218400"/>
                <a:ext cx="14275" cy="14300"/>
              </a:xfrm>
              <a:custGeom>
                <a:rect b="b" l="l" r="r" t="t"/>
                <a:pathLst>
                  <a:path extrusionOk="0" h="572" w="571">
                    <a:moveTo>
                      <a:pt x="274" y="1"/>
                    </a:moveTo>
                    <a:cubicBezTo>
                      <a:pt x="0" y="1"/>
                      <a:pt x="0" y="572"/>
                      <a:pt x="274" y="572"/>
                    </a:cubicBezTo>
                    <a:cubicBezTo>
                      <a:pt x="571" y="572"/>
                      <a:pt x="571" y="1"/>
                      <a:pt x="274"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grpSp>
        <p:nvGrpSpPr>
          <p:cNvPr id="1073" name="Google Shape;1073;p57"/>
          <p:cNvGrpSpPr/>
          <p:nvPr/>
        </p:nvGrpSpPr>
        <p:grpSpPr>
          <a:xfrm>
            <a:off x="274813" y="285764"/>
            <a:ext cx="8605925" cy="4712003"/>
            <a:chOff x="274813" y="285764"/>
            <a:chExt cx="8605925" cy="4712003"/>
          </a:xfrm>
        </p:grpSpPr>
        <p:sp>
          <p:nvSpPr>
            <p:cNvPr id="1074" name="Google Shape;1074;p57"/>
            <p:cNvSpPr/>
            <p:nvPr/>
          </p:nvSpPr>
          <p:spPr>
            <a:xfrm>
              <a:off x="851147" y="503675"/>
              <a:ext cx="201200" cy="201398"/>
            </a:xfrm>
            <a:custGeom>
              <a:rect b="b" l="l" r="r" t="t"/>
              <a:pathLst>
                <a:path extrusionOk="0" h="2086" w="2084">
                  <a:moveTo>
                    <a:pt x="1314" y="1"/>
                  </a:moveTo>
                  <a:lnTo>
                    <a:pt x="1314" y="1"/>
                  </a:lnTo>
                  <a:cubicBezTo>
                    <a:pt x="1137" y="666"/>
                    <a:pt x="1027" y="902"/>
                    <a:pt x="673" y="902"/>
                  </a:cubicBezTo>
                  <a:cubicBezTo>
                    <a:pt x="510" y="902"/>
                    <a:pt x="296" y="853"/>
                    <a:pt x="1" y="773"/>
                  </a:cubicBezTo>
                  <a:lnTo>
                    <a:pt x="1" y="773"/>
                  </a:lnTo>
                  <a:cubicBezTo>
                    <a:pt x="942" y="1028"/>
                    <a:pt x="999" y="1115"/>
                    <a:pt x="770" y="2086"/>
                  </a:cubicBezTo>
                  <a:cubicBezTo>
                    <a:pt x="927" y="1420"/>
                    <a:pt x="1030" y="1184"/>
                    <a:pt x="1392" y="1184"/>
                  </a:cubicBezTo>
                  <a:cubicBezTo>
                    <a:pt x="1558" y="1184"/>
                    <a:pt x="1779" y="1233"/>
                    <a:pt x="2084" y="1314"/>
                  </a:cubicBezTo>
                  <a:cubicBezTo>
                    <a:pt x="1113" y="1058"/>
                    <a:pt x="1056" y="971"/>
                    <a:pt x="1314"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075" name="Google Shape;1075;p57"/>
            <p:cNvGrpSpPr/>
            <p:nvPr/>
          </p:nvGrpSpPr>
          <p:grpSpPr>
            <a:xfrm>
              <a:off x="275106" y="285764"/>
              <a:ext cx="858544" cy="356719"/>
              <a:chOff x="219125" y="484675"/>
              <a:chExt cx="1622650" cy="674200"/>
            </a:xfrm>
          </p:grpSpPr>
          <p:sp>
            <p:nvSpPr>
              <p:cNvPr id="1076" name="Google Shape;1076;p57"/>
              <p:cNvSpPr/>
              <p:nvPr/>
            </p:nvSpPr>
            <p:spPr>
              <a:xfrm>
                <a:off x="236475" y="505250"/>
                <a:ext cx="1587600" cy="629875"/>
              </a:xfrm>
              <a:custGeom>
                <a:rect b="b" l="l" r="r" t="t"/>
                <a:pathLst>
                  <a:path extrusionOk="0" h="25195" w="63504">
                    <a:moveTo>
                      <a:pt x="0" y="5330"/>
                    </a:moveTo>
                    <a:lnTo>
                      <a:pt x="19865" y="25195"/>
                    </a:lnTo>
                    <a:lnTo>
                      <a:pt x="63504" y="0"/>
                    </a:lnTo>
                    <a:close/>
                  </a:path>
                </a:pathLst>
              </a:custGeom>
              <a:noFill/>
              <a:ln cap="flat" cmpd="sng" w="9525">
                <a:solidFill>
                  <a:schemeClr val="accent2"/>
                </a:solidFill>
                <a:prstDash val="solid"/>
                <a:round/>
                <a:headEnd len="sm" w="sm" type="none"/>
                <a:tailEnd len="sm" w="sm" type="none"/>
              </a:ln>
            </p:spPr>
          </p:sp>
          <p:grpSp>
            <p:nvGrpSpPr>
              <p:cNvPr id="1077" name="Google Shape;1077;p57"/>
              <p:cNvGrpSpPr/>
              <p:nvPr/>
            </p:nvGrpSpPr>
            <p:grpSpPr>
              <a:xfrm>
                <a:off x="219125" y="484675"/>
                <a:ext cx="1622650" cy="674200"/>
                <a:chOff x="219125" y="484675"/>
                <a:chExt cx="1622650" cy="674200"/>
              </a:xfrm>
            </p:grpSpPr>
            <p:sp>
              <p:nvSpPr>
                <p:cNvPr id="1078" name="Google Shape;1078;p57"/>
                <p:cNvSpPr/>
                <p:nvPr/>
              </p:nvSpPr>
              <p:spPr>
                <a:xfrm>
                  <a:off x="709825" y="1114775"/>
                  <a:ext cx="44100" cy="44100"/>
                </a:xfrm>
                <a:prstGeom prst="ellips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9" name="Google Shape;1079;p57"/>
                <p:cNvSpPr/>
                <p:nvPr/>
              </p:nvSpPr>
              <p:spPr>
                <a:xfrm>
                  <a:off x="219125" y="614750"/>
                  <a:ext cx="44100" cy="44100"/>
                </a:xfrm>
                <a:prstGeom prst="ellips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0" name="Google Shape;1080;p57"/>
                <p:cNvSpPr/>
                <p:nvPr/>
              </p:nvSpPr>
              <p:spPr>
                <a:xfrm>
                  <a:off x="1797675" y="484675"/>
                  <a:ext cx="44100" cy="44100"/>
                </a:xfrm>
                <a:prstGeom prst="ellips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grpSp>
          <p:nvGrpSpPr>
            <p:cNvPr id="1081" name="Google Shape;1081;p57"/>
            <p:cNvGrpSpPr/>
            <p:nvPr/>
          </p:nvGrpSpPr>
          <p:grpSpPr>
            <a:xfrm>
              <a:off x="8381813" y="4276523"/>
              <a:ext cx="498909" cy="721242"/>
              <a:chOff x="8233275" y="1900925"/>
              <a:chExt cx="753525" cy="1089325"/>
            </a:xfrm>
          </p:grpSpPr>
          <p:sp>
            <p:nvSpPr>
              <p:cNvPr id="1082" name="Google Shape;1082;p57"/>
              <p:cNvSpPr/>
              <p:nvPr/>
            </p:nvSpPr>
            <p:spPr>
              <a:xfrm>
                <a:off x="8253250" y="1915500"/>
                <a:ext cx="721275" cy="1052350"/>
              </a:xfrm>
              <a:custGeom>
                <a:rect b="b" l="l" r="r" t="t"/>
                <a:pathLst>
                  <a:path extrusionOk="0" h="42094" w="28851">
                    <a:moveTo>
                      <a:pt x="17973" y="0"/>
                    </a:moveTo>
                    <a:lnTo>
                      <a:pt x="0" y="42094"/>
                    </a:lnTo>
                    <a:lnTo>
                      <a:pt x="28851" y="20338"/>
                    </a:lnTo>
                  </a:path>
                </a:pathLst>
              </a:custGeom>
              <a:noFill/>
              <a:ln cap="flat" cmpd="sng" w="9525">
                <a:solidFill>
                  <a:schemeClr val="accent2"/>
                </a:solidFill>
                <a:prstDash val="solid"/>
                <a:round/>
                <a:headEnd len="sm" w="sm" type="none"/>
                <a:tailEnd len="sm" w="sm" type="none"/>
              </a:ln>
            </p:spPr>
          </p:sp>
          <p:sp>
            <p:nvSpPr>
              <p:cNvPr id="1083" name="Google Shape;1083;p57"/>
              <p:cNvSpPr/>
              <p:nvPr/>
            </p:nvSpPr>
            <p:spPr>
              <a:xfrm>
                <a:off x="8679625" y="1900925"/>
                <a:ext cx="44100" cy="44100"/>
              </a:xfrm>
              <a:prstGeom prst="ellips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4" name="Google Shape;1084;p57"/>
              <p:cNvSpPr/>
              <p:nvPr/>
            </p:nvSpPr>
            <p:spPr>
              <a:xfrm>
                <a:off x="8942700" y="2405175"/>
                <a:ext cx="44100" cy="44100"/>
              </a:xfrm>
              <a:prstGeom prst="ellips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5" name="Google Shape;1085;p57"/>
              <p:cNvSpPr/>
              <p:nvPr/>
            </p:nvSpPr>
            <p:spPr>
              <a:xfrm>
                <a:off x="8233275" y="2946150"/>
                <a:ext cx="44100" cy="44100"/>
              </a:xfrm>
              <a:prstGeom prst="ellips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086" name="Google Shape;1086;p57"/>
            <p:cNvSpPr/>
            <p:nvPr/>
          </p:nvSpPr>
          <p:spPr>
            <a:xfrm>
              <a:off x="8679538" y="503683"/>
              <a:ext cx="201200" cy="201382"/>
            </a:xfrm>
            <a:custGeom>
              <a:rect b="b" l="l" r="r" t="t"/>
              <a:pathLst>
                <a:path extrusionOk="0" h="2086" w="2084">
                  <a:moveTo>
                    <a:pt x="1314" y="1"/>
                  </a:moveTo>
                  <a:lnTo>
                    <a:pt x="1314" y="1"/>
                  </a:lnTo>
                  <a:cubicBezTo>
                    <a:pt x="1137" y="666"/>
                    <a:pt x="1027" y="902"/>
                    <a:pt x="673" y="902"/>
                  </a:cubicBezTo>
                  <a:cubicBezTo>
                    <a:pt x="510" y="902"/>
                    <a:pt x="296" y="853"/>
                    <a:pt x="1" y="773"/>
                  </a:cubicBezTo>
                  <a:lnTo>
                    <a:pt x="1" y="773"/>
                  </a:lnTo>
                  <a:cubicBezTo>
                    <a:pt x="942" y="1028"/>
                    <a:pt x="999" y="1115"/>
                    <a:pt x="770" y="2086"/>
                  </a:cubicBezTo>
                  <a:cubicBezTo>
                    <a:pt x="927" y="1420"/>
                    <a:pt x="1030" y="1184"/>
                    <a:pt x="1392" y="1184"/>
                  </a:cubicBezTo>
                  <a:cubicBezTo>
                    <a:pt x="1558" y="1184"/>
                    <a:pt x="1779" y="1233"/>
                    <a:pt x="2084" y="1314"/>
                  </a:cubicBezTo>
                  <a:cubicBezTo>
                    <a:pt x="1113" y="1058"/>
                    <a:pt x="1056" y="971"/>
                    <a:pt x="1314"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087" name="Google Shape;1087;p57"/>
            <p:cNvGrpSpPr/>
            <p:nvPr/>
          </p:nvGrpSpPr>
          <p:grpSpPr>
            <a:xfrm>
              <a:off x="274834" y="4514403"/>
              <a:ext cx="438102" cy="483364"/>
              <a:chOff x="6715777" y="3950739"/>
              <a:chExt cx="586325" cy="646900"/>
            </a:xfrm>
          </p:grpSpPr>
          <p:sp>
            <p:nvSpPr>
              <p:cNvPr id="1088" name="Google Shape;1088;p57"/>
              <p:cNvSpPr/>
              <p:nvPr/>
            </p:nvSpPr>
            <p:spPr>
              <a:xfrm>
                <a:off x="6727925" y="4221225"/>
                <a:ext cx="484800" cy="366550"/>
              </a:xfrm>
              <a:custGeom>
                <a:rect b="b" l="l" r="r" t="t"/>
                <a:pathLst>
                  <a:path extrusionOk="0" h="14662" w="19392">
                    <a:moveTo>
                      <a:pt x="19392" y="2128"/>
                    </a:moveTo>
                    <a:lnTo>
                      <a:pt x="0" y="14662"/>
                    </a:lnTo>
                    <a:lnTo>
                      <a:pt x="1656" y="0"/>
                    </a:lnTo>
                    <a:close/>
                  </a:path>
                </a:pathLst>
              </a:custGeom>
              <a:noFill/>
              <a:ln cap="flat" cmpd="sng" w="9525">
                <a:solidFill>
                  <a:schemeClr val="accent2"/>
                </a:solidFill>
                <a:prstDash val="solid"/>
                <a:round/>
                <a:headEnd len="sm" w="sm" type="none"/>
                <a:tailEnd len="sm" w="sm" type="none"/>
              </a:ln>
            </p:spPr>
          </p:sp>
          <p:sp>
            <p:nvSpPr>
              <p:cNvPr id="1089" name="Google Shape;1089;p57"/>
              <p:cNvSpPr/>
              <p:nvPr/>
            </p:nvSpPr>
            <p:spPr>
              <a:xfrm>
                <a:off x="7112225" y="3967000"/>
                <a:ext cx="177350" cy="307425"/>
              </a:xfrm>
              <a:custGeom>
                <a:rect b="b" l="l" r="r" t="t"/>
                <a:pathLst>
                  <a:path extrusionOk="0" h="12297" w="7094">
                    <a:moveTo>
                      <a:pt x="4729" y="12297"/>
                    </a:moveTo>
                    <a:lnTo>
                      <a:pt x="0" y="473"/>
                    </a:lnTo>
                    <a:lnTo>
                      <a:pt x="7094" y="0"/>
                    </a:lnTo>
                  </a:path>
                </a:pathLst>
              </a:custGeom>
              <a:noFill/>
              <a:ln cap="flat" cmpd="sng" w="9525">
                <a:solidFill>
                  <a:schemeClr val="accent2"/>
                </a:solidFill>
                <a:prstDash val="solid"/>
                <a:round/>
                <a:headEnd len="sm" w="sm" type="none"/>
                <a:tailEnd len="sm" w="sm" type="none"/>
              </a:ln>
            </p:spPr>
          </p:sp>
          <p:sp>
            <p:nvSpPr>
              <p:cNvPr id="1090" name="Google Shape;1090;p57"/>
              <p:cNvSpPr/>
              <p:nvPr/>
            </p:nvSpPr>
            <p:spPr>
              <a:xfrm>
                <a:off x="7203502" y="4257489"/>
                <a:ext cx="30600" cy="30600"/>
              </a:xfrm>
              <a:prstGeom prst="ellips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1" name="Google Shape;1091;p57"/>
              <p:cNvSpPr/>
              <p:nvPr/>
            </p:nvSpPr>
            <p:spPr>
              <a:xfrm>
                <a:off x="7271502" y="3950739"/>
                <a:ext cx="30600" cy="30600"/>
              </a:xfrm>
              <a:prstGeom prst="ellips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2" name="Google Shape;1092;p57"/>
              <p:cNvSpPr/>
              <p:nvPr/>
            </p:nvSpPr>
            <p:spPr>
              <a:xfrm>
                <a:off x="7103027" y="3966989"/>
                <a:ext cx="30600" cy="30600"/>
              </a:xfrm>
              <a:prstGeom prst="ellips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3" name="Google Shape;1093;p57"/>
              <p:cNvSpPr/>
              <p:nvPr/>
            </p:nvSpPr>
            <p:spPr>
              <a:xfrm>
                <a:off x="6755677" y="4207889"/>
                <a:ext cx="30600" cy="30600"/>
              </a:xfrm>
              <a:prstGeom prst="ellips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4" name="Google Shape;1094;p57"/>
              <p:cNvSpPr/>
              <p:nvPr/>
            </p:nvSpPr>
            <p:spPr>
              <a:xfrm>
                <a:off x="6715777" y="4567039"/>
                <a:ext cx="30600" cy="30600"/>
              </a:xfrm>
              <a:prstGeom prst="ellips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095" name="Google Shape;1095;p57"/>
            <p:cNvGrpSpPr/>
            <p:nvPr/>
          </p:nvGrpSpPr>
          <p:grpSpPr>
            <a:xfrm>
              <a:off x="8082452" y="285774"/>
              <a:ext cx="498898" cy="708105"/>
              <a:chOff x="8082452" y="285774"/>
              <a:chExt cx="498898" cy="708105"/>
            </a:xfrm>
          </p:grpSpPr>
          <p:grpSp>
            <p:nvGrpSpPr>
              <p:cNvPr id="1096" name="Google Shape;1096;p57"/>
              <p:cNvGrpSpPr/>
              <p:nvPr/>
            </p:nvGrpSpPr>
            <p:grpSpPr>
              <a:xfrm>
                <a:off x="8082452" y="285774"/>
                <a:ext cx="498898" cy="708105"/>
                <a:chOff x="7865075" y="285763"/>
                <a:chExt cx="716293" cy="1016662"/>
              </a:xfrm>
            </p:grpSpPr>
            <p:sp>
              <p:nvSpPr>
                <p:cNvPr id="1097" name="Google Shape;1097;p57"/>
                <p:cNvSpPr/>
                <p:nvPr/>
              </p:nvSpPr>
              <p:spPr>
                <a:xfrm>
                  <a:off x="7886700" y="307425"/>
                  <a:ext cx="685800" cy="969575"/>
                </a:xfrm>
                <a:custGeom>
                  <a:rect b="b" l="l" r="r" t="t"/>
                  <a:pathLst>
                    <a:path extrusionOk="0" h="38783" w="27432">
                      <a:moveTo>
                        <a:pt x="946" y="9932"/>
                      </a:moveTo>
                      <a:lnTo>
                        <a:pt x="27432" y="24594"/>
                      </a:lnTo>
                      <a:lnTo>
                        <a:pt x="26959" y="0"/>
                      </a:lnTo>
                      <a:lnTo>
                        <a:pt x="0" y="38783"/>
                      </a:lnTo>
                    </a:path>
                  </a:pathLst>
                </a:custGeom>
                <a:noFill/>
                <a:ln cap="flat" cmpd="sng" w="9525">
                  <a:solidFill>
                    <a:schemeClr val="accent2"/>
                  </a:solidFill>
                  <a:prstDash val="solid"/>
                  <a:round/>
                  <a:headEnd len="sm" w="sm" type="none"/>
                  <a:tailEnd len="sm" w="sm" type="none"/>
                </a:ln>
              </p:spPr>
            </p:sp>
            <p:sp>
              <p:nvSpPr>
                <p:cNvPr id="1098" name="Google Shape;1098;p57"/>
                <p:cNvSpPr/>
                <p:nvPr/>
              </p:nvSpPr>
              <p:spPr>
                <a:xfrm>
                  <a:off x="7865075" y="1258325"/>
                  <a:ext cx="44100" cy="44100"/>
                </a:xfrm>
                <a:prstGeom prst="ellips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9" name="Google Shape;1099;p57"/>
                <p:cNvSpPr/>
                <p:nvPr/>
              </p:nvSpPr>
              <p:spPr>
                <a:xfrm>
                  <a:off x="7865075" y="528163"/>
                  <a:ext cx="44100" cy="44100"/>
                </a:xfrm>
                <a:prstGeom prst="ellips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0" name="Google Shape;1100;p57"/>
                <p:cNvSpPr/>
                <p:nvPr/>
              </p:nvSpPr>
              <p:spPr>
                <a:xfrm>
                  <a:off x="8537268" y="285763"/>
                  <a:ext cx="44100" cy="44100"/>
                </a:xfrm>
                <a:prstGeom prst="ellips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1" name="Google Shape;1101;p57"/>
                <p:cNvSpPr/>
                <p:nvPr/>
              </p:nvSpPr>
              <p:spPr>
                <a:xfrm>
                  <a:off x="8537268" y="897663"/>
                  <a:ext cx="44100" cy="44100"/>
                </a:xfrm>
                <a:prstGeom prst="ellips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102" name="Google Shape;1102;p57"/>
              <p:cNvSpPr/>
              <p:nvPr/>
            </p:nvSpPr>
            <p:spPr>
              <a:xfrm>
                <a:off x="8339285" y="589063"/>
                <a:ext cx="30600" cy="30600"/>
              </a:xfrm>
              <a:prstGeom prst="ellipse">
                <a:avLst/>
              </a:prstGeom>
              <a:solidFill>
                <a:srgbClr val="76A5A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103" name="Google Shape;1103;p57"/>
            <p:cNvSpPr/>
            <p:nvPr/>
          </p:nvSpPr>
          <p:spPr>
            <a:xfrm>
              <a:off x="8679538" y="4325883"/>
              <a:ext cx="201200" cy="201382"/>
            </a:xfrm>
            <a:custGeom>
              <a:rect b="b" l="l" r="r" t="t"/>
              <a:pathLst>
                <a:path extrusionOk="0" h="2086" w="2084">
                  <a:moveTo>
                    <a:pt x="1314" y="1"/>
                  </a:moveTo>
                  <a:lnTo>
                    <a:pt x="1314" y="1"/>
                  </a:lnTo>
                  <a:cubicBezTo>
                    <a:pt x="1137" y="666"/>
                    <a:pt x="1027" y="902"/>
                    <a:pt x="673" y="902"/>
                  </a:cubicBezTo>
                  <a:cubicBezTo>
                    <a:pt x="510" y="902"/>
                    <a:pt x="296" y="853"/>
                    <a:pt x="1" y="773"/>
                  </a:cubicBezTo>
                  <a:lnTo>
                    <a:pt x="1" y="773"/>
                  </a:lnTo>
                  <a:cubicBezTo>
                    <a:pt x="942" y="1028"/>
                    <a:pt x="999" y="1115"/>
                    <a:pt x="770" y="2086"/>
                  </a:cubicBezTo>
                  <a:cubicBezTo>
                    <a:pt x="927" y="1420"/>
                    <a:pt x="1030" y="1184"/>
                    <a:pt x="1392" y="1184"/>
                  </a:cubicBezTo>
                  <a:cubicBezTo>
                    <a:pt x="1558" y="1184"/>
                    <a:pt x="1779" y="1233"/>
                    <a:pt x="2084" y="1314"/>
                  </a:cubicBezTo>
                  <a:cubicBezTo>
                    <a:pt x="1113" y="1058"/>
                    <a:pt x="1056" y="971"/>
                    <a:pt x="1314"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4" name="Google Shape;1104;p57"/>
            <p:cNvSpPr/>
            <p:nvPr/>
          </p:nvSpPr>
          <p:spPr>
            <a:xfrm>
              <a:off x="274813" y="4426583"/>
              <a:ext cx="201200" cy="201382"/>
            </a:xfrm>
            <a:custGeom>
              <a:rect b="b" l="l" r="r" t="t"/>
              <a:pathLst>
                <a:path extrusionOk="0" h="2086" w="2084">
                  <a:moveTo>
                    <a:pt x="1314" y="1"/>
                  </a:moveTo>
                  <a:lnTo>
                    <a:pt x="1314" y="1"/>
                  </a:lnTo>
                  <a:cubicBezTo>
                    <a:pt x="1137" y="666"/>
                    <a:pt x="1027" y="902"/>
                    <a:pt x="673" y="902"/>
                  </a:cubicBezTo>
                  <a:cubicBezTo>
                    <a:pt x="510" y="902"/>
                    <a:pt x="296" y="853"/>
                    <a:pt x="1" y="773"/>
                  </a:cubicBezTo>
                  <a:lnTo>
                    <a:pt x="1" y="773"/>
                  </a:lnTo>
                  <a:cubicBezTo>
                    <a:pt x="942" y="1028"/>
                    <a:pt x="999" y="1115"/>
                    <a:pt x="770" y="2086"/>
                  </a:cubicBezTo>
                  <a:cubicBezTo>
                    <a:pt x="927" y="1420"/>
                    <a:pt x="1030" y="1184"/>
                    <a:pt x="1392" y="1184"/>
                  </a:cubicBezTo>
                  <a:cubicBezTo>
                    <a:pt x="1558" y="1184"/>
                    <a:pt x="1779" y="1233"/>
                    <a:pt x="2084" y="1314"/>
                  </a:cubicBezTo>
                  <a:cubicBezTo>
                    <a:pt x="1113" y="1058"/>
                    <a:pt x="1056" y="971"/>
                    <a:pt x="1314"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11_1">
    <p:spTree>
      <p:nvGrpSpPr>
        <p:cNvPr id="1105" name="Shape 1105"/>
        <p:cNvGrpSpPr/>
        <p:nvPr/>
      </p:nvGrpSpPr>
      <p:grpSpPr>
        <a:xfrm>
          <a:off x="0" y="0"/>
          <a:ext cx="0" cy="0"/>
          <a:chOff x="0" y="0"/>
          <a:chExt cx="0" cy="0"/>
        </a:xfrm>
      </p:grpSpPr>
      <p:grpSp>
        <p:nvGrpSpPr>
          <p:cNvPr id="1106" name="Google Shape;1106;p58"/>
          <p:cNvGrpSpPr/>
          <p:nvPr/>
        </p:nvGrpSpPr>
        <p:grpSpPr>
          <a:xfrm>
            <a:off x="-31525" y="-228650"/>
            <a:ext cx="9175500" cy="6099300"/>
            <a:chOff x="-31525" y="-228650"/>
            <a:chExt cx="9175500" cy="6099300"/>
          </a:xfrm>
        </p:grpSpPr>
        <p:sp>
          <p:nvSpPr>
            <p:cNvPr id="1107" name="Google Shape;1107;p58"/>
            <p:cNvSpPr/>
            <p:nvPr/>
          </p:nvSpPr>
          <p:spPr>
            <a:xfrm>
              <a:off x="0" y="-228600"/>
              <a:ext cx="9143697" cy="6099216"/>
            </a:xfrm>
            <a:custGeom>
              <a:rect b="b" l="l" r="r" t="t"/>
              <a:pathLst>
                <a:path extrusionOk="0" h="190318" w="285317">
                  <a:moveTo>
                    <a:pt x="0" y="0"/>
                  </a:moveTo>
                  <a:lnTo>
                    <a:pt x="0" y="190317"/>
                  </a:lnTo>
                  <a:lnTo>
                    <a:pt x="285316" y="190317"/>
                  </a:lnTo>
                  <a:lnTo>
                    <a:pt x="285316" y="0"/>
                  </a:lnTo>
                  <a:close/>
                </a:path>
              </a:pathLst>
            </a:custGeom>
            <a:solidFill>
              <a:srgbClr val="0A202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108" name="Google Shape;1108;p58"/>
            <p:cNvGrpSpPr/>
            <p:nvPr/>
          </p:nvGrpSpPr>
          <p:grpSpPr>
            <a:xfrm>
              <a:off x="-10" y="-228620"/>
              <a:ext cx="9143697" cy="6099216"/>
              <a:chOff x="238125" y="471975"/>
              <a:chExt cx="7132925" cy="4757950"/>
            </a:xfrm>
          </p:grpSpPr>
          <p:sp>
            <p:nvSpPr>
              <p:cNvPr id="1109" name="Google Shape;1109;p58"/>
              <p:cNvSpPr/>
              <p:nvPr/>
            </p:nvSpPr>
            <p:spPr>
              <a:xfrm>
                <a:off x="238125" y="471975"/>
                <a:ext cx="7132925" cy="1271425"/>
              </a:xfrm>
              <a:custGeom>
                <a:rect b="b" l="l" r="r" t="t"/>
                <a:pathLst>
                  <a:path extrusionOk="0" h="50857" w="285317">
                    <a:moveTo>
                      <a:pt x="0" y="0"/>
                    </a:moveTo>
                    <a:lnTo>
                      <a:pt x="0" y="32526"/>
                    </a:lnTo>
                    <a:cubicBezTo>
                      <a:pt x="17119" y="33097"/>
                      <a:pt x="33964" y="35379"/>
                      <a:pt x="50512" y="38529"/>
                    </a:cubicBezTo>
                    <a:cubicBezTo>
                      <a:pt x="70758" y="42227"/>
                      <a:pt x="90731" y="46518"/>
                      <a:pt x="110999" y="48504"/>
                    </a:cubicBezTo>
                    <a:cubicBezTo>
                      <a:pt x="124644" y="50149"/>
                      <a:pt x="138299" y="50856"/>
                      <a:pt x="151950" y="50856"/>
                    </a:cubicBezTo>
                    <a:cubicBezTo>
                      <a:pt x="159696" y="50856"/>
                      <a:pt x="167442" y="50629"/>
                      <a:pt x="175184" y="50216"/>
                    </a:cubicBezTo>
                    <a:cubicBezTo>
                      <a:pt x="212275" y="48504"/>
                      <a:pt x="249093" y="42227"/>
                      <a:pt x="285316" y="33393"/>
                    </a:cubicBezTo>
                    <a:lnTo>
                      <a:pt x="285316" y="3424"/>
                    </a:lnTo>
                    <a:cubicBezTo>
                      <a:pt x="279610" y="5432"/>
                      <a:pt x="273904" y="7144"/>
                      <a:pt x="268197" y="8856"/>
                    </a:cubicBezTo>
                    <a:cubicBezTo>
                      <a:pt x="249093" y="13992"/>
                      <a:pt x="229394" y="17690"/>
                      <a:pt x="209719" y="19972"/>
                    </a:cubicBezTo>
                    <a:cubicBezTo>
                      <a:pt x="197328" y="21430"/>
                      <a:pt x="184936" y="22310"/>
                      <a:pt x="172467" y="22310"/>
                    </a:cubicBezTo>
                    <a:cubicBezTo>
                      <a:pt x="165414" y="22310"/>
                      <a:pt x="158335" y="22029"/>
                      <a:pt x="151218" y="21410"/>
                    </a:cubicBezTo>
                    <a:cubicBezTo>
                      <a:pt x="122412" y="18557"/>
                      <a:pt x="94451" y="10842"/>
                      <a:pt x="67631" y="0"/>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0" name="Google Shape;1110;p58"/>
              <p:cNvSpPr/>
              <p:nvPr/>
            </p:nvSpPr>
            <p:spPr>
              <a:xfrm>
                <a:off x="238125" y="3786525"/>
                <a:ext cx="7132925" cy="1443400"/>
              </a:xfrm>
              <a:custGeom>
                <a:rect b="b" l="l" r="r" t="t"/>
                <a:pathLst>
                  <a:path extrusionOk="0" h="57736" w="285317">
                    <a:moveTo>
                      <a:pt x="162030" y="0"/>
                    </a:moveTo>
                    <a:cubicBezTo>
                      <a:pt x="153770" y="0"/>
                      <a:pt x="145502" y="473"/>
                      <a:pt x="137249" y="1813"/>
                    </a:cubicBezTo>
                    <a:cubicBezTo>
                      <a:pt x="126977" y="3525"/>
                      <a:pt x="116980" y="6081"/>
                      <a:pt x="106708" y="8364"/>
                    </a:cubicBezTo>
                    <a:cubicBezTo>
                      <a:pt x="86166" y="13226"/>
                      <a:pt x="65349" y="16923"/>
                      <a:pt x="44235" y="17220"/>
                    </a:cubicBezTo>
                    <a:cubicBezTo>
                      <a:pt x="42786" y="17247"/>
                      <a:pt x="41336" y="17260"/>
                      <a:pt x="39887" y="17260"/>
                    </a:cubicBezTo>
                    <a:cubicBezTo>
                      <a:pt x="26503" y="17260"/>
                      <a:pt x="13140" y="16130"/>
                      <a:pt x="0" y="14070"/>
                    </a:cubicBezTo>
                    <a:lnTo>
                      <a:pt x="0" y="43173"/>
                    </a:lnTo>
                    <a:cubicBezTo>
                      <a:pt x="15133" y="40890"/>
                      <a:pt x="30244" y="38037"/>
                      <a:pt x="45080" y="35184"/>
                    </a:cubicBezTo>
                    <a:cubicBezTo>
                      <a:pt x="67631" y="31189"/>
                      <a:pt x="90160" y="27492"/>
                      <a:pt x="112985" y="26350"/>
                    </a:cubicBezTo>
                    <a:cubicBezTo>
                      <a:pt x="118569" y="25989"/>
                      <a:pt x="124189" y="25791"/>
                      <a:pt x="129817" y="25791"/>
                    </a:cubicBezTo>
                    <a:cubicBezTo>
                      <a:pt x="146622" y="25791"/>
                      <a:pt x="163506" y="27560"/>
                      <a:pt x="179749" y="32057"/>
                    </a:cubicBezTo>
                    <a:cubicBezTo>
                      <a:pt x="200292" y="37763"/>
                      <a:pt x="219420" y="47738"/>
                      <a:pt x="239392" y="55156"/>
                    </a:cubicBezTo>
                    <a:cubicBezTo>
                      <a:pt x="242245" y="56023"/>
                      <a:pt x="244801" y="56868"/>
                      <a:pt x="247655" y="57735"/>
                    </a:cubicBezTo>
                    <a:lnTo>
                      <a:pt x="283034" y="57735"/>
                    </a:lnTo>
                    <a:cubicBezTo>
                      <a:pt x="283901" y="57438"/>
                      <a:pt x="284472" y="57164"/>
                      <a:pt x="285316" y="56868"/>
                    </a:cubicBezTo>
                    <a:lnTo>
                      <a:pt x="285316" y="23771"/>
                    </a:lnTo>
                    <a:cubicBezTo>
                      <a:pt x="267056" y="19503"/>
                      <a:pt x="249093" y="14367"/>
                      <a:pt x="230832" y="9802"/>
                    </a:cubicBezTo>
                    <a:cubicBezTo>
                      <a:pt x="210563" y="4940"/>
                      <a:pt x="189747" y="946"/>
                      <a:pt x="168907" y="101"/>
                    </a:cubicBezTo>
                    <a:cubicBezTo>
                      <a:pt x="166616" y="37"/>
                      <a:pt x="164323" y="0"/>
                      <a:pt x="162030" y="0"/>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1" name="Google Shape;1111;p58"/>
              <p:cNvSpPr/>
              <p:nvPr/>
            </p:nvSpPr>
            <p:spPr>
              <a:xfrm>
                <a:off x="238125" y="2457100"/>
                <a:ext cx="7132925" cy="1306725"/>
              </a:xfrm>
              <a:custGeom>
                <a:rect b="b" l="l" r="r" t="t"/>
                <a:pathLst>
                  <a:path extrusionOk="0" h="52269" w="285317">
                    <a:moveTo>
                      <a:pt x="192964" y="1"/>
                    </a:moveTo>
                    <a:cubicBezTo>
                      <a:pt x="189513" y="1"/>
                      <a:pt x="186058" y="73"/>
                      <a:pt x="182602" y="210"/>
                    </a:cubicBezTo>
                    <a:cubicBezTo>
                      <a:pt x="159777" y="1054"/>
                      <a:pt x="137249" y="4478"/>
                      <a:pt x="114994" y="8198"/>
                    </a:cubicBezTo>
                    <a:cubicBezTo>
                      <a:pt x="92739" y="11622"/>
                      <a:pt x="70758" y="15617"/>
                      <a:pt x="48504" y="16758"/>
                    </a:cubicBezTo>
                    <a:cubicBezTo>
                      <a:pt x="42364" y="16973"/>
                      <a:pt x="36264" y="17065"/>
                      <a:pt x="30172" y="17065"/>
                    </a:cubicBezTo>
                    <a:cubicBezTo>
                      <a:pt x="20138" y="17065"/>
                      <a:pt x="10126" y="16816"/>
                      <a:pt x="0" y="16461"/>
                    </a:cubicBezTo>
                    <a:lnTo>
                      <a:pt x="0" y="51840"/>
                    </a:lnTo>
                    <a:cubicBezTo>
                      <a:pt x="5855" y="52126"/>
                      <a:pt x="11704" y="52268"/>
                      <a:pt x="17553" y="52268"/>
                    </a:cubicBezTo>
                    <a:cubicBezTo>
                      <a:pt x="23402" y="52268"/>
                      <a:pt x="29251" y="52126"/>
                      <a:pt x="35105" y="51840"/>
                    </a:cubicBezTo>
                    <a:cubicBezTo>
                      <a:pt x="55922" y="50699"/>
                      <a:pt x="76465" y="47572"/>
                      <a:pt x="96734" y="43007"/>
                    </a:cubicBezTo>
                    <a:cubicBezTo>
                      <a:pt x="117550" y="38442"/>
                      <a:pt x="137522" y="31868"/>
                      <a:pt x="158065" y="27303"/>
                    </a:cubicBezTo>
                    <a:cubicBezTo>
                      <a:pt x="171879" y="24192"/>
                      <a:pt x="185681" y="22279"/>
                      <a:pt x="199575" y="22279"/>
                    </a:cubicBezTo>
                    <a:cubicBezTo>
                      <a:pt x="206067" y="22279"/>
                      <a:pt x="212580" y="22697"/>
                      <a:pt x="219123" y="23605"/>
                    </a:cubicBezTo>
                    <a:cubicBezTo>
                      <a:pt x="239392" y="26162"/>
                      <a:pt x="259067" y="32439"/>
                      <a:pt x="277898" y="39857"/>
                    </a:cubicBezTo>
                    <a:cubicBezTo>
                      <a:pt x="278195" y="39857"/>
                      <a:pt x="278469" y="40154"/>
                      <a:pt x="278469" y="40428"/>
                    </a:cubicBezTo>
                    <a:cubicBezTo>
                      <a:pt x="280751" y="40998"/>
                      <a:pt x="283034" y="41569"/>
                      <a:pt x="285316" y="42436"/>
                    </a:cubicBezTo>
                    <a:lnTo>
                      <a:pt x="285316" y="20752"/>
                    </a:lnTo>
                    <a:cubicBezTo>
                      <a:pt x="272762" y="16758"/>
                      <a:pt x="260208" y="11896"/>
                      <a:pt x="247655" y="7628"/>
                    </a:cubicBezTo>
                    <a:cubicBezTo>
                      <a:pt x="229860" y="2087"/>
                      <a:pt x="211466" y="1"/>
                      <a:pt x="192964" y="1"/>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112" name="Google Shape;1112;p58"/>
            <p:cNvSpPr/>
            <p:nvPr/>
          </p:nvSpPr>
          <p:spPr>
            <a:xfrm>
              <a:off x="-31525" y="-228650"/>
              <a:ext cx="9175500" cy="6099300"/>
            </a:xfrm>
            <a:prstGeom prst="rect">
              <a:avLst/>
            </a:prstGeom>
            <a:solidFill>
              <a:srgbClr val="000000">
                <a:alpha val="5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113" name="Google Shape;1113;p58"/>
            <p:cNvGrpSpPr/>
            <p:nvPr/>
          </p:nvGrpSpPr>
          <p:grpSpPr>
            <a:xfrm>
              <a:off x="201120" y="-173787"/>
              <a:ext cx="8824055" cy="6026084"/>
              <a:chOff x="395025" y="514750"/>
              <a:chExt cx="6883575" cy="4700900"/>
            </a:xfrm>
          </p:grpSpPr>
          <p:sp>
            <p:nvSpPr>
              <p:cNvPr id="1114" name="Google Shape;1114;p58"/>
              <p:cNvSpPr/>
              <p:nvPr/>
            </p:nvSpPr>
            <p:spPr>
              <a:xfrm>
                <a:off x="523425" y="864550"/>
                <a:ext cx="35975" cy="28575"/>
              </a:xfrm>
              <a:custGeom>
                <a:rect b="b" l="l" r="r" t="t"/>
                <a:pathLst>
                  <a:path extrusionOk="0" h="1143" w="1439">
                    <a:moveTo>
                      <a:pt x="571" y="1"/>
                    </a:moveTo>
                    <a:cubicBezTo>
                      <a:pt x="1" y="1"/>
                      <a:pt x="1" y="1142"/>
                      <a:pt x="571" y="1142"/>
                    </a:cubicBezTo>
                    <a:cubicBezTo>
                      <a:pt x="1439" y="1142"/>
                      <a:pt x="1439" y="1"/>
                      <a:pt x="571"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5" name="Google Shape;1115;p58"/>
              <p:cNvSpPr/>
              <p:nvPr/>
            </p:nvSpPr>
            <p:spPr>
              <a:xfrm>
                <a:off x="1992800" y="1170975"/>
                <a:ext cx="42825" cy="28575"/>
              </a:xfrm>
              <a:custGeom>
                <a:rect b="b" l="l" r="r" t="t"/>
                <a:pathLst>
                  <a:path extrusionOk="0" h="1143" w="1713">
                    <a:moveTo>
                      <a:pt x="868" y="1"/>
                    </a:moveTo>
                    <a:cubicBezTo>
                      <a:pt x="1" y="1"/>
                      <a:pt x="1" y="1142"/>
                      <a:pt x="868" y="1142"/>
                    </a:cubicBezTo>
                    <a:cubicBezTo>
                      <a:pt x="1713" y="1142"/>
                      <a:pt x="1713" y="1"/>
                      <a:pt x="868"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6" name="Google Shape;1116;p58"/>
              <p:cNvSpPr/>
              <p:nvPr/>
            </p:nvSpPr>
            <p:spPr>
              <a:xfrm>
                <a:off x="1187075" y="2854350"/>
                <a:ext cx="35400" cy="28550"/>
              </a:xfrm>
              <a:custGeom>
                <a:rect b="b" l="l" r="r" t="t"/>
                <a:pathLst>
                  <a:path extrusionOk="0" h="1142" w="1416">
                    <a:moveTo>
                      <a:pt x="845" y="0"/>
                    </a:moveTo>
                    <a:cubicBezTo>
                      <a:pt x="0" y="0"/>
                      <a:pt x="0" y="1142"/>
                      <a:pt x="845" y="1142"/>
                    </a:cubicBezTo>
                    <a:cubicBezTo>
                      <a:pt x="1416" y="1142"/>
                      <a:pt x="1416" y="0"/>
                      <a:pt x="845"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7" name="Google Shape;1117;p58"/>
              <p:cNvSpPr/>
              <p:nvPr/>
            </p:nvSpPr>
            <p:spPr>
              <a:xfrm>
                <a:off x="2149725" y="3518000"/>
                <a:ext cx="35975" cy="28550"/>
              </a:xfrm>
              <a:custGeom>
                <a:rect b="b" l="l" r="r" t="t"/>
                <a:pathLst>
                  <a:path extrusionOk="0" h="1142" w="1439">
                    <a:moveTo>
                      <a:pt x="868" y="0"/>
                    </a:moveTo>
                    <a:cubicBezTo>
                      <a:pt x="1" y="0"/>
                      <a:pt x="1" y="1142"/>
                      <a:pt x="868" y="1142"/>
                    </a:cubicBezTo>
                    <a:cubicBezTo>
                      <a:pt x="1439" y="1142"/>
                      <a:pt x="1439" y="0"/>
                      <a:pt x="868"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8" name="Google Shape;1118;p58"/>
              <p:cNvSpPr/>
              <p:nvPr/>
            </p:nvSpPr>
            <p:spPr>
              <a:xfrm>
                <a:off x="6337025" y="1598950"/>
                <a:ext cx="35425" cy="28575"/>
              </a:xfrm>
              <a:custGeom>
                <a:rect b="b" l="l" r="r" t="t"/>
                <a:pathLst>
                  <a:path extrusionOk="0" h="1143" w="1417">
                    <a:moveTo>
                      <a:pt x="845" y="1"/>
                    </a:moveTo>
                    <a:cubicBezTo>
                      <a:pt x="1" y="1"/>
                      <a:pt x="1" y="1142"/>
                      <a:pt x="845" y="1142"/>
                    </a:cubicBezTo>
                    <a:cubicBezTo>
                      <a:pt x="1416" y="1142"/>
                      <a:pt x="1416" y="1"/>
                      <a:pt x="845"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9" name="Google Shape;1119;p58"/>
              <p:cNvSpPr/>
              <p:nvPr/>
            </p:nvSpPr>
            <p:spPr>
              <a:xfrm>
                <a:off x="6586400" y="2562175"/>
                <a:ext cx="35975" cy="28575"/>
              </a:xfrm>
              <a:custGeom>
                <a:rect b="b" l="l" r="r" t="t"/>
                <a:pathLst>
                  <a:path extrusionOk="0" h="1143" w="1439">
                    <a:moveTo>
                      <a:pt x="868" y="1"/>
                    </a:moveTo>
                    <a:cubicBezTo>
                      <a:pt x="1" y="1"/>
                      <a:pt x="1" y="1142"/>
                      <a:pt x="868" y="1142"/>
                    </a:cubicBezTo>
                    <a:cubicBezTo>
                      <a:pt x="1439" y="1142"/>
                      <a:pt x="1439" y="1"/>
                      <a:pt x="868"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0" name="Google Shape;1120;p58"/>
              <p:cNvSpPr/>
              <p:nvPr/>
            </p:nvSpPr>
            <p:spPr>
              <a:xfrm>
                <a:off x="5002900" y="2191275"/>
                <a:ext cx="35975" cy="28550"/>
              </a:xfrm>
              <a:custGeom>
                <a:rect b="b" l="l" r="r" t="t"/>
                <a:pathLst>
                  <a:path extrusionOk="0" h="1142" w="1439">
                    <a:moveTo>
                      <a:pt x="571" y="1"/>
                    </a:moveTo>
                    <a:cubicBezTo>
                      <a:pt x="0" y="1"/>
                      <a:pt x="0" y="1142"/>
                      <a:pt x="571" y="1142"/>
                    </a:cubicBezTo>
                    <a:cubicBezTo>
                      <a:pt x="1438" y="1142"/>
                      <a:pt x="1438" y="1"/>
                      <a:pt x="571"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1" name="Google Shape;1121;p58"/>
              <p:cNvSpPr/>
              <p:nvPr/>
            </p:nvSpPr>
            <p:spPr>
              <a:xfrm>
                <a:off x="3661900" y="1649175"/>
                <a:ext cx="35975" cy="28550"/>
              </a:xfrm>
              <a:custGeom>
                <a:rect b="b" l="l" r="r" t="t"/>
                <a:pathLst>
                  <a:path extrusionOk="0" h="1142" w="1439">
                    <a:moveTo>
                      <a:pt x="571" y="1"/>
                    </a:moveTo>
                    <a:cubicBezTo>
                      <a:pt x="1" y="1"/>
                      <a:pt x="1" y="1142"/>
                      <a:pt x="571" y="1142"/>
                    </a:cubicBezTo>
                    <a:cubicBezTo>
                      <a:pt x="1439" y="1142"/>
                      <a:pt x="1439" y="1"/>
                      <a:pt x="571"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2" name="Google Shape;1122;p58"/>
              <p:cNvSpPr/>
              <p:nvPr/>
            </p:nvSpPr>
            <p:spPr>
              <a:xfrm>
                <a:off x="3619100" y="3410725"/>
                <a:ext cx="35975" cy="28550"/>
              </a:xfrm>
              <a:custGeom>
                <a:rect b="b" l="l" r="r" t="t"/>
                <a:pathLst>
                  <a:path extrusionOk="0" h="1142" w="1439">
                    <a:moveTo>
                      <a:pt x="572" y="0"/>
                    </a:moveTo>
                    <a:cubicBezTo>
                      <a:pt x="1" y="0"/>
                      <a:pt x="1" y="1141"/>
                      <a:pt x="572" y="1141"/>
                    </a:cubicBezTo>
                    <a:cubicBezTo>
                      <a:pt x="1439" y="1141"/>
                      <a:pt x="1439" y="0"/>
                      <a:pt x="572"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3" name="Google Shape;1123;p58"/>
              <p:cNvSpPr/>
              <p:nvPr/>
            </p:nvSpPr>
            <p:spPr>
              <a:xfrm>
                <a:off x="744825" y="4794500"/>
                <a:ext cx="35425" cy="28550"/>
              </a:xfrm>
              <a:custGeom>
                <a:rect b="b" l="l" r="r" t="t"/>
                <a:pathLst>
                  <a:path extrusionOk="0" h="1142" w="1417">
                    <a:moveTo>
                      <a:pt x="572" y="0"/>
                    </a:moveTo>
                    <a:cubicBezTo>
                      <a:pt x="1" y="0"/>
                      <a:pt x="1" y="1142"/>
                      <a:pt x="572" y="1142"/>
                    </a:cubicBezTo>
                    <a:cubicBezTo>
                      <a:pt x="1416" y="1142"/>
                      <a:pt x="1416" y="0"/>
                      <a:pt x="572"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4" name="Google Shape;1124;p58"/>
              <p:cNvSpPr/>
              <p:nvPr/>
            </p:nvSpPr>
            <p:spPr>
              <a:xfrm>
                <a:off x="3833100" y="4930300"/>
                <a:ext cx="35975" cy="28575"/>
              </a:xfrm>
              <a:custGeom>
                <a:rect b="b" l="l" r="r" t="t"/>
                <a:pathLst>
                  <a:path extrusionOk="0" h="1143" w="1439">
                    <a:moveTo>
                      <a:pt x="571" y="1"/>
                    </a:moveTo>
                    <a:cubicBezTo>
                      <a:pt x="0" y="1"/>
                      <a:pt x="0" y="1142"/>
                      <a:pt x="571" y="1142"/>
                    </a:cubicBezTo>
                    <a:cubicBezTo>
                      <a:pt x="1438" y="1142"/>
                      <a:pt x="1438" y="1"/>
                      <a:pt x="571"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5" name="Google Shape;1125;p58"/>
              <p:cNvSpPr/>
              <p:nvPr/>
            </p:nvSpPr>
            <p:spPr>
              <a:xfrm>
                <a:off x="5430875" y="3396450"/>
                <a:ext cx="35975" cy="28550"/>
              </a:xfrm>
              <a:custGeom>
                <a:rect b="b" l="l" r="r" t="t"/>
                <a:pathLst>
                  <a:path extrusionOk="0" h="1142" w="1439">
                    <a:moveTo>
                      <a:pt x="868" y="0"/>
                    </a:moveTo>
                    <a:cubicBezTo>
                      <a:pt x="0" y="0"/>
                      <a:pt x="0" y="1142"/>
                      <a:pt x="868" y="1142"/>
                    </a:cubicBezTo>
                    <a:cubicBezTo>
                      <a:pt x="1438" y="1142"/>
                      <a:pt x="1438" y="0"/>
                      <a:pt x="868"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6" name="Google Shape;1126;p58"/>
              <p:cNvSpPr/>
              <p:nvPr/>
            </p:nvSpPr>
            <p:spPr>
              <a:xfrm>
                <a:off x="6586400" y="5072975"/>
                <a:ext cx="35975" cy="28550"/>
              </a:xfrm>
              <a:custGeom>
                <a:rect b="b" l="l" r="r" t="t"/>
                <a:pathLst>
                  <a:path extrusionOk="0" h="1142" w="1439">
                    <a:moveTo>
                      <a:pt x="868" y="0"/>
                    </a:moveTo>
                    <a:cubicBezTo>
                      <a:pt x="1" y="0"/>
                      <a:pt x="1" y="1141"/>
                      <a:pt x="868" y="1141"/>
                    </a:cubicBezTo>
                    <a:cubicBezTo>
                      <a:pt x="1439" y="1141"/>
                      <a:pt x="1439" y="0"/>
                      <a:pt x="868"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7" name="Google Shape;1127;p58"/>
              <p:cNvSpPr/>
              <p:nvPr/>
            </p:nvSpPr>
            <p:spPr>
              <a:xfrm>
                <a:off x="6843175" y="3367925"/>
                <a:ext cx="35975" cy="28550"/>
              </a:xfrm>
              <a:custGeom>
                <a:rect b="b" l="l" r="r" t="t"/>
                <a:pathLst>
                  <a:path extrusionOk="0" h="1142" w="1439">
                    <a:moveTo>
                      <a:pt x="572" y="0"/>
                    </a:moveTo>
                    <a:cubicBezTo>
                      <a:pt x="1" y="0"/>
                      <a:pt x="1" y="1141"/>
                      <a:pt x="572" y="1141"/>
                    </a:cubicBezTo>
                    <a:cubicBezTo>
                      <a:pt x="1439" y="1141"/>
                      <a:pt x="1439" y="0"/>
                      <a:pt x="572"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8" name="Google Shape;1128;p58"/>
              <p:cNvSpPr/>
              <p:nvPr/>
            </p:nvSpPr>
            <p:spPr>
              <a:xfrm>
                <a:off x="4610875" y="3738825"/>
                <a:ext cx="35400" cy="28550"/>
              </a:xfrm>
              <a:custGeom>
                <a:rect b="b" l="l" r="r" t="t"/>
                <a:pathLst>
                  <a:path extrusionOk="0" h="1142" w="1416">
                    <a:moveTo>
                      <a:pt x="845" y="1"/>
                    </a:moveTo>
                    <a:cubicBezTo>
                      <a:pt x="0" y="1"/>
                      <a:pt x="0" y="1142"/>
                      <a:pt x="845" y="1142"/>
                    </a:cubicBezTo>
                    <a:cubicBezTo>
                      <a:pt x="1415" y="1142"/>
                      <a:pt x="1415" y="1"/>
                      <a:pt x="845"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9" name="Google Shape;1129;p58"/>
              <p:cNvSpPr/>
              <p:nvPr/>
            </p:nvSpPr>
            <p:spPr>
              <a:xfrm>
                <a:off x="5324150" y="964425"/>
                <a:ext cx="35425" cy="28550"/>
              </a:xfrm>
              <a:custGeom>
                <a:rect b="b" l="l" r="r" t="t"/>
                <a:pathLst>
                  <a:path extrusionOk="0" h="1142" w="1417">
                    <a:moveTo>
                      <a:pt x="845" y="0"/>
                    </a:moveTo>
                    <a:cubicBezTo>
                      <a:pt x="1" y="0"/>
                      <a:pt x="1" y="1141"/>
                      <a:pt x="845" y="1141"/>
                    </a:cubicBezTo>
                    <a:cubicBezTo>
                      <a:pt x="1416" y="1141"/>
                      <a:pt x="1416" y="0"/>
                      <a:pt x="845"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0" name="Google Shape;1130;p58"/>
              <p:cNvSpPr/>
              <p:nvPr/>
            </p:nvSpPr>
            <p:spPr>
              <a:xfrm>
                <a:off x="3148350" y="807500"/>
                <a:ext cx="42800" cy="28550"/>
              </a:xfrm>
              <a:custGeom>
                <a:rect b="b" l="l" r="r" t="t"/>
                <a:pathLst>
                  <a:path extrusionOk="0" h="1142" w="1712">
                    <a:moveTo>
                      <a:pt x="867" y="0"/>
                    </a:moveTo>
                    <a:cubicBezTo>
                      <a:pt x="0" y="0"/>
                      <a:pt x="0" y="1142"/>
                      <a:pt x="867" y="1142"/>
                    </a:cubicBezTo>
                    <a:cubicBezTo>
                      <a:pt x="1438" y="1142"/>
                      <a:pt x="1712" y="0"/>
                      <a:pt x="867"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1" name="Google Shape;1131;p58"/>
              <p:cNvSpPr/>
              <p:nvPr/>
            </p:nvSpPr>
            <p:spPr>
              <a:xfrm>
                <a:off x="2534900" y="2355050"/>
                <a:ext cx="35975" cy="28550"/>
              </a:xfrm>
              <a:custGeom>
                <a:rect b="b" l="l" r="r" t="t"/>
                <a:pathLst>
                  <a:path extrusionOk="0" h="1142" w="1439">
                    <a:moveTo>
                      <a:pt x="868" y="0"/>
                    </a:moveTo>
                    <a:cubicBezTo>
                      <a:pt x="1" y="0"/>
                      <a:pt x="1" y="1142"/>
                      <a:pt x="868" y="1142"/>
                    </a:cubicBezTo>
                    <a:cubicBezTo>
                      <a:pt x="1439" y="1142"/>
                      <a:pt x="1439" y="0"/>
                      <a:pt x="868"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2" name="Google Shape;1132;p58"/>
              <p:cNvSpPr/>
              <p:nvPr/>
            </p:nvSpPr>
            <p:spPr>
              <a:xfrm>
                <a:off x="466375" y="2191275"/>
                <a:ext cx="35975" cy="28550"/>
              </a:xfrm>
              <a:custGeom>
                <a:rect b="b" l="l" r="r" t="t"/>
                <a:pathLst>
                  <a:path extrusionOk="0" h="1142" w="1439">
                    <a:moveTo>
                      <a:pt x="867" y="1"/>
                    </a:moveTo>
                    <a:cubicBezTo>
                      <a:pt x="0" y="1"/>
                      <a:pt x="0" y="1142"/>
                      <a:pt x="867" y="1142"/>
                    </a:cubicBezTo>
                    <a:cubicBezTo>
                      <a:pt x="1438" y="1142"/>
                      <a:pt x="1438" y="1"/>
                      <a:pt x="867"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3" name="Google Shape;1133;p58"/>
              <p:cNvSpPr/>
              <p:nvPr/>
            </p:nvSpPr>
            <p:spPr>
              <a:xfrm>
                <a:off x="616450" y="3931700"/>
                <a:ext cx="35400" cy="28550"/>
              </a:xfrm>
              <a:custGeom>
                <a:rect b="b" l="l" r="r" t="t"/>
                <a:pathLst>
                  <a:path extrusionOk="0" h="1142" w="1416">
                    <a:moveTo>
                      <a:pt x="571" y="1"/>
                    </a:moveTo>
                    <a:cubicBezTo>
                      <a:pt x="0" y="1"/>
                      <a:pt x="0" y="1142"/>
                      <a:pt x="571" y="1142"/>
                    </a:cubicBezTo>
                    <a:cubicBezTo>
                      <a:pt x="1415" y="1142"/>
                      <a:pt x="1415" y="1"/>
                      <a:pt x="571"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4" name="Google Shape;1134;p58"/>
              <p:cNvSpPr/>
              <p:nvPr/>
            </p:nvSpPr>
            <p:spPr>
              <a:xfrm>
                <a:off x="2185675" y="4830450"/>
                <a:ext cx="35400" cy="28550"/>
              </a:xfrm>
              <a:custGeom>
                <a:rect b="b" l="l" r="r" t="t"/>
                <a:pathLst>
                  <a:path extrusionOk="0" h="1142" w="1416">
                    <a:moveTo>
                      <a:pt x="845" y="0"/>
                    </a:moveTo>
                    <a:cubicBezTo>
                      <a:pt x="1" y="0"/>
                      <a:pt x="1" y="1142"/>
                      <a:pt x="845" y="1142"/>
                    </a:cubicBezTo>
                    <a:cubicBezTo>
                      <a:pt x="1416" y="1142"/>
                      <a:pt x="1416" y="0"/>
                      <a:pt x="845"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5" name="Google Shape;1135;p58"/>
              <p:cNvSpPr/>
              <p:nvPr/>
            </p:nvSpPr>
            <p:spPr>
              <a:xfrm>
                <a:off x="7028650" y="700225"/>
                <a:ext cx="35975" cy="28550"/>
              </a:xfrm>
              <a:custGeom>
                <a:rect b="b" l="l" r="r" t="t"/>
                <a:pathLst>
                  <a:path extrusionOk="0" h="1142" w="1439">
                    <a:moveTo>
                      <a:pt x="571" y="0"/>
                    </a:moveTo>
                    <a:cubicBezTo>
                      <a:pt x="0" y="0"/>
                      <a:pt x="0" y="1141"/>
                      <a:pt x="571" y="1141"/>
                    </a:cubicBezTo>
                    <a:cubicBezTo>
                      <a:pt x="1438" y="1141"/>
                      <a:pt x="1438" y="0"/>
                      <a:pt x="571"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6" name="Google Shape;1136;p58"/>
              <p:cNvSpPr/>
              <p:nvPr/>
            </p:nvSpPr>
            <p:spPr>
              <a:xfrm>
                <a:off x="1308050" y="671675"/>
                <a:ext cx="71350" cy="57100"/>
              </a:xfrm>
              <a:custGeom>
                <a:rect b="b" l="l" r="r" t="t"/>
                <a:pathLst>
                  <a:path extrusionOk="0" h="2284" w="2854">
                    <a:moveTo>
                      <a:pt x="1438" y="1"/>
                    </a:moveTo>
                    <a:cubicBezTo>
                      <a:pt x="0" y="1"/>
                      <a:pt x="0" y="2283"/>
                      <a:pt x="1438" y="2283"/>
                    </a:cubicBezTo>
                    <a:cubicBezTo>
                      <a:pt x="2854" y="2283"/>
                      <a:pt x="2854" y="1"/>
                      <a:pt x="1438"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7" name="Google Shape;1137;p58"/>
              <p:cNvSpPr/>
              <p:nvPr/>
            </p:nvSpPr>
            <p:spPr>
              <a:xfrm>
                <a:off x="502325" y="2761900"/>
                <a:ext cx="78200" cy="57100"/>
              </a:xfrm>
              <a:custGeom>
                <a:rect b="b" l="l" r="r" t="t"/>
                <a:pathLst>
                  <a:path extrusionOk="0" h="2284" w="3128">
                    <a:moveTo>
                      <a:pt x="1415" y="1"/>
                    </a:moveTo>
                    <a:cubicBezTo>
                      <a:pt x="0" y="1"/>
                      <a:pt x="0" y="2283"/>
                      <a:pt x="1415" y="2283"/>
                    </a:cubicBezTo>
                    <a:cubicBezTo>
                      <a:pt x="3127" y="2283"/>
                      <a:pt x="3127" y="1"/>
                      <a:pt x="1415"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8" name="Google Shape;1138;p58"/>
              <p:cNvSpPr/>
              <p:nvPr/>
            </p:nvSpPr>
            <p:spPr>
              <a:xfrm>
                <a:off x="2663300" y="2911400"/>
                <a:ext cx="78775" cy="57100"/>
              </a:xfrm>
              <a:custGeom>
                <a:rect b="b" l="l" r="r" t="t"/>
                <a:pathLst>
                  <a:path extrusionOk="0" h="2284" w="3151">
                    <a:moveTo>
                      <a:pt x="1439" y="1"/>
                    </a:moveTo>
                    <a:cubicBezTo>
                      <a:pt x="1" y="1"/>
                      <a:pt x="1" y="2284"/>
                      <a:pt x="1439" y="2284"/>
                    </a:cubicBezTo>
                    <a:cubicBezTo>
                      <a:pt x="3150" y="2284"/>
                      <a:pt x="3150" y="1"/>
                      <a:pt x="1439"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9" name="Google Shape;1139;p58"/>
              <p:cNvSpPr/>
              <p:nvPr/>
            </p:nvSpPr>
            <p:spPr>
              <a:xfrm>
                <a:off x="4853400" y="728750"/>
                <a:ext cx="71350" cy="57075"/>
              </a:xfrm>
              <a:custGeom>
                <a:rect b="b" l="l" r="r" t="t"/>
                <a:pathLst>
                  <a:path extrusionOk="0" h="2283" w="2854">
                    <a:moveTo>
                      <a:pt x="1415" y="0"/>
                    </a:moveTo>
                    <a:cubicBezTo>
                      <a:pt x="0" y="0"/>
                      <a:pt x="0" y="2283"/>
                      <a:pt x="1415" y="2283"/>
                    </a:cubicBezTo>
                    <a:cubicBezTo>
                      <a:pt x="2853" y="2283"/>
                      <a:pt x="2853" y="0"/>
                      <a:pt x="1415"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0" name="Google Shape;1140;p58"/>
              <p:cNvSpPr/>
              <p:nvPr/>
            </p:nvSpPr>
            <p:spPr>
              <a:xfrm>
                <a:off x="7107400" y="1520775"/>
                <a:ext cx="71350" cy="57100"/>
              </a:xfrm>
              <a:custGeom>
                <a:rect b="b" l="l" r="r" t="t"/>
                <a:pathLst>
                  <a:path extrusionOk="0" h="2284" w="2854">
                    <a:moveTo>
                      <a:pt x="1415" y="1"/>
                    </a:moveTo>
                    <a:cubicBezTo>
                      <a:pt x="0" y="1"/>
                      <a:pt x="0" y="2283"/>
                      <a:pt x="1415" y="2283"/>
                    </a:cubicBezTo>
                    <a:cubicBezTo>
                      <a:pt x="2853" y="2283"/>
                      <a:pt x="2853" y="1"/>
                      <a:pt x="1415"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1" name="Google Shape;1141;p58"/>
              <p:cNvSpPr/>
              <p:nvPr/>
            </p:nvSpPr>
            <p:spPr>
              <a:xfrm>
                <a:off x="6793550" y="4252400"/>
                <a:ext cx="78200" cy="57075"/>
              </a:xfrm>
              <a:custGeom>
                <a:rect b="b" l="l" r="r" t="t"/>
                <a:pathLst>
                  <a:path extrusionOk="0" h="2283" w="3128">
                    <a:moveTo>
                      <a:pt x="1415" y="0"/>
                    </a:moveTo>
                    <a:cubicBezTo>
                      <a:pt x="0" y="0"/>
                      <a:pt x="0" y="2283"/>
                      <a:pt x="1415" y="2283"/>
                    </a:cubicBezTo>
                    <a:cubicBezTo>
                      <a:pt x="3127" y="2283"/>
                      <a:pt x="3127" y="0"/>
                      <a:pt x="1415"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2" name="Google Shape;1142;p58"/>
              <p:cNvSpPr/>
              <p:nvPr/>
            </p:nvSpPr>
            <p:spPr>
              <a:xfrm>
                <a:off x="4839125" y="3054075"/>
                <a:ext cx="71350" cy="57075"/>
              </a:xfrm>
              <a:custGeom>
                <a:rect b="b" l="l" r="r" t="t"/>
                <a:pathLst>
                  <a:path extrusionOk="0" h="2283" w="2854">
                    <a:moveTo>
                      <a:pt x="1416" y="0"/>
                    </a:moveTo>
                    <a:cubicBezTo>
                      <a:pt x="0" y="0"/>
                      <a:pt x="0" y="2283"/>
                      <a:pt x="1416" y="2283"/>
                    </a:cubicBezTo>
                    <a:cubicBezTo>
                      <a:pt x="2854" y="2283"/>
                      <a:pt x="2854" y="0"/>
                      <a:pt x="1416"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3" name="Google Shape;1143;p58"/>
              <p:cNvSpPr/>
              <p:nvPr/>
            </p:nvSpPr>
            <p:spPr>
              <a:xfrm>
                <a:off x="2927500" y="4466375"/>
                <a:ext cx="71350" cy="57100"/>
              </a:xfrm>
              <a:custGeom>
                <a:rect b="b" l="l" r="r" t="t"/>
                <a:pathLst>
                  <a:path extrusionOk="0" h="2284" w="2854">
                    <a:moveTo>
                      <a:pt x="1416" y="1"/>
                    </a:moveTo>
                    <a:cubicBezTo>
                      <a:pt x="1" y="1"/>
                      <a:pt x="1" y="2283"/>
                      <a:pt x="1416" y="2283"/>
                    </a:cubicBezTo>
                    <a:cubicBezTo>
                      <a:pt x="2854" y="2283"/>
                      <a:pt x="2854" y="1"/>
                      <a:pt x="1416"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4" name="Google Shape;1144;p58"/>
              <p:cNvSpPr/>
              <p:nvPr/>
            </p:nvSpPr>
            <p:spPr>
              <a:xfrm>
                <a:off x="1401050" y="4181075"/>
                <a:ext cx="78225" cy="57075"/>
              </a:xfrm>
              <a:custGeom>
                <a:rect b="b" l="l" r="r" t="t"/>
                <a:pathLst>
                  <a:path extrusionOk="0" h="2283" w="3129">
                    <a:moveTo>
                      <a:pt x="1713" y="0"/>
                    </a:moveTo>
                    <a:cubicBezTo>
                      <a:pt x="1" y="0"/>
                      <a:pt x="1" y="2283"/>
                      <a:pt x="1713" y="2283"/>
                    </a:cubicBezTo>
                    <a:cubicBezTo>
                      <a:pt x="3128" y="2283"/>
                      <a:pt x="3128" y="0"/>
                      <a:pt x="1713"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5" name="Google Shape;1145;p58"/>
              <p:cNvSpPr/>
              <p:nvPr/>
            </p:nvSpPr>
            <p:spPr>
              <a:xfrm>
                <a:off x="1543725" y="1934500"/>
                <a:ext cx="78200" cy="57075"/>
              </a:xfrm>
              <a:custGeom>
                <a:rect b="b" l="l" r="r" t="t"/>
                <a:pathLst>
                  <a:path extrusionOk="0" h="2283" w="3128">
                    <a:moveTo>
                      <a:pt x="1415" y="0"/>
                    </a:moveTo>
                    <a:cubicBezTo>
                      <a:pt x="0" y="0"/>
                      <a:pt x="0" y="2283"/>
                      <a:pt x="1415" y="2283"/>
                    </a:cubicBezTo>
                    <a:cubicBezTo>
                      <a:pt x="3127" y="2283"/>
                      <a:pt x="3127" y="0"/>
                      <a:pt x="1415"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6" name="Google Shape;1146;p58"/>
              <p:cNvSpPr/>
              <p:nvPr/>
            </p:nvSpPr>
            <p:spPr>
              <a:xfrm>
                <a:off x="3990025" y="2269450"/>
                <a:ext cx="71350" cy="57100"/>
              </a:xfrm>
              <a:custGeom>
                <a:rect b="b" l="l" r="r" t="t"/>
                <a:pathLst>
                  <a:path extrusionOk="0" h="2284" w="2854">
                    <a:moveTo>
                      <a:pt x="1438" y="1"/>
                    </a:moveTo>
                    <a:cubicBezTo>
                      <a:pt x="0" y="1"/>
                      <a:pt x="0" y="2283"/>
                      <a:pt x="1438" y="2283"/>
                    </a:cubicBezTo>
                    <a:cubicBezTo>
                      <a:pt x="2854" y="2283"/>
                      <a:pt x="2854" y="1"/>
                      <a:pt x="1438"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7" name="Google Shape;1147;p58"/>
              <p:cNvSpPr/>
              <p:nvPr/>
            </p:nvSpPr>
            <p:spPr>
              <a:xfrm>
                <a:off x="395025" y="514750"/>
                <a:ext cx="21725" cy="14300"/>
              </a:xfrm>
              <a:custGeom>
                <a:rect b="b" l="l" r="r" t="t"/>
                <a:pathLst>
                  <a:path extrusionOk="0" h="572" w="869">
                    <a:moveTo>
                      <a:pt x="572" y="1"/>
                    </a:moveTo>
                    <a:cubicBezTo>
                      <a:pt x="1" y="1"/>
                      <a:pt x="1" y="572"/>
                      <a:pt x="572" y="572"/>
                    </a:cubicBezTo>
                    <a:cubicBezTo>
                      <a:pt x="868" y="572"/>
                      <a:pt x="868" y="1"/>
                      <a:pt x="572"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8" name="Google Shape;1148;p58"/>
              <p:cNvSpPr/>
              <p:nvPr/>
            </p:nvSpPr>
            <p:spPr>
              <a:xfrm>
                <a:off x="1094050" y="1399250"/>
                <a:ext cx="14300" cy="14275"/>
              </a:xfrm>
              <a:custGeom>
                <a:rect b="b" l="l" r="r" t="t"/>
                <a:pathLst>
                  <a:path extrusionOk="0" h="571" w="572">
                    <a:moveTo>
                      <a:pt x="298" y="0"/>
                    </a:moveTo>
                    <a:cubicBezTo>
                      <a:pt x="1" y="0"/>
                      <a:pt x="1" y="571"/>
                      <a:pt x="298" y="571"/>
                    </a:cubicBezTo>
                    <a:cubicBezTo>
                      <a:pt x="572" y="571"/>
                      <a:pt x="572" y="0"/>
                      <a:pt x="298"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9" name="Google Shape;1149;p58"/>
              <p:cNvSpPr/>
              <p:nvPr/>
            </p:nvSpPr>
            <p:spPr>
              <a:xfrm>
                <a:off x="630700" y="1527625"/>
                <a:ext cx="21150" cy="14300"/>
              </a:xfrm>
              <a:custGeom>
                <a:rect b="b" l="l" r="r" t="t"/>
                <a:pathLst>
                  <a:path extrusionOk="0" h="572" w="846">
                    <a:moveTo>
                      <a:pt x="275" y="1"/>
                    </a:moveTo>
                    <a:cubicBezTo>
                      <a:pt x="1" y="1"/>
                      <a:pt x="1" y="571"/>
                      <a:pt x="275" y="571"/>
                    </a:cubicBezTo>
                    <a:cubicBezTo>
                      <a:pt x="845" y="571"/>
                      <a:pt x="845" y="1"/>
                      <a:pt x="275"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0" name="Google Shape;1150;p58"/>
              <p:cNvSpPr/>
              <p:nvPr/>
            </p:nvSpPr>
            <p:spPr>
              <a:xfrm>
                <a:off x="987350" y="1256575"/>
                <a:ext cx="14300" cy="14300"/>
              </a:xfrm>
              <a:custGeom>
                <a:rect b="b" l="l" r="r" t="t"/>
                <a:pathLst>
                  <a:path extrusionOk="0" h="572" w="572">
                    <a:moveTo>
                      <a:pt x="275" y="1"/>
                    </a:moveTo>
                    <a:cubicBezTo>
                      <a:pt x="1" y="1"/>
                      <a:pt x="1" y="571"/>
                      <a:pt x="275" y="571"/>
                    </a:cubicBezTo>
                    <a:cubicBezTo>
                      <a:pt x="571" y="571"/>
                      <a:pt x="571" y="1"/>
                      <a:pt x="275"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1" name="Google Shape;1151;p58"/>
              <p:cNvSpPr/>
              <p:nvPr/>
            </p:nvSpPr>
            <p:spPr>
              <a:xfrm>
                <a:off x="1778825" y="671675"/>
                <a:ext cx="21700" cy="14300"/>
              </a:xfrm>
              <a:custGeom>
                <a:rect b="b" l="l" r="r" t="t"/>
                <a:pathLst>
                  <a:path extrusionOk="0" h="572" w="868">
                    <a:moveTo>
                      <a:pt x="297" y="1"/>
                    </a:moveTo>
                    <a:cubicBezTo>
                      <a:pt x="0" y="1"/>
                      <a:pt x="0" y="571"/>
                      <a:pt x="297" y="571"/>
                    </a:cubicBezTo>
                    <a:cubicBezTo>
                      <a:pt x="868" y="571"/>
                      <a:pt x="868" y="1"/>
                      <a:pt x="297"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2" name="Google Shape;1152;p58"/>
              <p:cNvSpPr/>
              <p:nvPr/>
            </p:nvSpPr>
            <p:spPr>
              <a:xfrm>
                <a:off x="1429600" y="1541900"/>
                <a:ext cx="21125" cy="14275"/>
              </a:xfrm>
              <a:custGeom>
                <a:rect b="b" l="l" r="r" t="t"/>
                <a:pathLst>
                  <a:path extrusionOk="0" h="571" w="845">
                    <a:moveTo>
                      <a:pt x="571" y="0"/>
                    </a:moveTo>
                    <a:cubicBezTo>
                      <a:pt x="0" y="0"/>
                      <a:pt x="0" y="571"/>
                      <a:pt x="571" y="571"/>
                    </a:cubicBezTo>
                    <a:cubicBezTo>
                      <a:pt x="845" y="571"/>
                      <a:pt x="845" y="0"/>
                      <a:pt x="571"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3" name="Google Shape;1153;p58"/>
              <p:cNvSpPr/>
              <p:nvPr/>
            </p:nvSpPr>
            <p:spPr>
              <a:xfrm>
                <a:off x="1550575" y="1606375"/>
                <a:ext cx="21700" cy="14300"/>
              </a:xfrm>
              <a:custGeom>
                <a:rect b="b" l="l" r="r" t="t"/>
                <a:pathLst>
                  <a:path extrusionOk="0" h="572" w="868">
                    <a:moveTo>
                      <a:pt x="297" y="1"/>
                    </a:moveTo>
                    <a:cubicBezTo>
                      <a:pt x="0" y="1"/>
                      <a:pt x="0" y="571"/>
                      <a:pt x="297" y="571"/>
                    </a:cubicBezTo>
                    <a:cubicBezTo>
                      <a:pt x="868" y="571"/>
                      <a:pt x="868" y="1"/>
                      <a:pt x="297"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4" name="Google Shape;1154;p58"/>
              <p:cNvSpPr/>
              <p:nvPr/>
            </p:nvSpPr>
            <p:spPr>
              <a:xfrm>
                <a:off x="2642200" y="1349600"/>
                <a:ext cx="21125" cy="14275"/>
              </a:xfrm>
              <a:custGeom>
                <a:rect b="b" l="l" r="r" t="t"/>
                <a:pathLst>
                  <a:path extrusionOk="0" h="571" w="845">
                    <a:moveTo>
                      <a:pt x="274" y="0"/>
                    </a:moveTo>
                    <a:cubicBezTo>
                      <a:pt x="0" y="0"/>
                      <a:pt x="0" y="571"/>
                      <a:pt x="274" y="571"/>
                    </a:cubicBezTo>
                    <a:cubicBezTo>
                      <a:pt x="845" y="571"/>
                      <a:pt x="845" y="0"/>
                      <a:pt x="274"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5" name="Google Shape;1155;p58"/>
              <p:cNvSpPr/>
              <p:nvPr/>
            </p:nvSpPr>
            <p:spPr>
              <a:xfrm>
                <a:off x="2856175" y="778950"/>
                <a:ext cx="21150" cy="14300"/>
              </a:xfrm>
              <a:custGeom>
                <a:rect b="b" l="l" r="r" t="t"/>
                <a:pathLst>
                  <a:path extrusionOk="0" h="572" w="846">
                    <a:moveTo>
                      <a:pt x="274" y="1"/>
                    </a:moveTo>
                    <a:cubicBezTo>
                      <a:pt x="1" y="1"/>
                      <a:pt x="1" y="572"/>
                      <a:pt x="274" y="572"/>
                    </a:cubicBezTo>
                    <a:cubicBezTo>
                      <a:pt x="845" y="572"/>
                      <a:pt x="845" y="1"/>
                      <a:pt x="274"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6" name="Google Shape;1156;p58"/>
              <p:cNvSpPr/>
              <p:nvPr/>
            </p:nvSpPr>
            <p:spPr>
              <a:xfrm>
                <a:off x="3070150" y="1056850"/>
                <a:ext cx="14300" cy="14300"/>
              </a:xfrm>
              <a:custGeom>
                <a:rect b="b" l="l" r="r" t="t"/>
                <a:pathLst>
                  <a:path extrusionOk="0" h="572" w="572">
                    <a:moveTo>
                      <a:pt x="275" y="1"/>
                    </a:moveTo>
                    <a:cubicBezTo>
                      <a:pt x="1" y="1"/>
                      <a:pt x="1" y="572"/>
                      <a:pt x="275" y="572"/>
                    </a:cubicBezTo>
                    <a:cubicBezTo>
                      <a:pt x="572" y="572"/>
                      <a:pt x="572" y="1"/>
                      <a:pt x="275"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7" name="Google Shape;1157;p58"/>
              <p:cNvSpPr/>
              <p:nvPr/>
            </p:nvSpPr>
            <p:spPr>
              <a:xfrm>
                <a:off x="3533525" y="778950"/>
                <a:ext cx="21700" cy="14300"/>
              </a:xfrm>
              <a:custGeom>
                <a:rect b="b" l="l" r="r" t="t"/>
                <a:pathLst>
                  <a:path extrusionOk="0" h="572" w="868">
                    <a:moveTo>
                      <a:pt x="571" y="1"/>
                    </a:moveTo>
                    <a:cubicBezTo>
                      <a:pt x="0" y="1"/>
                      <a:pt x="0" y="572"/>
                      <a:pt x="571" y="572"/>
                    </a:cubicBezTo>
                    <a:cubicBezTo>
                      <a:pt x="868" y="572"/>
                      <a:pt x="868" y="1"/>
                      <a:pt x="571"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8" name="Google Shape;1158;p58"/>
              <p:cNvSpPr/>
              <p:nvPr/>
            </p:nvSpPr>
            <p:spPr>
              <a:xfrm>
                <a:off x="3284150" y="622050"/>
                <a:ext cx="14300" cy="14275"/>
              </a:xfrm>
              <a:custGeom>
                <a:rect b="b" l="l" r="r" t="t"/>
                <a:pathLst>
                  <a:path extrusionOk="0" h="571" w="572">
                    <a:moveTo>
                      <a:pt x="274" y="0"/>
                    </a:moveTo>
                    <a:cubicBezTo>
                      <a:pt x="0" y="0"/>
                      <a:pt x="0" y="571"/>
                      <a:pt x="274" y="571"/>
                    </a:cubicBezTo>
                    <a:cubicBezTo>
                      <a:pt x="571" y="571"/>
                      <a:pt x="571" y="0"/>
                      <a:pt x="274"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9" name="Google Shape;1159;p58"/>
              <p:cNvSpPr/>
              <p:nvPr/>
            </p:nvSpPr>
            <p:spPr>
              <a:xfrm>
                <a:off x="3312675" y="850300"/>
                <a:ext cx="21150" cy="14275"/>
              </a:xfrm>
              <a:custGeom>
                <a:rect b="b" l="l" r="r" t="t"/>
                <a:pathLst>
                  <a:path extrusionOk="0" h="571" w="846">
                    <a:moveTo>
                      <a:pt x="571" y="0"/>
                    </a:moveTo>
                    <a:cubicBezTo>
                      <a:pt x="1" y="0"/>
                      <a:pt x="1" y="571"/>
                      <a:pt x="571" y="571"/>
                    </a:cubicBezTo>
                    <a:cubicBezTo>
                      <a:pt x="845" y="571"/>
                      <a:pt x="845" y="0"/>
                      <a:pt x="571"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0" name="Google Shape;1160;p58"/>
              <p:cNvSpPr/>
              <p:nvPr/>
            </p:nvSpPr>
            <p:spPr>
              <a:xfrm>
                <a:off x="4332400" y="2340775"/>
                <a:ext cx="21700" cy="14300"/>
              </a:xfrm>
              <a:custGeom>
                <a:rect b="b" l="l" r="r" t="t"/>
                <a:pathLst>
                  <a:path extrusionOk="0" h="572" w="868">
                    <a:moveTo>
                      <a:pt x="571" y="1"/>
                    </a:moveTo>
                    <a:cubicBezTo>
                      <a:pt x="1" y="1"/>
                      <a:pt x="1" y="571"/>
                      <a:pt x="571" y="571"/>
                    </a:cubicBezTo>
                    <a:cubicBezTo>
                      <a:pt x="868" y="571"/>
                      <a:pt x="868" y="1"/>
                      <a:pt x="571"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1" name="Google Shape;1161;p58"/>
              <p:cNvSpPr/>
              <p:nvPr/>
            </p:nvSpPr>
            <p:spPr>
              <a:xfrm>
                <a:off x="3726400" y="2633525"/>
                <a:ext cx="21125" cy="14275"/>
              </a:xfrm>
              <a:custGeom>
                <a:rect b="b" l="l" r="r" t="t"/>
                <a:pathLst>
                  <a:path extrusionOk="0" h="571" w="845">
                    <a:moveTo>
                      <a:pt x="274" y="0"/>
                    </a:moveTo>
                    <a:cubicBezTo>
                      <a:pt x="0" y="0"/>
                      <a:pt x="0" y="571"/>
                      <a:pt x="274" y="571"/>
                    </a:cubicBezTo>
                    <a:cubicBezTo>
                      <a:pt x="845" y="571"/>
                      <a:pt x="845" y="0"/>
                      <a:pt x="274"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2" name="Google Shape;1162;p58"/>
              <p:cNvSpPr/>
              <p:nvPr/>
            </p:nvSpPr>
            <p:spPr>
              <a:xfrm>
                <a:off x="4061350" y="2026925"/>
                <a:ext cx="14300" cy="14300"/>
              </a:xfrm>
              <a:custGeom>
                <a:rect b="b" l="l" r="r" t="t"/>
                <a:pathLst>
                  <a:path extrusionOk="0" h="572" w="572">
                    <a:moveTo>
                      <a:pt x="297" y="1"/>
                    </a:moveTo>
                    <a:cubicBezTo>
                      <a:pt x="1" y="1"/>
                      <a:pt x="1" y="571"/>
                      <a:pt x="297" y="571"/>
                    </a:cubicBezTo>
                    <a:cubicBezTo>
                      <a:pt x="571" y="571"/>
                      <a:pt x="571" y="1"/>
                      <a:pt x="297"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3" name="Google Shape;1163;p58"/>
              <p:cNvSpPr/>
              <p:nvPr/>
            </p:nvSpPr>
            <p:spPr>
              <a:xfrm>
                <a:off x="2820225" y="1613225"/>
                <a:ext cx="21700" cy="14300"/>
              </a:xfrm>
              <a:custGeom>
                <a:rect b="b" l="l" r="r" t="t"/>
                <a:pathLst>
                  <a:path extrusionOk="0" h="572" w="868">
                    <a:moveTo>
                      <a:pt x="297" y="1"/>
                    </a:moveTo>
                    <a:cubicBezTo>
                      <a:pt x="1" y="1"/>
                      <a:pt x="1" y="571"/>
                      <a:pt x="297" y="571"/>
                    </a:cubicBezTo>
                    <a:cubicBezTo>
                      <a:pt x="868" y="571"/>
                      <a:pt x="868" y="1"/>
                      <a:pt x="297"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4" name="Google Shape;1164;p58"/>
              <p:cNvSpPr/>
              <p:nvPr/>
            </p:nvSpPr>
            <p:spPr>
              <a:xfrm>
                <a:off x="3583725" y="1841475"/>
                <a:ext cx="21150" cy="14300"/>
              </a:xfrm>
              <a:custGeom>
                <a:rect b="b" l="l" r="r" t="t"/>
                <a:pathLst>
                  <a:path extrusionOk="0" h="572" w="846">
                    <a:moveTo>
                      <a:pt x="571" y="1"/>
                    </a:moveTo>
                    <a:cubicBezTo>
                      <a:pt x="1" y="1"/>
                      <a:pt x="1" y="571"/>
                      <a:pt x="571" y="571"/>
                    </a:cubicBezTo>
                    <a:cubicBezTo>
                      <a:pt x="845" y="571"/>
                      <a:pt x="845" y="1"/>
                      <a:pt x="571"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5" name="Google Shape;1165;p58"/>
              <p:cNvSpPr/>
              <p:nvPr/>
            </p:nvSpPr>
            <p:spPr>
              <a:xfrm>
                <a:off x="3604850" y="1998400"/>
                <a:ext cx="21700" cy="14300"/>
              </a:xfrm>
              <a:custGeom>
                <a:rect b="b" l="l" r="r" t="t"/>
                <a:pathLst>
                  <a:path extrusionOk="0" h="572" w="868">
                    <a:moveTo>
                      <a:pt x="297" y="1"/>
                    </a:moveTo>
                    <a:cubicBezTo>
                      <a:pt x="0" y="1"/>
                      <a:pt x="0" y="571"/>
                      <a:pt x="297" y="571"/>
                    </a:cubicBezTo>
                    <a:cubicBezTo>
                      <a:pt x="868" y="571"/>
                      <a:pt x="868" y="1"/>
                      <a:pt x="297"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6" name="Google Shape;1166;p58"/>
              <p:cNvSpPr/>
              <p:nvPr/>
            </p:nvSpPr>
            <p:spPr>
              <a:xfrm>
                <a:off x="3883325" y="1798675"/>
                <a:ext cx="21125" cy="14300"/>
              </a:xfrm>
              <a:custGeom>
                <a:rect b="b" l="l" r="r" t="t"/>
                <a:pathLst>
                  <a:path extrusionOk="0" h="572" w="845">
                    <a:moveTo>
                      <a:pt x="274" y="1"/>
                    </a:moveTo>
                    <a:cubicBezTo>
                      <a:pt x="0" y="1"/>
                      <a:pt x="0" y="571"/>
                      <a:pt x="274" y="571"/>
                    </a:cubicBezTo>
                    <a:cubicBezTo>
                      <a:pt x="845" y="571"/>
                      <a:pt x="845" y="1"/>
                      <a:pt x="274"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7" name="Google Shape;1167;p58"/>
              <p:cNvSpPr/>
              <p:nvPr/>
            </p:nvSpPr>
            <p:spPr>
              <a:xfrm>
                <a:off x="4261075" y="1827200"/>
                <a:ext cx="14300" cy="14300"/>
              </a:xfrm>
              <a:custGeom>
                <a:rect b="b" l="l" r="r" t="t"/>
                <a:pathLst>
                  <a:path extrusionOk="0" h="572" w="572">
                    <a:moveTo>
                      <a:pt x="297" y="1"/>
                    </a:moveTo>
                    <a:cubicBezTo>
                      <a:pt x="0" y="1"/>
                      <a:pt x="0" y="572"/>
                      <a:pt x="297" y="572"/>
                    </a:cubicBezTo>
                    <a:cubicBezTo>
                      <a:pt x="571" y="572"/>
                      <a:pt x="571" y="1"/>
                      <a:pt x="297"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8" name="Google Shape;1168;p58"/>
              <p:cNvSpPr/>
              <p:nvPr/>
            </p:nvSpPr>
            <p:spPr>
              <a:xfrm>
                <a:off x="4396875" y="793225"/>
                <a:ext cx="21150" cy="14300"/>
              </a:xfrm>
              <a:custGeom>
                <a:rect b="b" l="l" r="r" t="t"/>
                <a:pathLst>
                  <a:path extrusionOk="0" h="572" w="846">
                    <a:moveTo>
                      <a:pt x="571" y="1"/>
                    </a:moveTo>
                    <a:cubicBezTo>
                      <a:pt x="1" y="1"/>
                      <a:pt x="1" y="571"/>
                      <a:pt x="571" y="571"/>
                    </a:cubicBezTo>
                    <a:cubicBezTo>
                      <a:pt x="845" y="571"/>
                      <a:pt x="845" y="1"/>
                      <a:pt x="571"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9" name="Google Shape;1169;p58"/>
              <p:cNvSpPr/>
              <p:nvPr/>
            </p:nvSpPr>
            <p:spPr>
              <a:xfrm>
                <a:off x="5102750" y="664825"/>
                <a:ext cx="14300" cy="14300"/>
              </a:xfrm>
              <a:custGeom>
                <a:rect b="b" l="l" r="r" t="t"/>
                <a:pathLst>
                  <a:path extrusionOk="0" h="572" w="572">
                    <a:moveTo>
                      <a:pt x="297" y="1"/>
                    </a:moveTo>
                    <a:cubicBezTo>
                      <a:pt x="1" y="1"/>
                      <a:pt x="1" y="572"/>
                      <a:pt x="297" y="572"/>
                    </a:cubicBezTo>
                    <a:cubicBezTo>
                      <a:pt x="571" y="572"/>
                      <a:pt x="571" y="1"/>
                      <a:pt x="297"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0" name="Google Shape;1170;p58"/>
              <p:cNvSpPr/>
              <p:nvPr/>
            </p:nvSpPr>
            <p:spPr>
              <a:xfrm>
                <a:off x="4874500" y="1135600"/>
                <a:ext cx="21700" cy="14300"/>
              </a:xfrm>
              <a:custGeom>
                <a:rect b="b" l="l" r="r" t="t"/>
                <a:pathLst>
                  <a:path extrusionOk="0" h="572" w="868">
                    <a:moveTo>
                      <a:pt x="297" y="1"/>
                    </a:moveTo>
                    <a:cubicBezTo>
                      <a:pt x="1" y="1"/>
                      <a:pt x="1" y="571"/>
                      <a:pt x="297" y="571"/>
                    </a:cubicBezTo>
                    <a:cubicBezTo>
                      <a:pt x="868" y="571"/>
                      <a:pt x="868" y="1"/>
                      <a:pt x="297"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1" name="Google Shape;1171;p58"/>
              <p:cNvSpPr/>
              <p:nvPr/>
            </p:nvSpPr>
            <p:spPr>
              <a:xfrm>
                <a:off x="5395500" y="1741625"/>
                <a:ext cx="21125" cy="14275"/>
              </a:xfrm>
              <a:custGeom>
                <a:rect b="b" l="l" r="r" t="t"/>
                <a:pathLst>
                  <a:path extrusionOk="0" h="571" w="845">
                    <a:moveTo>
                      <a:pt x="571" y="0"/>
                    </a:moveTo>
                    <a:cubicBezTo>
                      <a:pt x="0" y="0"/>
                      <a:pt x="0" y="571"/>
                      <a:pt x="571" y="571"/>
                    </a:cubicBezTo>
                    <a:cubicBezTo>
                      <a:pt x="845" y="571"/>
                      <a:pt x="845" y="0"/>
                      <a:pt x="571"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2" name="Google Shape;1172;p58"/>
              <p:cNvSpPr/>
              <p:nvPr/>
            </p:nvSpPr>
            <p:spPr>
              <a:xfrm>
                <a:off x="5701925" y="1249725"/>
                <a:ext cx="21700" cy="14300"/>
              </a:xfrm>
              <a:custGeom>
                <a:rect b="b" l="l" r="r" t="t"/>
                <a:pathLst>
                  <a:path extrusionOk="0" h="572" w="868">
                    <a:moveTo>
                      <a:pt x="297" y="1"/>
                    </a:moveTo>
                    <a:cubicBezTo>
                      <a:pt x="0" y="1"/>
                      <a:pt x="0" y="571"/>
                      <a:pt x="297" y="571"/>
                    </a:cubicBezTo>
                    <a:cubicBezTo>
                      <a:pt x="868" y="571"/>
                      <a:pt x="868" y="1"/>
                      <a:pt x="297"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3" name="Google Shape;1173;p58"/>
              <p:cNvSpPr/>
              <p:nvPr/>
            </p:nvSpPr>
            <p:spPr>
              <a:xfrm>
                <a:off x="5238575" y="1099650"/>
                <a:ext cx="14275" cy="14300"/>
              </a:xfrm>
              <a:custGeom>
                <a:rect b="b" l="l" r="r" t="t"/>
                <a:pathLst>
                  <a:path extrusionOk="0" h="572" w="571">
                    <a:moveTo>
                      <a:pt x="274" y="1"/>
                    </a:moveTo>
                    <a:cubicBezTo>
                      <a:pt x="0" y="1"/>
                      <a:pt x="0" y="571"/>
                      <a:pt x="274" y="571"/>
                    </a:cubicBezTo>
                    <a:cubicBezTo>
                      <a:pt x="571" y="571"/>
                      <a:pt x="571" y="1"/>
                      <a:pt x="274"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4" name="Google Shape;1174;p58"/>
              <p:cNvSpPr/>
              <p:nvPr/>
            </p:nvSpPr>
            <p:spPr>
              <a:xfrm>
                <a:off x="5138700" y="871400"/>
                <a:ext cx="14300" cy="14300"/>
              </a:xfrm>
              <a:custGeom>
                <a:rect b="b" l="l" r="r" t="t"/>
                <a:pathLst>
                  <a:path extrusionOk="0" h="572" w="572">
                    <a:moveTo>
                      <a:pt x="275" y="1"/>
                    </a:moveTo>
                    <a:cubicBezTo>
                      <a:pt x="1" y="1"/>
                      <a:pt x="1" y="571"/>
                      <a:pt x="275" y="571"/>
                    </a:cubicBezTo>
                    <a:cubicBezTo>
                      <a:pt x="571" y="571"/>
                      <a:pt x="571" y="1"/>
                      <a:pt x="275"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5" name="Google Shape;1175;p58"/>
              <p:cNvSpPr/>
              <p:nvPr/>
            </p:nvSpPr>
            <p:spPr>
              <a:xfrm>
                <a:off x="6522500" y="614625"/>
                <a:ext cx="21125" cy="14275"/>
              </a:xfrm>
              <a:custGeom>
                <a:rect b="b" l="l" r="r" t="t"/>
                <a:pathLst>
                  <a:path extrusionOk="0" h="571" w="845">
                    <a:moveTo>
                      <a:pt x="571" y="0"/>
                    </a:moveTo>
                    <a:cubicBezTo>
                      <a:pt x="0" y="0"/>
                      <a:pt x="0" y="571"/>
                      <a:pt x="571" y="571"/>
                    </a:cubicBezTo>
                    <a:cubicBezTo>
                      <a:pt x="845" y="571"/>
                      <a:pt x="845" y="0"/>
                      <a:pt x="571"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6" name="Google Shape;1176;p58"/>
              <p:cNvSpPr/>
              <p:nvPr/>
            </p:nvSpPr>
            <p:spPr>
              <a:xfrm>
                <a:off x="6714800" y="1256575"/>
                <a:ext cx="21700" cy="14300"/>
              </a:xfrm>
              <a:custGeom>
                <a:rect b="b" l="l" r="r" t="t"/>
                <a:pathLst>
                  <a:path extrusionOk="0" h="572" w="868">
                    <a:moveTo>
                      <a:pt x="297" y="1"/>
                    </a:moveTo>
                    <a:cubicBezTo>
                      <a:pt x="0" y="1"/>
                      <a:pt x="0" y="571"/>
                      <a:pt x="297" y="571"/>
                    </a:cubicBezTo>
                    <a:cubicBezTo>
                      <a:pt x="868" y="571"/>
                      <a:pt x="868" y="1"/>
                      <a:pt x="297"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7" name="Google Shape;1177;p58"/>
              <p:cNvSpPr/>
              <p:nvPr/>
            </p:nvSpPr>
            <p:spPr>
              <a:xfrm>
                <a:off x="6329625" y="1349600"/>
                <a:ext cx="14275" cy="14275"/>
              </a:xfrm>
              <a:custGeom>
                <a:rect b="b" l="l" r="r" t="t"/>
                <a:pathLst>
                  <a:path extrusionOk="0" h="571" w="571">
                    <a:moveTo>
                      <a:pt x="297" y="0"/>
                    </a:moveTo>
                    <a:cubicBezTo>
                      <a:pt x="0" y="0"/>
                      <a:pt x="0" y="571"/>
                      <a:pt x="297" y="571"/>
                    </a:cubicBezTo>
                    <a:cubicBezTo>
                      <a:pt x="571" y="571"/>
                      <a:pt x="571" y="0"/>
                      <a:pt x="297"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8" name="Google Shape;1178;p58"/>
              <p:cNvSpPr/>
              <p:nvPr/>
            </p:nvSpPr>
            <p:spPr>
              <a:xfrm>
                <a:off x="6793550" y="1698825"/>
                <a:ext cx="21125" cy="14275"/>
              </a:xfrm>
              <a:custGeom>
                <a:rect b="b" l="l" r="r" t="t"/>
                <a:pathLst>
                  <a:path extrusionOk="0" h="571" w="845">
                    <a:moveTo>
                      <a:pt x="274" y="0"/>
                    </a:moveTo>
                    <a:cubicBezTo>
                      <a:pt x="0" y="0"/>
                      <a:pt x="0" y="571"/>
                      <a:pt x="274" y="571"/>
                    </a:cubicBezTo>
                    <a:cubicBezTo>
                      <a:pt x="845" y="571"/>
                      <a:pt x="845" y="0"/>
                      <a:pt x="274"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9" name="Google Shape;1179;p58"/>
              <p:cNvSpPr/>
              <p:nvPr/>
            </p:nvSpPr>
            <p:spPr>
              <a:xfrm>
                <a:off x="7214100" y="950150"/>
                <a:ext cx="14275" cy="14300"/>
              </a:xfrm>
              <a:custGeom>
                <a:rect b="b" l="l" r="r" t="t"/>
                <a:pathLst>
                  <a:path extrusionOk="0" h="572" w="571">
                    <a:moveTo>
                      <a:pt x="297" y="1"/>
                    </a:moveTo>
                    <a:cubicBezTo>
                      <a:pt x="0" y="1"/>
                      <a:pt x="0" y="571"/>
                      <a:pt x="297" y="571"/>
                    </a:cubicBezTo>
                    <a:cubicBezTo>
                      <a:pt x="571" y="571"/>
                      <a:pt x="571" y="1"/>
                      <a:pt x="297"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0" name="Google Shape;1180;p58"/>
              <p:cNvSpPr/>
              <p:nvPr/>
            </p:nvSpPr>
            <p:spPr>
              <a:xfrm>
                <a:off x="6864875" y="921625"/>
                <a:ext cx="21125" cy="14275"/>
              </a:xfrm>
              <a:custGeom>
                <a:rect b="b" l="l" r="r" t="t"/>
                <a:pathLst>
                  <a:path extrusionOk="0" h="571" w="845">
                    <a:moveTo>
                      <a:pt x="274" y="0"/>
                    </a:moveTo>
                    <a:cubicBezTo>
                      <a:pt x="0" y="0"/>
                      <a:pt x="0" y="571"/>
                      <a:pt x="274" y="571"/>
                    </a:cubicBezTo>
                    <a:cubicBezTo>
                      <a:pt x="845" y="571"/>
                      <a:pt x="845" y="0"/>
                      <a:pt x="274"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1" name="Google Shape;1181;p58"/>
              <p:cNvSpPr/>
              <p:nvPr/>
            </p:nvSpPr>
            <p:spPr>
              <a:xfrm>
                <a:off x="7264325" y="557550"/>
                <a:ext cx="14275" cy="14300"/>
              </a:xfrm>
              <a:custGeom>
                <a:rect b="b" l="l" r="r" t="t"/>
                <a:pathLst>
                  <a:path extrusionOk="0" h="572" w="571">
                    <a:moveTo>
                      <a:pt x="274" y="1"/>
                    </a:moveTo>
                    <a:cubicBezTo>
                      <a:pt x="0" y="1"/>
                      <a:pt x="0" y="571"/>
                      <a:pt x="274" y="571"/>
                    </a:cubicBezTo>
                    <a:cubicBezTo>
                      <a:pt x="571" y="571"/>
                      <a:pt x="571" y="1"/>
                      <a:pt x="274"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2" name="Google Shape;1182;p58"/>
              <p:cNvSpPr/>
              <p:nvPr/>
            </p:nvSpPr>
            <p:spPr>
              <a:xfrm>
                <a:off x="7093125" y="821750"/>
                <a:ext cx="14300" cy="14300"/>
              </a:xfrm>
              <a:custGeom>
                <a:rect b="b" l="l" r="r" t="t"/>
                <a:pathLst>
                  <a:path extrusionOk="0" h="572" w="572">
                    <a:moveTo>
                      <a:pt x="274" y="1"/>
                    </a:moveTo>
                    <a:cubicBezTo>
                      <a:pt x="0" y="1"/>
                      <a:pt x="0" y="572"/>
                      <a:pt x="274" y="572"/>
                    </a:cubicBezTo>
                    <a:cubicBezTo>
                      <a:pt x="571" y="572"/>
                      <a:pt x="571" y="1"/>
                      <a:pt x="274"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3" name="Google Shape;1183;p58"/>
              <p:cNvSpPr/>
              <p:nvPr/>
            </p:nvSpPr>
            <p:spPr>
              <a:xfrm>
                <a:off x="6828925" y="657425"/>
                <a:ext cx="21700" cy="14275"/>
              </a:xfrm>
              <a:custGeom>
                <a:rect b="b" l="l" r="r" t="t"/>
                <a:pathLst>
                  <a:path extrusionOk="0" h="571" w="868">
                    <a:moveTo>
                      <a:pt x="297" y="0"/>
                    </a:moveTo>
                    <a:cubicBezTo>
                      <a:pt x="0" y="0"/>
                      <a:pt x="0" y="571"/>
                      <a:pt x="297" y="571"/>
                    </a:cubicBezTo>
                    <a:cubicBezTo>
                      <a:pt x="868" y="571"/>
                      <a:pt x="868" y="0"/>
                      <a:pt x="297"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4" name="Google Shape;1184;p58"/>
              <p:cNvSpPr/>
              <p:nvPr/>
            </p:nvSpPr>
            <p:spPr>
              <a:xfrm>
                <a:off x="7078850" y="2469175"/>
                <a:ext cx="14300" cy="14300"/>
              </a:xfrm>
              <a:custGeom>
                <a:rect b="b" l="l" r="r" t="t"/>
                <a:pathLst>
                  <a:path extrusionOk="0" h="572" w="572">
                    <a:moveTo>
                      <a:pt x="275" y="0"/>
                    </a:moveTo>
                    <a:cubicBezTo>
                      <a:pt x="1" y="0"/>
                      <a:pt x="1" y="571"/>
                      <a:pt x="275" y="571"/>
                    </a:cubicBezTo>
                    <a:cubicBezTo>
                      <a:pt x="571" y="571"/>
                      <a:pt x="571" y="0"/>
                      <a:pt x="275"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5" name="Google Shape;1185;p58"/>
              <p:cNvSpPr/>
              <p:nvPr/>
            </p:nvSpPr>
            <p:spPr>
              <a:xfrm>
                <a:off x="6465425" y="2141050"/>
                <a:ext cx="21150" cy="14300"/>
              </a:xfrm>
              <a:custGeom>
                <a:rect b="b" l="l" r="r" t="t"/>
                <a:pathLst>
                  <a:path extrusionOk="0" h="572" w="846">
                    <a:moveTo>
                      <a:pt x="571" y="1"/>
                    </a:moveTo>
                    <a:cubicBezTo>
                      <a:pt x="1" y="1"/>
                      <a:pt x="1" y="572"/>
                      <a:pt x="571" y="572"/>
                    </a:cubicBezTo>
                    <a:cubicBezTo>
                      <a:pt x="845" y="572"/>
                      <a:pt x="845" y="1"/>
                      <a:pt x="571"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6" name="Google Shape;1186;p58"/>
              <p:cNvSpPr/>
              <p:nvPr/>
            </p:nvSpPr>
            <p:spPr>
              <a:xfrm>
                <a:off x="6515075" y="2804700"/>
                <a:ext cx="21700" cy="14300"/>
              </a:xfrm>
              <a:custGeom>
                <a:rect b="b" l="l" r="r" t="t"/>
                <a:pathLst>
                  <a:path extrusionOk="0" h="572" w="868">
                    <a:moveTo>
                      <a:pt x="571" y="1"/>
                    </a:moveTo>
                    <a:cubicBezTo>
                      <a:pt x="0" y="1"/>
                      <a:pt x="0" y="571"/>
                      <a:pt x="571" y="571"/>
                    </a:cubicBezTo>
                    <a:cubicBezTo>
                      <a:pt x="868" y="571"/>
                      <a:pt x="868" y="1"/>
                      <a:pt x="571"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7" name="Google Shape;1187;p58"/>
              <p:cNvSpPr/>
              <p:nvPr/>
            </p:nvSpPr>
            <p:spPr>
              <a:xfrm>
                <a:off x="6700525" y="2733375"/>
                <a:ext cx="21700" cy="14300"/>
              </a:xfrm>
              <a:custGeom>
                <a:rect b="b" l="l" r="r" t="t"/>
                <a:pathLst>
                  <a:path extrusionOk="0" h="572" w="868">
                    <a:moveTo>
                      <a:pt x="297" y="1"/>
                    </a:moveTo>
                    <a:cubicBezTo>
                      <a:pt x="1" y="1"/>
                      <a:pt x="1" y="571"/>
                      <a:pt x="297" y="571"/>
                    </a:cubicBezTo>
                    <a:cubicBezTo>
                      <a:pt x="868" y="571"/>
                      <a:pt x="868" y="1"/>
                      <a:pt x="297"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8" name="Google Shape;1188;p58"/>
              <p:cNvSpPr/>
              <p:nvPr/>
            </p:nvSpPr>
            <p:spPr>
              <a:xfrm>
                <a:off x="6985850" y="3153925"/>
                <a:ext cx="14275" cy="14300"/>
              </a:xfrm>
              <a:custGeom>
                <a:rect b="b" l="l" r="r" t="t"/>
                <a:pathLst>
                  <a:path extrusionOk="0" h="572" w="571">
                    <a:moveTo>
                      <a:pt x="297" y="1"/>
                    </a:moveTo>
                    <a:cubicBezTo>
                      <a:pt x="0" y="1"/>
                      <a:pt x="0" y="571"/>
                      <a:pt x="297" y="571"/>
                    </a:cubicBezTo>
                    <a:cubicBezTo>
                      <a:pt x="571" y="571"/>
                      <a:pt x="571" y="1"/>
                      <a:pt x="297"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9" name="Google Shape;1189;p58"/>
              <p:cNvSpPr/>
              <p:nvPr/>
            </p:nvSpPr>
            <p:spPr>
              <a:xfrm>
                <a:off x="7142775" y="3560800"/>
                <a:ext cx="14275" cy="14275"/>
              </a:xfrm>
              <a:custGeom>
                <a:rect b="b" l="l" r="r" t="t"/>
                <a:pathLst>
                  <a:path extrusionOk="0" h="571" w="571">
                    <a:moveTo>
                      <a:pt x="297" y="0"/>
                    </a:moveTo>
                    <a:cubicBezTo>
                      <a:pt x="0" y="0"/>
                      <a:pt x="0" y="571"/>
                      <a:pt x="297" y="571"/>
                    </a:cubicBezTo>
                    <a:cubicBezTo>
                      <a:pt x="571" y="571"/>
                      <a:pt x="571" y="0"/>
                      <a:pt x="297"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0" name="Google Shape;1190;p58"/>
              <p:cNvSpPr/>
              <p:nvPr/>
            </p:nvSpPr>
            <p:spPr>
              <a:xfrm>
                <a:off x="6572125" y="3346800"/>
                <a:ext cx="21725" cy="14300"/>
              </a:xfrm>
              <a:custGeom>
                <a:rect b="b" l="l" r="r" t="t"/>
                <a:pathLst>
                  <a:path extrusionOk="0" h="572" w="869">
                    <a:moveTo>
                      <a:pt x="572" y="1"/>
                    </a:moveTo>
                    <a:cubicBezTo>
                      <a:pt x="1" y="1"/>
                      <a:pt x="1" y="571"/>
                      <a:pt x="572" y="571"/>
                    </a:cubicBezTo>
                    <a:cubicBezTo>
                      <a:pt x="868" y="571"/>
                      <a:pt x="868" y="1"/>
                      <a:pt x="572"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1" name="Google Shape;1191;p58"/>
              <p:cNvSpPr/>
              <p:nvPr/>
            </p:nvSpPr>
            <p:spPr>
              <a:xfrm>
                <a:off x="4974375" y="4024150"/>
                <a:ext cx="14275" cy="14275"/>
              </a:xfrm>
              <a:custGeom>
                <a:rect b="b" l="l" r="r" t="t"/>
                <a:pathLst>
                  <a:path extrusionOk="0" h="571" w="571">
                    <a:moveTo>
                      <a:pt x="297" y="0"/>
                    </a:moveTo>
                    <a:cubicBezTo>
                      <a:pt x="0" y="0"/>
                      <a:pt x="0" y="571"/>
                      <a:pt x="297" y="571"/>
                    </a:cubicBezTo>
                    <a:cubicBezTo>
                      <a:pt x="571" y="571"/>
                      <a:pt x="571" y="0"/>
                      <a:pt x="297"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2" name="Google Shape;1192;p58"/>
              <p:cNvSpPr/>
              <p:nvPr/>
            </p:nvSpPr>
            <p:spPr>
              <a:xfrm>
                <a:off x="4246800" y="3589325"/>
                <a:ext cx="14300" cy="14300"/>
              </a:xfrm>
              <a:custGeom>
                <a:rect b="b" l="l" r="r" t="t"/>
                <a:pathLst>
                  <a:path extrusionOk="0" h="572" w="572">
                    <a:moveTo>
                      <a:pt x="298" y="0"/>
                    </a:moveTo>
                    <a:cubicBezTo>
                      <a:pt x="1" y="0"/>
                      <a:pt x="1" y="571"/>
                      <a:pt x="298" y="571"/>
                    </a:cubicBezTo>
                    <a:cubicBezTo>
                      <a:pt x="571" y="571"/>
                      <a:pt x="571" y="0"/>
                      <a:pt x="298"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3" name="Google Shape;1193;p58"/>
              <p:cNvSpPr/>
              <p:nvPr/>
            </p:nvSpPr>
            <p:spPr>
              <a:xfrm>
                <a:off x="4539550" y="3389600"/>
                <a:ext cx="21125" cy="14300"/>
              </a:xfrm>
              <a:custGeom>
                <a:rect b="b" l="l" r="r" t="t"/>
                <a:pathLst>
                  <a:path extrusionOk="0" h="572" w="845">
                    <a:moveTo>
                      <a:pt x="571" y="1"/>
                    </a:moveTo>
                    <a:cubicBezTo>
                      <a:pt x="0" y="1"/>
                      <a:pt x="0" y="571"/>
                      <a:pt x="571" y="571"/>
                    </a:cubicBezTo>
                    <a:cubicBezTo>
                      <a:pt x="845" y="571"/>
                      <a:pt x="845" y="1"/>
                      <a:pt x="571"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4" name="Google Shape;1194;p58"/>
              <p:cNvSpPr/>
              <p:nvPr/>
            </p:nvSpPr>
            <p:spPr>
              <a:xfrm>
                <a:off x="4411150" y="3632125"/>
                <a:ext cx="28550" cy="14275"/>
              </a:xfrm>
              <a:custGeom>
                <a:rect b="b" l="l" r="r" t="t"/>
                <a:pathLst>
                  <a:path extrusionOk="0" h="571" w="1142">
                    <a:moveTo>
                      <a:pt x="571" y="0"/>
                    </a:moveTo>
                    <a:cubicBezTo>
                      <a:pt x="0" y="0"/>
                      <a:pt x="0" y="571"/>
                      <a:pt x="571" y="571"/>
                    </a:cubicBezTo>
                    <a:lnTo>
                      <a:pt x="845" y="571"/>
                    </a:lnTo>
                    <a:cubicBezTo>
                      <a:pt x="1142" y="571"/>
                      <a:pt x="1142" y="0"/>
                      <a:pt x="845"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5" name="Google Shape;1195;p58"/>
              <p:cNvSpPr/>
              <p:nvPr/>
            </p:nvSpPr>
            <p:spPr>
              <a:xfrm>
                <a:off x="4924725" y="3646375"/>
                <a:ext cx="14275" cy="14300"/>
              </a:xfrm>
              <a:custGeom>
                <a:rect b="b" l="l" r="r" t="t"/>
                <a:pathLst>
                  <a:path extrusionOk="0" h="572" w="571">
                    <a:moveTo>
                      <a:pt x="274" y="1"/>
                    </a:moveTo>
                    <a:cubicBezTo>
                      <a:pt x="0" y="1"/>
                      <a:pt x="0" y="572"/>
                      <a:pt x="274" y="572"/>
                    </a:cubicBezTo>
                    <a:cubicBezTo>
                      <a:pt x="571" y="572"/>
                      <a:pt x="571" y="1"/>
                      <a:pt x="274"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6" name="Google Shape;1196;p58"/>
              <p:cNvSpPr/>
              <p:nvPr/>
            </p:nvSpPr>
            <p:spPr>
              <a:xfrm>
                <a:off x="4532125" y="4095475"/>
                <a:ext cx="21700" cy="14300"/>
              </a:xfrm>
              <a:custGeom>
                <a:rect b="b" l="l" r="r" t="t"/>
                <a:pathLst>
                  <a:path extrusionOk="0" h="572" w="868">
                    <a:moveTo>
                      <a:pt x="571" y="0"/>
                    </a:moveTo>
                    <a:cubicBezTo>
                      <a:pt x="0" y="0"/>
                      <a:pt x="0" y="571"/>
                      <a:pt x="571" y="571"/>
                    </a:cubicBezTo>
                    <a:cubicBezTo>
                      <a:pt x="868" y="571"/>
                      <a:pt x="868" y="0"/>
                      <a:pt x="571"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7" name="Google Shape;1197;p58"/>
              <p:cNvSpPr/>
              <p:nvPr/>
            </p:nvSpPr>
            <p:spPr>
              <a:xfrm>
                <a:off x="5416600" y="2676300"/>
                <a:ext cx="21725" cy="14300"/>
              </a:xfrm>
              <a:custGeom>
                <a:rect b="b" l="l" r="r" t="t"/>
                <a:pathLst>
                  <a:path extrusionOk="0" h="572" w="869">
                    <a:moveTo>
                      <a:pt x="571" y="1"/>
                    </a:moveTo>
                    <a:cubicBezTo>
                      <a:pt x="1" y="1"/>
                      <a:pt x="1" y="572"/>
                      <a:pt x="571" y="572"/>
                    </a:cubicBezTo>
                    <a:cubicBezTo>
                      <a:pt x="868" y="572"/>
                      <a:pt x="868" y="1"/>
                      <a:pt x="571"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8" name="Google Shape;1198;p58"/>
              <p:cNvSpPr/>
              <p:nvPr/>
            </p:nvSpPr>
            <p:spPr>
              <a:xfrm>
                <a:off x="5067375" y="3096875"/>
                <a:ext cx="14300" cy="14275"/>
              </a:xfrm>
              <a:custGeom>
                <a:rect b="b" l="l" r="r" t="t"/>
                <a:pathLst>
                  <a:path extrusionOk="0" h="571" w="572">
                    <a:moveTo>
                      <a:pt x="274" y="0"/>
                    </a:moveTo>
                    <a:cubicBezTo>
                      <a:pt x="1" y="0"/>
                      <a:pt x="1" y="571"/>
                      <a:pt x="274" y="571"/>
                    </a:cubicBezTo>
                    <a:cubicBezTo>
                      <a:pt x="571" y="571"/>
                      <a:pt x="571" y="0"/>
                      <a:pt x="274"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9" name="Google Shape;1199;p58"/>
              <p:cNvSpPr/>
              <p:nvPr/>
            </p:nvSpPr>
            <p:spPr>
              <a:xfrm>
                <a:off x="5110175" y="3318275"/>
                <a:ext cx="14300" cy="14300"/>
              </a:xfrm>
              <a:custGeom>
                <a:rect b="b" l="l" r="r" t="t"/>
                <a:pathLst>
                  <a:path extrusionOk="0" h="572" w="572">
                    <a:moveTo>
                      <a:pt x="274" y="0"/>
                    </a:moveTo>
                    <a:cubicBezTo>
                      <a:pt x="0" y="0"/>
                      <a:pt x="0" y="571"/>
                      <a:pt x="274" y="571"/>
                    </a:cubicBezTo>
                    <a:cubicBezTo>
                      <a:pt x="571" y="571"/>
                      <a:pt x="571" y="0"/>
                      <a:pt x="274"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0" name="Google Shape;1200;p58"/>
              <p:cNvSpPr/>
              <p:nvPr/>
            </p:nvSpPr>
            <p:spPr>
              <a:xfrm>
                <a:off x="4839125" y="3196725"/>
                <a:ext cx="21125" cy="14300"/>
              </a:xfrm>
              <a:custGeom>
                <a:rect b="b" l="l" r="r" t="t"/>
                <a:pathLst>
                  <a:path extrusionOk="0" h="572" w="845">
                    <a:moveTo>
                      <a:pt x="274" y="1"/>
                    </a:moveTo>
                    <a:cubicBezTo>
                      <a:pt x="0" y="1"/>
                      <a:pt x="0" y="571"/>
                      <a:pt x="274" y="571"/>
                    </a:cubicBezTo>
                    <a:cubicBezTo>
                      <a:pt x="845" y="571"/>
                      <a:pt x="845" y="1"/>
                      <a:pt x="274"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1" name="Google Shape;1201;p58"/>
              <p:cNvSpPr/>
              <p:nvPr/>
            </p:nvSpPr>
            <p:spPr>
              <a:xfrm>
                <a:off x="2784850" y="4238125"/>
                <a:ext cx="21125" cy="14300"/>
              </a:xfrm>
              <a:custGeom>
                <a:rect b="b" l="l" r="r" t="t"/>
                <a:pathLst>
                  <a:path extrusionOk="0" h="572" w="845">
                    <a:moveTo>
                      <a:pt x="274" y="1"/>
                    </a:moveTo>
                    <a:cubicBezTo>
                      <a:pt x="0" y="1"/>
                      <a:pt x="0" y="571"/>
                      <a:pt x="274" y="571"/>
                    </a:cubicBezTo>
                    <a:cubicBezTo>
                      <a:pt x="845" y="571"/>
                      <a:pt x="845" y="1"/>
                      <a:pt x="274"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2" name="Google Shape;1202;p58"/>
              <p:cNvSpPr/>
              <p:nvPr/>
            </p:nvSpPr>
            <p:spPr>
              <a:xfrm>
                <a:off x="2756325" y="4587925"/>
                <a:ext cx="21125" cy="14300"/>
              </a:xfrm>
              <a:custGeom>
                <a:rect b="b" l="l" r="r" t="t"/>
                <a:pathLst>
                  <a:path extrusionOk="0" h="572" w="845">
                    <a:moveTo>
                      <a:pt x="274" y="1"/>
                    </a:moveTo>
                    <a:cubicBezTo>
                      <a:pt x="0" y="1"/>
                      <a:pt x="0" y="571"/>
                      <a:pt x="274" y="571"/>
                    </a:cubicBezTo>
                    <a:cubicBezTo>
                      <a:pt x="845" y="571"/>
                      <a:pt x="845" y="1"/>
                      <a:pt x="274"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3" name="Google Shape;1203;p58"/>
              <p:cNvSpPr/>
              <p:nvPr/>
            </p:nvSpPr>
            <p:spPr>
              <a:xfrm>
                <a:off x="3170025" y="4773375"/>
                <a:ext cx="14300" cy="14300"/>
              </a:xfrm>
              <a:custGeom>
                <a:rect b="b" l="l" r="r" t="t"/>
                <a:pathLst>
                  <a:path extrusionOk="0" h="572" w="572">
                    <a:moveTo>
                      <a:pt x="274" y="1"/>
                    </a:moveTo>
                    <a:cubicBezTo>
                      <a:pt x="0" y="1"/>
                      <a:pt x="0" y="571"/>
                      <a:pt x="274" y="571"/>
                    </a:cubicBezTo>
                    <a:cubicBezTo>
                      <a:pt x="571" y="571"/>
                      <a:pt x="571" y="1"/>
                      <a:pt x="274"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4" name="Google Shape;1204;p58"/>
              <p:cNvSpPr/>
              <p:nvPr/>
            </p:nvSpPr>
            <p:spPr>
              <a:xfrm>
                <a:off x="3633375" y="4445275"/>
                <a:ext cx="21700" cy="14275"/>
              </a:xfrm>
              <a:custGeom>
                <a:rect b="b" l="l" r="r" t="t"/>
                <a:pathLst>
                  <a:path extrusionOk="0" h="571" w="868">
                    <a:moveTo>
                      <a:pt x="297" y="0"/>
                    </a:moveTo>
                    <a:cubicBezTo>
                      <a:pt x="1" y="0"/>
                      <a:pt x="1" y="571"/>
                      <a:pt x="297" y="571"/>
                    </a:cubicBezTo>
                    <a:cubicBezTo>
                      <a:pt x="868" y="571"/>
                      <a:pt x="868" y="0"/>
                      <a:pt x="297"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5" name="Google Shape;1205;p58"/>
              <p:cNvSpPr/>
              <p:nvPr/>
            </p:nvSpPr>
            <p:spPr>
              <a:xfrm>
                <a:off x="1878675" y="4723175"/>
                <a:ext cx="14300" cy="14275"/>
              </a:xfrm>
              <a:custGeom>
                <a:rect b="b" l="l" r="r" t="t"/>
                <a:pathLst>
                  <a:path extrusionOk="0" h="571" w="572">
                    <a:moveTo>
                      <a:pt x="297" y="0"/>
                    </a:moveTo>
                    <a:cubicBezTo>
                      <a:pt x="1" y="0"/>
                      <a:pt x="1" y="571"/>
                      <a:pt x="297" y="571"/>
                    </a:cubicBezTo>
                    <a:cubicBezTo>
                      <a:pt x="571" y="571"/>
                      <a:pt x="571" y="0"/>
                      <a:pt x="297"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6" name="Google Shape;1206;p58"/>
              <p:cNvSpPr/>
              <p:nvPr/>
            </p:nvSpPr>
            <p:spPr>
              <a:xfrm>
                <a:off x="1957425" y="5015900"/>
                <a:ext cx="14300" cy="14300"/>
              </a:xfrm>
              <a:custGeom>
                <a:rect b="b" l="l" r="r" t="t"/>
                <a:pathLst>
                  <a:path extrusionOk="0" h="572" w="572">
                    <a:moveTo>
                      <a:pt x="275" y="1"/>
                    </a:moveTo>
                    <a:cubicBezTo>
                      <a:pt x="1" y="1"/>
                      <a:pt x="1" y="571"/>
                      <a:pt x="275" y="571"/>
                    </a:cubicBezTo>
                    <a:cubicBezTo>
                      <a:pt x="571" y="571"/>
                      <a:pt x="571" y="1"/>
                      <a:pt x="275"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7" name="Google Shape;1207;p58"/>
              <p:cNvSpPr/>
              <p:nvPr/>
            </p:nvSpPr>
            <p:spPr>
              <a:xfrm>
                <a:off x="1051275" y="4188475"/>
                <a:ext cx="14275" cy="14300"/>
              </a:xfrm>
              <a:custGeom>
                <a:rect b="b" l="l" r="r" t="t"/>
                <a:pathLst>
                  <a:path extrusionOk="0" h="572" w="571">
                    <a:moveTo>
                      <a:pt x="297" y="1"/>
                    </a:moveTo>
                    <a:cubicBezTo>
                      <a:pt x="0" y="1"/>
                      <a:pt x="0" y="572"/>
                      <a:pt x="297" y="572"/>
                    </a:cubicBezTo>
                    <a:cubicBezTo>
                      <a:pt x="571" y="572"/>
                      <a:pt x="571" y="1"/>
                      <a:pt x="297"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8" name="Google Shape;1208;p58"/>
              <p:cNvSpPr/>
              <p:nvPr/>
            </p:nvSpPr>
            <p:spPr>
              <a:xfrm>
                <a:off x="1379375" y="3831850"/>
                <a:ext cx="21700" cy="14275"/>
              </a:xfrm>
              <a:custGeom>
                <a:rect b="b" l="l" r="r" t="t"/>
                <a:pathLst>
                  <a:path extrusionOk="0" h="571" w="868">
                    <a:moveTo>
                      <a:pt x="571" y="0"/>
                    </a:moveTo>
                    <a:cubicBezTo>
                      <a:pt x="1" y="0"/>
                      <a:pt x="1" y="571"/>
                      <a:pt x="571" y="571"/>
                    </a:cubicBezTo>
                    <a:cubicBezTo>
                      <a:pt x="868" y="571"/>
                      <a:pt x="868" y="0"/>
                      <a:pt x="571"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9" name="Google Shape;1209;p58"/>
              <p:cNvSpPr/>
              <p:nvPr/>
            </p:nvSpPr>
            <p:spPr>
              <a:xfrm>
                <a:off x="1379375" y="4009875"/>
                <a:ext cx="21700" cy="14300"/>
              </a:xfrm>
              <a:custGeom>
                <a:rect b="b" l="l" r="r" t="t"/>
                <a:pathLst>
                  <a:path extrusionOk="0" h="572" w="868">
                    <a:moveTo>
                      <a:pt x="571" y="1"/>
                    </a:moveTo>
                    <a:cubicBezTo>
                      <a:pt x="1" y="1"/>
                      <a:pt x="1" y="571"/>
                      <a:pt x="571" y="571"/>
                    </a:cubicBezTo>
                    <a:cubicBezTo>
                      <a:pt x="868" y="571"/>
                      <a:pt x="868" y="1"/>
                      <a:pt x="571"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0" name="Google Shape;1210;p58"/>
              <p:cNvSpPr/>
              <p:nvPr/>
            </p:nvSpPr>
            <p:spPr>
              <a:xfrm>
                <a:off x="1543725" y="4102900"/>
                <a:ext cx="21125" cy="14275"/>
              </a:xfrm>
              <a:custGeom>
                <a:rect b="b" l="l" r="r" t="t"/>
                <a:pathLst>
                  <a:path extrusionOk="0" h="571" w="845">
                    <a:moveTo>
                      <a:pt x="274" y="0"/>
                    </a:moveTo>
                    <a:cubicBezTo>
                      <a:pt x="0" y="0"/>
                      <a:pt x="0" y="571"/>
                      <a:pt x="274" y="571"/>
                    </a:cubicBezTo>
                    <a:cubicBezTo>
                      <a:pt x="845" y="571"/>
                      <a:pt x="845" y="0"/>
                      <a:pt x="274"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1" name="Google Shape;1211;p58"/>
              <p:cNvSpPr/>
              <p:nvPr/>
            </p:nvSpPr>
            <p:spPr>
              <a:xfrm>
                <a:off x="1493500" y="4466375"/>
                <a:ext cx="21725" cy="14300"/>
              </a:xfrm>
              <a:custGeom>
                <a:rect b="b" l="l" r="r" t="t"/>
                <a:pathLst>
                  <a:path extrusionOk="0" h="572" w="869">
                    <a:moveTo>
                      <a:pt x="571" y="1"/>
                    </a:moveTo>
                    <a:cubicBezTo>
                      <a:pt x="1" y="1"/>
                      <a:pt x="1" y="571"/>
                      <a:pt x="571" y="571"/>
                    </a:cubicBezTo>
                    <a:cubicBezTo>
                      <a:pt x="868" y="571"/>
                      <a:pt x="868" y="1"/>
                      <a:pt x="571"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2" name="Google Shape;1212;p58"/>
              <p:cNvSpPr/>
              <p:nvPr/>
            </p:nvSpPr>
            <p:spPr>
              <a:xfrm>
                <a:off x="502325" y="5122600"/>
                <a:ext cx="21125" cy="14300"/>
              </a:xfrm>
              <a:custGeom>
                <a:rect b="b" l="l" r="r" t="t"/>
                <a:pathLst>
                  <a:path extrusionOk="0" h="572" w="845">
                    <a:moveTo>
                      <a:pt x="571" y="1"/>
                    </a:moveTo>
                    <a:cubicBezTo>
                      <a:pt x="0" y="1"/>
                      <a:pt x="0" y="572"/>
                      <a:pt x="571" y="572"/>
                    </a:cubicBezTo>
                    <a:cubicBezTo>
                      <a:pt x="845" y="572"/>
                      <a:pt x="845" y="1"/>
                      <a:pt x="571"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3" name="Google Shape;1213;p58"/>
              <p:cNvSpPr/>
              <p:nvPr/>
            </p:nvSpPr>
            <p:spPr>
              <a:xfrm>
                <a:off x="452100" y="4509175"/>
                <a:ext cx="21700" cy="14300"/>
              </a:xfrm>
              <a:custGeom>
                <a:rect b="b" l="l" r="r" t="t"/>
                <a:pathLst>
                  <a:path extrusionOk="0" h="572" w="868">
                    <a:moveTo>
                      <a:pt x="571" y="1"/>
                    </a:moveTo>
                    <a:cubicBezTo>
                      <a:pt x="0" y="1"/>
                      <a:pt x="0" y="571"/>
                      <a:pt x="571" y="571"/>
                    </a:cubicBezTo>
                    <a:cubicBezTo>
                      <a:pt x="868" y="571"/>
                      <a:pt x="868" y="1"/>
                      <a:pt x="571"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4" name="Google Shape;1214;p58"/>
              <p:cNvSpPr/>
              <p:nvPr/>
            </p:nvSpPr>
            <p:spPr>
              <a:xfrm>
                <a:off x="751675" y="4559400"/>
                <a:ext cx="21725" cy="14275"/>
              </a:xfrm>
              <a:custGeom>
                <a:rect b="b" l="l" r="r" t="t"/>
                <a:pathLst>
                  <a:path extrusionOk="0" h="571" w="869">
                    <a:moveTo>
                      <a:pt x="298" y="0"/>
                    </a:moveTo>
                    <a:cubicBezTo>
                      <a:pt x="1" y="0"/>
                      <a:pt x="1" y="571"/>
                      <a:pt x="298" y="571"/>
                    </a:cubicBezTo>
                    <a:cubicBezTo>
                      <a:pt x="868" y="571"/>
                      <a:pt x="868" y="0"/>
                      <a:pt x="298"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5" name="Google Shape;1215;p58"/>
              <p:cNvSpPr/>
              <p:nvPr/>
            </p:nvSpPr>
            <p:spPr>
              <a:xfrm>
                <a:off x="673500" y="4716325"/>
                <a:ext cx="21150" cy="14275"/>
              </a:xfrm>
              <a:custGeom>
                <a:rect b="b" l="l" r="r" t="t"/>
                <a:pathLst>
                  <a:path extrusionOk="0" h="571" w="846">
                    <a:moveTo>
                      <a:pt x="275" y="0"/>
                    </a:moveTo>
                    <a:cubicBezTo>
                      <a:pt x="1" y="0"/>
                      <a:pt x="1" y="571"/>
                      <a:pt x="275" y="571"/>
                    </a:cubicBezTo>
                    <a:cubicBezTo>
                      <a:pt x="845" y="571"/>
                      <a:pt x="845" y="0"/>
                      <a:pt x="275"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6" name="Google Shape;1216;p58"/>
              <p:cNvSpPr/>
              <p:nvPr/>
            </p:nvSpPr>
            <p:spPr>
              <a:xfrm>
                <a:off x="587900" y="3147075"/>
                <a:ext cx="21150" cy="14300"/>
              </a:xfrm>
              <a:custGeom>
                <a:rect b="b" l="l" r="r" t="t"/>
                <a:pathLst>
                  <a:path extrusionOk="0" h="572" w="846">
                    <a:moveTo>
                      <a:pt x="275" y="1"/>
                    </a:moveTo>
                    <a:cubicBezTo>
                      <a:pt x="1" y="1"/>
                      <a:pt x="1" y="571"/>
                      <a:pt x="275" y="571"/>
                    </a:cubicBezTo>
                    <a:cubicBezTo>
                      <a:pt x="845" y="571"/>
                      <a:pt x="845" y="1"/>
                      <a:pt x="275"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7" name="Google Shape;1217;p58"/>
              <p:cNvSpPr/>
              <p:nvPr/>
            </p:nvSpPr>
            <p:spPr>
              <a:xfrm>
                <a:off x="858950" y="2711700"/>
                <a:ext cx="14300" cy="14275"/>
              </a:xfrm>
              <a:custGeom>
                <a:rect b="b" l="l" r="r" t="t"/>
                <a:pathLst>
                  <a:path extrusionOk="0" h="571" w="572">
                    <a:moveTo>
                      <a:pt x="275" y="0"/>
                    </a:moveTo>
                    <a:cubicBezTo>
                      <a:pt x="1" y="0"/>
                      <a:pt x="1" y="571"/>
                      <a:pt x="275" y="571"/>
                    </a:cubicBezTo>
                    <a:cubicBezTo>
                      <a:pt x="572" y="571"/>
                      <a:pt x="572" y="0"/>
                      <a:pt x="275"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8" name="Google Shape;1218;p58"/>
              <p:cNvSpPr/>
              <p:nvPr/>
            </p:nvSpPr>
            <p:spPr>
              <a:xfrm>
                <a:off x="602175" y="2362475"/>
                <a:ext cx="21150" cy="14275"/>
              </a:xfrm>
              <a:custGeom>
                <a:rect b="b" l="l" r="r" t="t"/>
                <a:pathLst>
                  <a:path extrusionOk="0" h="571" w="846">
                    <a:moveTo>
                      <a:pt x="274" y="0"/>
                    </a:moveTo>
                    <a:cubicBezTo>
                      <a:pt x="1" y="0"/>
                      <a:pt x="1" y="571"/>
                      <a:pt x="274" y="571"/>
                    </a:cubicBezTo>
                    <a:cubicBezTo>
                      <a:pt x="845" y="571"/>
                      <a:pt x="845" y="0"/>
                      <a:pt x="274"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9" name="Google Shape;1219;p58"/>
              <p:cNvSpPr/>
              <p:nvPr/>
            </p:nvSpPr>
            <p:spPr>
              <a:xfrm>
                <a:off x="551950" y="2619250"/>
                <a:ext cx="21725" cy="14300"/>
              </a:xfrm>
              <a:custGeom>
                <a:rect b="b" l="l" r="r" t="t"/>
                <a:pathLst>
                  <a:path extrusionOk="0" h="572" w="869">
                    <a:moveTo>
                      <a:pt x="298" y="0"/>
                    </a:moveTo>
                    <a:cubicBezTo>
                      <a:pt x="1" y="0"/>
                      <a:pt x="1" y="571"/>
                      <a:pt x="298" y="571"/>
                    </a:cubicBezTo>
                    <a:cubicBezTo>
                      <a:pt x="868" y="571"/>
                      <a:pt x="868" y="0"/>
                      <a:pt x="298"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0" name="Google Shape;1220;p58"/>
              <p:cNvSpPr/>
              <p:nvPr/>
            </p:nvSpPr>
            <p:spPr>
              <a:xfrm>
                <a:off x="445250" y="1791825"/>
                <a:ext cx="21150" cy="14300"/>
              </a:xfrm>
              <a:custGeom>
                <a:rect b="b" l="l" r="r" t="t"/>
                <a:pathLst>
                  <a:path extrusionOk="0" h="572" w="846">
                    <a:moveTo>
                      <a:pt x="571" y="1"/>
                    </a:moveTo>
                    <a:cubicBezTo>
                      <a:pt x="1" y="1"/>
                      <a:pt x="1" y="571"/>
                      <a:pt x="571" y="571"/>
                    </a:cubicBezTo>
                    <a:cubicBezTo>
                      <a:pt x="845" y="571"/>
                      <a:pt x="845" y="1"/>
                      <a:pt x="571"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1" name="Google Shape;1221;p58"/>
              <p:cNvSpPr/>
              <p:nvPr/>
            </p:nvSpPr>
            <p:spPr>
              <a:xfrm>
                <a:off x="423575" y="1228050"/>
                <a:ext cx="21700" cy="14300"/>
              </a:xfrm>
              <a:custGeom>
                <a:rect b="b" l="l" r="r" t="t"/>
                <a:pathLst>
                  <a:path extrusionOk="0" h="572" w="868">
                    <a:moveTo>
                      <a:pt x="571" y="0"/>
                    </a:moveTo>
                    <a:cubicBezTo>
                      <a:pt x="0" y="0"/>
                      <a:pt x="0" y="571"/>
                      <a:pt x="571" y="571"/>
                    </a:cubicBezTo>
                    <a:cubicBezTo>
                      <a:pt x="868" y="571"/>
                      <a:pt x="868" y="0"/>
                      <a:pt x="571"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2" name="Google Shape;1222;p58"/>
              <p:cNvSpPr/>
              <p:nvPr/>
            </p:nvSpPr>
            <p:spPr>
              <a:xfrm>
                <a:off x="958825" y="978675"/>
                <a:ext cx="14275" cy="14300"/>
              </a:xfrm>
              <a:custGeom>
                <a:rect b="b" l="l" r="r" t="t"/>
                <a:pathLst>
                  <a:path extrusionOk="0" h="572" w="571">
                    <a:moveTo>
                      <a:pt x="274" y="1"/>
                    </a:moveTo>
                    <a:cubicBezTo>
                      <a:pt x="0" y="1"/>
                      <a:pt x="0" y="571"/>
                      <a:pt x="274" y="571"/>
                    </a:cubicBezTo>
                    <a:cubicBezTo>
                      <a:pt x="571" y="571"/>
                      <a:pt x="571" y="1"/>
                      <a:pt x="274"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3" name="Google Shape;1223;p58"/>
              <p:cNvSpPr/>
              <p:nvPr/>
            </p:nvSpPr>
            <p:spPr>
              <a:xfrm>
                <a:off x="837275" y="1820375"/>
                <a:ext cx="14300" cy="14275"/>
              </a:xfrm>
              <a:custGeom>
                <a:rect b="b" l="l" r="r" t="t"/>
                <a:pathLst>
                  <a:path extrusionOk="0" h="571" w="572">
                    <a:moveTo>
                      <a:pt x="297" y="0"/>
                    </a:moveTo>
                    <a:cubicBezTo>
                      <a:pt x="1" y="0"/>
                      <a:pt x="1" y="571"/>
                      <a:pt x="297" y="571"/>
                    </a:cubicBezTo>
                    <a:cubicBezTo>
                      <a:pt x="571" y="571"/>
                      <a:pt x="571" y="0"/>
                      <a:pt x="297"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4" name="Google Shape;1224;p58"/>
              <p:cNvSpPr/>
              <p:nvPr/>
            </p:nvSpPr>
            <p:spPr>
              <a:xfrm>
                <a:off x="1308050" y="2255175"/>
                <a:ext cx="21700" cy="14300"/>
              </a:xfrm>
              <a:custGeom>
                <a:rect b="b" l="l" r="r" t="t"/>
                <a:pathLst>
                  <a:path extrusionOk="0" h="572" w="868">
                    <a:moveTo>
                      <a:pt x="571" y="1"/>
                    </a:moveTo>
                    <a:cubicBezTo>
                      <a:pt x="0" y="1"/>
                      <a:pt x="0" y="572"/>
                      <a:pt x="571" y="572"/>
                    </a:cubicBezTo>
                    <a:cubicBezTo>
                      <a:pt x="868" y="572"/>
                      <a:pt x="868" y="1"/>
                      <a:pt x="571"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5" name="Google Shape;1225;p58"/>
              <p:cNvSpPr/>
              <p:nvPr/>
            </p:nvSpPr>
            <p:spPr>
              <a:xfrm>
                <a:off x="5381225" y="4309450"/>
                <a:ext cx="21150" cy="14300"/>
              </a:xfrm>
              <a:custGeom>
                <a:rect b="b" l="l" r="r" t="t"/>
                <a:pathLst>
                  <a:path extrusionOk="0" h="572" w="846">
                    <a:moveTo>
                      <a:pt x="571" y="1"/>
                    </a:moveTo>
                    <a:cubicBezTo>
                      <a:pt x="0" y="1"/>
                      <a:pt x="0" y="572"/>
                      <a:pt x="571" y="572"/>
                    </a:cubicBezTo>
                    <a:cubicBezTo>
                      <a:pt x="845" y="572"/>
                      <a:pt x="845" y="1"/>
                      <a:pt x="571"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6" name="Google Shape;1226;p58"/>
              <p:cNvSpPr/>
              <p:nvPr/>
            </p:nvSpPr>
            <p:spPr>
              <a:xfrm>
                <a:off x="5302475" y="4794500"/>
                <a:ext cx="14300" cy="14275"/>
              </a:xfrm>
              <a:custGeom>
                <a:rect b="b" l="l" r="r" t="t"/>
                <a:pathLst>
                  <a:path extrusionOk="0" h="571" w="572">
                    <a:moveTo>
                      <a:pt x="297" y="0"/>
                    </a:moveTo>
                    <a:cubicBezTo>
                      <a:pt x="1" y="0"/>
                      <a:pt x="1" y="571"/>
                      <a:pt x="297" y="571"/>
                    </a:cubicBezTo>
                    <a:cubicBezTo>
                      <a:pt x="571" y="571"/>
                      <a:pt x="571" y="0"/>
                      <a:pt x="297"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7" name="Google Shape;1227;p58"/>
              <p:cNvSpPr/>
              <p:nvPr/>
            </p:nvSpPr>
            <p:spPr>
              <a:xfrm>
                <a:off x="6094525" y="3910025"/>
                <a:ext cx="14275" cy="14275"/>
              </a:xfrm>
              <a:custGeom>
                <a:rect b="b" l="l" r="r" t="t"/>
                <a:pathLst>
                  <a:path extrusionOk="0" h="571" w="571">
                    <a:moveTo>
                      <a:pt x="274" y="0"/>
                    </a:moveTo>
                    <a:cubicBezTo>
                      <a:pt x="0" y="0"/>
                      <a:pt x="0" y="571"/>
                      <a:pt x="274" y="571"/>
                    </a:cubicBezTo>
                    <a:cubicBezTo>
                      <a:pt x="571" y="571"/>
                      <a:pt x="571" y="0"/>
                      <a:pt x="274"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8" name="Google Shape;1228;p58"/>
              <p:cNvSpPr/>
              <p:nvPr/>
            </p:nvSpPr>
            <p:spPr>
              <a:xfrm>
                <a:off x="2905825" y="3881475"/>
                <a:ext cx="14275" cy="14300"/>
              </a:xfrm>
              <a:custGeom>
                <a:rect b="b" l="l" r="r" t="t"/>
                <a:pathLst>
                  <a:path extrusionOk="0" h="572" w="571">
                    <a:moveTo>
                      <a:pt x="297" y="1"/>
                    </a:moveTo>
                    <a:cubicBezTo>
                      <a:pt x="0" y="1"/>
                      <a:pt x="0" y="572"/>
                      <a:pt x="297" y="572"/>
                    </a:cubicBezTo>
                    <a:cubicBezTo>
                      <a:pt x="571" y="572"/>
                      <a:pt x="571" y="1"/>
                      <a:pt x="297"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9" name="Google Shape;1229;p58"/>
              <p:cNvSpPr/>
              <p:nvPr/>
            </p:nvSpPr>
            <p:spPr>
              <a:xfrm>
                <a:off x="2399675" y="3032950"/>
                <a:ext cx="21125" cy="14300"/>
              </a:xfrm>
              <a:custGeom>
                <a:rect b="b" l="l" r="r" t="t"/>
                <a:pathLst>
                  <a:path extrusionOk="0" h="572" w="845">
                    <a:moveTo>
                      <a:pt x="571" y="1"/>
                    </a:moveTo>
                    <a:cubicBezTo>
                      <a:pt x="0" y="1"/>
                      <a:pt x="0" y="571"/>
                      <a:pt x="571" y="571"/>
                    </a:cubicBezTo>
                    <a:cubicBezTo>
                      <a:pt x="845" y="571"/>
                      <a:pt x="845" y="1"/>
                      <a:pt x="571"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0" name="Google Shape;1230;p58"/>
              <p:cNvSpPr/>
              <p:nvPr/>
            </p:nvSpPr>
            <p:spPr>
              <a:xfrm>
                <a:off x="2663300" y="2797275"/>
                <a:ext cx="21700" cy="14300"/>
              </a:xfrm>
              <a:custGeom>
                <a:rect b="b" l="l" r="r" t="t"/>
                <a:pathLst>
                  <a:path extrusionOk="0" h="572" w="868">
                    <a:moveTo>
                      <a:pt x="297" y="1"/>
                    </a:moveTo>
                    <a:cubicBezTo>
                      <a:pt x="1" y="1"/>
                      <a:pt x="1" y="572"/>
                      <a:pt x="297" y="572"/>
                    </a:cubicBezTo>
                    <a:cubicBezTo>
                      <a:pt x="868" y="572"/>
                      <a:pt x="868" y="1"/>
                      <a:pt x="297"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1" name="Google Shape;1231;p58"/>
              <p:cNvSpPr/>
              <p:nvPr/>
            </p:nvSpPr>
            <p:spPr>
              <a:xfrm>
                <a:off x="2905825" y="2861775"/>
                <a:ext cx="14275" cy="14275"/>
              </a:xfrm>
              <a:custGeom>
                <a:rect b="b" l="l" r="r" t="t"/>
                <a:pathLst>
                  <a:path extrusionOk="0" h="571" w="571">
                    <a:moveTo>
                      <a:pt x="297" y="0"/>
                    </a:moveTo>
                    <a:cubicBezTo>
                      <a:pt x="0" y="0"/>
                      <a:pt x="0" y="571"/>
                      <a:pt x="297" y="571"/>
                    </a:cubicBezTo>
                    <a:cubicBezTo>
                      <a:pt x="571" y="571"/>
                      <a:pt x="571" y="0"/>
                      <a:pt x="297"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2" name="Google Shape;1232;p58"/>
              <p:cNvSpPr/>
              <p:nvPr/>
            </p:nvSpPr>
            <p:spPr>
              <a:xfrm>
                <a:off x="2691825" y="3175625"/>
                <a:ext cx="21725" cy="14275"/>
              </a:xfrm>
              <a:custGeom>
                <a:rect b="b" l="l" r="r" t="t"/>
                <a:pathLst>
                  <a:path extrusionOk="0" h="571" w="869">
                    <a:moveTo>
                      <a:pt x="298" y="0"/>
                    </a:moveTo>
                    <a:cubicBezTo>
                      <a:pt x="1" y="0"/>
                      <a:pt x="1" y="571"/>
                      <a:pt x="298" y="571"/>
                    </a:cubicBezTo>
                    <a:cubicBezTo>
                      <a:pt x="868" y="571"/>
                      <a:pt x="868" y="0"/>
                      <a:pt x="298"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3" name="Google Shape;1233;p58"/>
              <p:cNvSpPr/>
              <p:nvPr/>
            </p:nvSpPr>
            <p:spPr>
              <a:xfrm>
                <a:off x="2121200" y="3795900"/>
                <a:ext cx="14300" cy="14275"/>
              </a:xfrm>
              <a:custGeom>
                <a:rect b="b" l="l" r="r" t="t"/>
                <a:pathLst>
                  <a:path extrusionOk="0" h="571" w="572">
                    <a:moveTo>
                      <a:pt x="297" y="0"/>
                    </a:moveTo>
                    <a:cubicBezTo>
                      <a:pt x="1" y="0"/>
                      <a:pt x="1" y="571"/>
                      <a:pt x="297" y="571"/>
                    </a:cubicBezTo>
                    <a:cubicBezTo>
                      <a:pt x="571" y="571"/>
                      <a:pt x="571" y="0"/>
                      <a:pt x="297"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4" name="Google Shape;1234;p58"/>
              <p:cNvSpPr/>
              <p:nvPr/>
            </p:nvSpPr>
            <p:spPr>
              <a:xfrm>
                <a:off x="2192525" y="3325125"/>
                <a:ext cx="14300" cy="14275"/>
              </a:xfrm>
              <a:custGeom>
                <a:rect b="b" l="l" r="r" t="t"/>
                <a:pathLst>
                  <a:path extrusionOk="0" h="571" w="572">
                    <a:moveTo>
                      <a:pt x="297" y="0"/>
                    </a:moveTo>
                    <a:cubicBezTo>
                      <a:pt x="1" y="0"/>
                      <a:pt x="1" y="571"/>
                      <a:pt x="297" y="571"/>
                    </a:cubicBezTo>
                    <a:cubicBezTo>
                      <a:pt x="571" y="571"/>
                      <a:pt x="571" y="0"/>
                      <a:pt x="297"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5" name="Google Shape;1235;p58"/>
              <p:cNvSpPr/>
              <p:nvPr/>
            </p:nvSpPr>
            <p:spPr>
              <a:xfrm>
                <a:off x="2413925" y="2055475"/>
                <a:ext cx="21150" cy="14275"/>
              </a:xfrm>
              <a:custGeom>
                <a:rect b="b" l="l" r="r" t="t"/>
                <a:pathLst>
                  <a:path extrusionOk="0" h="571" w="846">
                    <a:moveTo>
                      <a:pt x="572" y="0"/>
                    </a:moveTo>
                    <a:cubicBezTo>
                      <a:pt x="1" y="0"/>
                      <a:pt x="1" y="571"/>
                      <a:pt x="572" y="571"/>
                    </a:cubicBezTo>
                    <a:cubicBezTo>
                      <a:pt x="845" y="571"/>
                      <a:pt x="845" y="0"/>
                      <a:pt x="572"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6" name="Google Shape;1236;p58"/>
              <p:cNvSpPr/>
              <p:nvPr/>
            </p:nvSpPr>
            <p:spPr>
              <a:xfrm>
                <a:off x="2670725" y="2276875"/>
                <a:ext cx="21125" cy="14275"/>
              </a:xfrm>
              <a:custGeom>
                <a:rect b="b" l="l" r="r" t="t"/>
                <a:pathLst>
                  <a:path extrusionOk="0" h="571" w="845">
                    <a:moveTo>
                      <a:pt x="274" y="0"/>
                    </a:moveTo>
                    <a:cubicBezTo>
                      <a:pt x="0" y="0"/>
                      <a:pt x="0" y="571"/>
                      <a:pt x="274" y="571"/>
                    </a:cubicBezTo>
                    <a:cubicBezTo>
                      <a:pt x="845" y="571"/>
                      <a:pt x="845" y="0"/>
                      <a:pt x="274"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7" name="Google Shape;1237;p58"/>
              <p:cNvSpPr/>
              <p:nvPr/>
            </p:nvSpPr>
            <p:spPr>
              <a:xfrm>
                <a:off x="2485275" y="2633525"/>
                <a:ext cx="21125" cy="14275"/>
              </a:xfrm>
              <a:custGeom>
                <a:rect b="b" l="l" r="r" t="t"/>
                <a:pathLst>
                  <a:path extrusionOk="0" h="571" w="845">
                    <a:moveTo>
                      <a:pt x="571" y="0"/>
                    </a:moveTo>
                    <a:cubicBezTo>
                      <a:pt x="0" y="0"/>
                      <a:pt x="0" y="571"/>
                      <a:pt x="571" y="571"/>
                    </a:cubicBezTo>
                    <a:cubicBezTo>
                      <a:pt x="845" y="571"/>
                      <a:pt x="845" y="0"/>
                      <a:pt x="571"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8" name="Google Shape;1238;p58"/>
              <p:cNvSpPr/>
              <p:nvPr/>
            </p:nvSpPr>
            <p:spPr>
              <a:xfrm>
                <a:off x="2477850" y="721900"/>
                <a:ext cx="21700" cy="14300"/>
              </a:xfrm>
              <a:custGeom>
                <a:rect b="b" l="l" r="r" t="t"/>
                <a:pathLst>
                  <a:path extrusionOk="0" h="572" w="868">
                    <a:moveTo>
                      <a:pt x="571" y="0"/>
                    </a:moveTo>
                    <a:cubicBezTo>
                      <a:pt x="0" y="0"/>
                      <a:pt x="0" y="571"/>
                      <a:pt x="571" y="571"/>
                    </a:cubicBezTo>
                    <a:cubicBezTo>
                      <a:pt x="868" y="571"/>
                      <a:pt x="868" y="0"/>
                      <a:pt x="571"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9" name="Google Shape;1239;p58"/>
              <p:cNvSpPr/>
              <p:nvPr/>
            </p:nvSpPr>
            <p:spPr>
              <a:xfrm>
                <a:off x="2071550" y="2155325"/>
                <a:ext cx="14300" cy="14300"/>
              </a:xfrm>
              <a:custGeom>
                <a:rect b="b" l="l" r="r" t="t"/>
                <a:pathLst>
                  <a:path extrusionOk="0" h="572" w="572">
                    <a:moveTo>
                      <a:pt x="275" y="1"/>
                    </a:moveTo>
                    <a:cubicBezTo>
                      <a:pt x="1" y="1"/>
                      <a:pt x="1" y="571"/>
                      <a:pt x="275" y="571"/>
                    </a:cubicBezTo>
                    <a:cubicBezTo>
                      <a:pt x="571" y="571"/>
                      <a:pt x="571" y="1"/>
                      <a:pt x="275"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0" name="Google Shape;1240;p58"/>
              <p:cNvSpPr/>
              <p:nvPr/>
            </p:nvSpPr>
            <p:spPr>
              <a:xfrm>
                <a:off x="1664700" y="3061500"/>
                <a:ext cx="21700" cy="14275"/>
              </a:xfrm>
              <a:custGeom>
                <a:rect b="b" l="l" r="r" t="t"/>
                <a:pathLst>
                  <a:path extrusionOk="0" h="571" w="868">
                    <a:moveTo>
                      <a:pt x="297" y="0"/>
                    </a:moveTo>
                    <a:cubicBezTo>
                      <a:pt x="0" y="0"/>
                      <a:pt x="0" y="571"/>
                      <a:pt x="297" y="571"/>
                    </a:cubicBezTo>
                    <a:cubicBezTo>
                      <a:pt x="868" y="571"/>
                      <a:pt x="868" y="0"/>
                      <a:pt x="297"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1" name="Google Shape;1241;p58"/>
              <p:cNvSpPr/>
              <p:nvPr/>
            </p:nvSpPr>
            <p:spPr>
              <a:xfrm>
                <a:off x="573650" y="3539100"/>
                <a:ext cx="21125" cy="14300"/>
              </a:xfrm>
              <a:custGeom>
                <a:rect b="b" l="l" r="r" t="t"/>
                <a:pathLst>
                  <a:path extrusionOk="0" h="572" w="845">
                    <a:moveTo>
                      <a:pt x="274" y="1"/>
                    </a:moveTo>
                    <a:cubicBezTo>
                      <a:pt x="0" y="1"/>
                      <a:pt x="0" y="571"/>
                      <a:pt x="274" y="571"/>
                    </a:cubicBezTo>
                    <a:cubicBezTo>
                      <a:pt x="845" y="571"/>
                      <a:pt x="845" y="1"/>
                      <a:pt x="274"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2" name="Google Shape;1242;p58"/>
              <p:cNvSpPr/>
              <p:nvPr/>
            </p:nvSpPr>
            <p:spPr>
              <a:xfrm>
                <a:off x="2392250" y="4274075"/>
                <a:ext cx="21700" cy="14300"/>
              </a:xfrm>
              <a:custGeom>
                <a:rect b="b" l="l" r="r" t="t"/>
                <a:pathLst>
                  <a:path extrusionOk="0" h="572" w="868">
                    <a:moveTo>
                      <a:pt x="571" y="1"/>
                    </a:moveTo>
                    <a:cubicBezTo>
                      <a:pt x="1" y="1"/>
                      <a:pt x="1" y="571"/>
                      <a:pt x="571" y="571"/>
                    </a:cubicBezTo>
                    <a:cubicBezTo>
                      <a:pt x="868" y="571"/>
                      <a:pt x="868" y="1"/>
                      <a:pt x="571"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3" name="Google Shape;1243;p58"/>
              <p:cNvSpPr/>
              <p:nvPr/>
            </p:nvSpPr>
            <p:spPr>
              <a:xfrm>
                <a:off x="3818825" y="4102900"/>
                <a:ext cx="21725" cy="14275"/>
              </a:xfrm>
              <a:custGeom>
                <a:rect b="b" l="l" r="r" t="t"/>
                <a:pathLst>
                  <a:path extrusionOk="0" h="571" w="869">
                    <a:moveTo>
                      <a:pt x="298" y="0"/>
                    </a:moveTo>
                    <a:cubicBezTo>
                      <a:pt x="1" y="0"/>
                      <a:pt x="1" y="571"/>
                      <a:pt x="298" y="571"/>
                    </a:cubicBezTo>
                    <a:cubicBezTo>
                      <a:pt x="868" y="571"/>
                      <a:pt x="868" y="0"/>
                      <a:pt x="298"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4" name="Google Shape;1244;p58"/>
              <p:cNvSpPr/>
              <p:nvPr/>
            </p:nvSpPr>
            <p:spPr>
              <a:xfrm>
                <a:off x="4617725" y="5151150"/>
                <a:ext cx="21700" cy="14275"/>
              </a:xfrm>
              <a:custGeom>
                <a:rect b="b" l="l" r="r" t="t"/>
                <a:pathLst>
                  <a:path extrusionOk="0" h="571" w="868">
                    <a:moveTo>
                      <a:pt x="571" y="0"/>
                    </a:moveTo>
                    <a:cubicBezTo>
                      <a:pt x="0" y="0"/>
                      <a:pt x="0" y="571"/>
                      <a:pt x="571" y="571"/>
                    </a:cubicBezTo>
                    <a:cubicBezTo>
                      <a:pt x="868" y="571"/>
                      <a:pt x="868" y="0"/>
                      <a:pt x="571"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5" name="Google Shape;1245;p58"/>
              <p:cNvSpPr/>
              <p:nvPr/>
            </p:nvSpPr>
            <p:spPr>
              <a:xfrm>
                <a:off x="6094525" y="4437850"/>
                <a:ext cx="14275" cy="14300"/>
              </a:xfrm>
              <a:custGeom>
                <a:rect b="b" l="l" r="r" t="t"/>
                <a:pathLst>
                  <a:path extrusionOk="0" h="572" w="571">
                    <a:moveTo>
                      <a:pt x="274" y="1"/>
                    </a:moveTo>
                    <a:cubicBezTo>
                      <a:pt x="0" y="1"/>
                      <a:pt x="0" y="571"/>
                      <a:pt x="274" y="571"/>
                    </a:cubicBezTo>
                    <a:cubicBezTo>
                      <a:pt x="571" y="571"/>
                      <a:pt x="571" y="1"/>
                      <a:pt x="274"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6" name="Google Shape;1246;p58"/>
              <p:cNvSpPr/>
              <p:nvPr/>
            </p:nvSpPr>
            <p:spPr>
              <a:xfrm>
                <a:off x="6900250" y="4423575"/>
                <a:ext cx="21700" cy="14300"/>
              </a:xfrm>
              <a:custGeom>
                <a:rect b="b" l="l" r="r" t="t"/>
                <a:pathLst>
                  <a:path extrusionOk="0" h="572" w="868">
                    <a:moveTo>
                      <a:pt x="297" y="1"/>
                    </a:moveTo>
                    <a:cubicBezTo>
                      <a:pt x="0" y="1"/>
                      <a:pt x="0" y="572"/>
                      <a:pt x="297" y="572"/>
                    </a:cubicBezTo>
                    <a:cubicBezTo>
                      <a:pt x="868" y="572"/>
                      <a:pt x="868" y="1"/>
                      <a:pt x="297"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7" name="Google Shape;1247;p58"/>
              <p:cNvSpPr/>
              <p:nvPr/>
            </p:nvSpPr>
            <p:spPr>
              <a:xfrm>
                <a:off x="6950475" y="4109750"/>
                <a:ext cx="21125" cy="14275"/>
              </a:xfrm>
              <a:custGeom>
                <a:rect b="b" l="l" r="r" t="t"/>
                <a:pathLst>
                  <a:path extrusionOk="0" h="571" w="845">
                    <a:moveTo>
                      <a:pt x="274" y="0"/>
                    </a:moveTo>
                    <a:cubicBezTo>
                      <a:pt x="0" y="0"/>
                      <a:pt x="0" y="571"/>
                      <a:pt x="274" y="571"/>
                    </a:cubicBezTo>
                    <a:cubicBezTo>
                      <a:pt x="845" y="571"/>
                      <a:pt x="845" y="0"/>
                      <a:pt x="274"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8" name="Google Shape;1248;p58"/>
              <p:cNvSpPr/>
              <p:nvPr/>
            </p:nvSpPr>
            <p:spPr>
              <a:xfrm>
                <a:off x="6557875" y="3967075"/>
                <a:ext cx="21700" cy="14300"/>
              </a:xfrm>
              <a:custGeom>
                <a:rect b="b" l="l" r="r" t="t"/>
                <a:pathLst>
                  <a:path extrusionOk="0" h="572" w="868">
                    <a:moveTo>
                      <a:pt x="571" y="1"/>
                    </a:moveTo>
                    <a:cubicBezTo>
                      <a:pt x="0" y="1"/>
                      <a:pt x="0" y="571"/>
                      <a:pt x="571" y="571"/>
                    </a:cubicBezTo>
                    <a:cubicBezTo>
                      <a:pt x="868" y="571"/>
                      <a:pt x="868" y="1"/>
                      <a:pt x="571"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9" name="Google Shape;1249;p58"/>
              <p:cNvSpPr/>
              <p:nvPr/>
            </p:nvSpPr>
            <p:spPr>
              <a:xfrm>
                <a:off x="6515075" y="4388200"/>
                <a:ext cx="21700" cy="14300"/>
              </a:xfrm>
              <a:custGeom>
                <a:rect b="b" l="l" r="r" t="t"/>
                <a:pathLst>
                  <a:path extrusionOk="0" h="572" w="868">
                    <a:moveTo>
                      <a:pt x="571" y="1"/>
                    </a:moveTo>
                    <a:cubicBezTo>
                      <a:pt x="0" y="1"/>
                      <a:pt x="0" y="571"/>
                      <a:pt x="571" y="571"/>
                    </a:cubicBezTo>
                    <a:cubicBezTo>
                      <a:pt x="868" y="571"/>
                      <a:pt x="868" y="1"/>
                      <a:pt x="571"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0" name="Google Shape;1250;p58"/>
              <p:cNvSpPr/>
              <p:nvPr/>
            </p:nvSpPr>
            <p:spPr>
              <a:xfrm>
                <a:off x="6707950" y="4131425"/>
                <a:ext cx="21125" cy="14300"/>
              </a:xfrm>
              <a:custGeom>
                <a:rect b="b" l="l" r="r" t="t"/>
                <a:pathLst>
                  <a:path extrusionOk="0" h="572" w="845">
                    <a:moveTo>
                      <a:pt x="274" y="0"/>
                    </a:moveTo>
                    <a:cubicBezTo>
                      <a:pt x="0" y="0"/>
                      <a:pt x="0" y="571"/>
                      <a:pt x="274" y="571"/>
                    </a:cubicBezTo>
                    <a:cubicBezTo>
                      <a:pt x="845" y="571"/>
                      <a:pt x="845" y="0"/>
                      <a:pt x="274"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1" name="Google Shape;1251;p58"/>
              <p:cNvSpPr/>
              <p:nvPr/>
            </p:nvSpPr>
            <p:spPr>
              <a:xfrm>
                <a:off x="6800400" y="4045825"/>
                <a:ext cx="21700" cy="14300"/>
              </a:xfrm>
              <a:custGeom>
                <a:rect b="b" l="l" r="r" t="t"/>
                <a:pathLst>
                  <a:path extrusionOk="0" h="572" w="868">
                    <a:moveTo>
                      <a:pt x="297" y="1"/>
                    </a:moveTo>
                    <a:cubicBezTo>
                      <a:pt x="0" y="1"/>
                      <a:pt x="0" y="571"/>
                      <a:pt x="297" y="571"/>
                    </a:cubicBezTo>
                    <a:cubicBezTo>
                      <a:pt x="867" y="571"/>
                      <a:pt x="867" y="1"/>
                      <a:pt x="297"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2" name="Google Shape;1252;p58"/>
              <p:cNvSpPr/>
              <p:nvPr/>
            </p:nvSpPr>
            <p:spPr>
              <a:xfrm>
                <a:off x="6822075" y="4409325"/>
                <a:ext cx="21125" cy="14275"/>
              </a:xfrm>
              <a:custGeom>
                <a:rect b="b" l="l" r="r" t="t"/>
                <a:pathLst>
                  <a:path extrusionOk="0" h="571" w="845">
                    <a:moveTo>
                      <a:pt x="274" y="0"/>
                    </a:moveTo>
                    <a:cubicBezTo>
                      <a:pt x="0" y="0"/>
                      <a:pt x="0" y="571"/>
                      <a:pt x="274" y="571"/>
                    </a:cubicBezTo>
                    <a:cubicBezTo>
                      <a:pt x="845" y="571"/>
                      <a:pt x="845" y="0"/>
                      <a:pt x="274"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3" name="Google Shape;1253;p58"/>
              <p:cNvSpPr/>
              <p:nvPr/>
            </p:nvSpPr>
            <p:spPr>
              <a:xfrm>
                <a:off x="6921925" y="5201350"/>
                <a:ext cx="21150" cy="14300"/>
              </a:xfrm>
              <a:custGeom>
                <a:rect b="b" l="l" r="r" t="t"/>
                <a:pathLst>
                  <a:path extrusionOk="0" h="572" w="846">
                    <a:moveTo>
                      <a:pt x="275" y="1"/>
                    </a:moveTo>
                    <a:cubicBezTo>
                      <a:pt x="1" y="1"/>
                      <a:pt x="1" y="571"/>
                      <a:pt x="275" y="571"/>
                    </a:cubicBezTo>
                    <a:cubicBezTo>
                      <a:pt x="845" y="571"/>
                      <a:pt x="845" y="1"/>
                      <a:pt x="275"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4" name="Google Shape;1254;p58"/>
              <p:cNvSpPr/>
              <p:nvPr/>
            </p:nvSpPr>
            <p:spPr>
              <a:xfrm>
                <a:off x="7150175" y="4060100"/>
                <a:ext cx="14300" cy="14275"/>
              </a:xfrm>
              <a:custGeom>
                <a:rect b="b" l="l" r="r" t="t"/>
                <a:pathLst>
                  <a:path extrusionOk="0" h="571" w="572">
                    <a:moveTo>
                      <a:pt x="275" y="0"/>
                    </a:moveTo>
                    <a:cubicBezTo>
                      <a:pt x="1" y="0"/>
                      <a:pt x="1" y="571"/>
                      <a:pt x="275" y="571"/>
                    </a:cubicBezTo>
                    <a:cubicBezTo>
                      <a:pt x="572" y="571"/>
                      <a:pt x="572" y="0"/>
                      <a:pt x="275"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5" name="Google Shape;1255;p58"/>
              <p:cNvSpPr/>
              <p:nvPr/>
            </p:nvSpPr>
            <p:spPr>
              <a:xfrm>
                <a:off x="5794925" y="2990150"/>
                <a:ext cx="21150" cy="14300"/>
              </a:xfrm>
              <a:custGeom>
                <a:rect b="b" l="l" r="r" t="t"/>
                <a:pathLst>
                  <a:path extrusionOk="0" h="572" w="846">
                    <a:moveTo>
                      <a:pt x="275" y="1"/>
                    </a:moveTo>
                    <a:cubicBezTo>
                      <a:pt x="1" y="1"/>
                      <a:pt x="1" y="572"/>
                      <a:pt x="275" y="572"/>
                    </a:cubicBezTo>
                    <a:cubicBezTo>
                      <a:pt x="845" y="572"/>
                      <a:pt x="845" y="1"/>
                      <a:pt x="275"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6" name="Google Shape;1256;p58"/>
              <p:cNvSpPr/>
              <p:nvPr/>
            </p:nvSpPr>
            <p:spPr>
              <a:xfrm>
                <a:off x="5944450" y="2169600"/>
                <a:ext cx="21700" cy="14275"/>
              </a:xfrm>
              <a:custGeom>
                <a:rect b="b" l="l" r="r" t="t"/>
                <a:pathLst>
                  <a:path extrusionOk="0" h="571" w="868">
                    <a:moveTo>
                      <a:pt x="297" y="0"/>
                    </a:moveTo>
                    <a:cubicBezTo>
                      <a:pt x="0" y="0"/>
                      <a:pt x="0" y="571"/>
                      <a:pt x="297" y="571"/>
                    </a:cubicBezTo>
                    <a:cubicBezTo>
                      <a:pt x="571" y="571"/>
                      <a:pt x="867" y="0"/>
                      <a:pt x="297"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7" name="Google Shape;1257;p58"/>
              <p:cNvSpPr/>
              <p:nvPr/>
            </p:nvSpPr>
            <p:spPr>
              <a:xfrm>
                <a:off x="4917300" y="907350"/>
                <a:ext cx="21700" cy="14300"/>
              </a:xfrm>
              <a:custGeom>
                <a:rect b="b" l="l" r="r" t="t"/>
                <a:pathLst>
                  <a:path extrusionOk="0" h="572" w="868">
                    <a:moveTo>
                      <a:pt x="297" y="1"/>
                    </a:moveTo>
                    <a:cubicBezTo>
                      <a:pt x="1" y="1"/>
                      <a:pt x="1" y="571"/>
                      <a:pt x="297" y="571"/>
                    </a:cubicBezTo>
                    <a:cubicBezTo>
                      <a:pt x="571" y="571"/>
                      <a:pt x="868" y="1"/>
                      <a:pt x="297"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8" name="Google Shape;1258;p58"/>
              <p:cNvSpPr/>
              <p:nvPr/>
            </p:nvSpPr>
            <p:spPr>
              <a:xfrm>
                <a:off x="3783450" y="2177000"/>
                <a:ext cx="21150" cy="14300"/>
              </a:xfrm>
              <a:custGeom>
                <a:rect b="b" l="l" r="r" t="t"/>
                <a:pathLst>
                  <a:path extrusionOk="0" h="572" w="846">
                    <a:moveTo>
                      <a:pt x="275" y="1"/>
                    </a:moveTo>
                    <a:cubicBezTo>
                      <a:pt x="1" y="1"/>
                      <a:pt x="1" y="572"/>
                      <a:pt x="275" y="572"/>
                    </a:cubicBezTo>
                    <a:cubicBezTo>
                      <a:pt x="845" y="572"/>
                      <a:pt x="845" y="1"/>
                      <a:pt x="275"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9" name="Google Shape;1259;p58"/>
              <p:cNvSpPr/>
              <p:nvPr/>
            </p:nvSpPr>
            <p:spPr>
              <a:xfrm>
                <a:off x="3890150" y="2476600"/>
                <a:ext cx="21725" cy="14275"/>
              </a:xfrm>
              <a:custGeom>
                <a:rect b="b" l="l" r="r" t="t"/>
                <a:pathLst>
                  <a:path extrusionOk="0" h="571" w="869">
                    <a:moveTo>
                      <a:pt x="298" y="0"/>
                    </a:moveTo>
                    <a:cubicBezTo>
                      <a:pt x="1" y="0"/>
                      <a:pt x="1" y="571"/>
                      <a:pt x="298" y="571"/>
                    </a:cubicBezTo>
                    <a:cubicBezTo>
                      <a:pt x="572" y="571"/>
                      <a:pt x="868" y="0"/>
                      <a:pt x="298"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0" name="Google Shape;1260;p58"/>
              <p:cNvSpPr/>
              <p:nvPr/>
            </p:nvSpPr>
            <p:spPr>
              <a:xfrm>
                <a:off x="4867650" y="3353650"/>
                <a:ext cx="21150" cy="14300"/>
              </a:xfrm>
              <a:custGeom>
                <a:rect b="b" l="l" r="r" t="t"/>
                <a:pathLst>
                  <a:path extrusionOk="0" h="572" w="846">
                    <a:moveTo>
                      <a:pt x="275" y="1"/>
                    </a:moveTo>
                    <a:cubicBezTo>
                      <a:pt x="1" y="1"/>
                      <a:pt x="1" y="571"/>
                      <a:pt x="275" y="571"/>
                    </a:cubicBezTo>
                    <a:cubicBezTo>
                      <a:pt x="845" y="571"/>
                      <a:pt x="845" y="1"/>
                      <a:pt x="275"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1" name="Google Shape;1261;p58"/>
              <p:cNvSpPr/>
              <p:nvPr/>
            </p:nvSpPr>
            <p:spPr>
              <a:xfrm>
                <a:off x="4731850" y="3567650"/>
                <a:ext cx="21700" cy="14275"/>
              </a:xfrm>
              <a:custGeom>
                <a:rect b="b" l="l" r="r" t="t"/>
                <a:pathLst>
                  <a:path extrusionOk="0" h="571" w="868">
                    <a:moveTo>
                      <a:pt x="297" y="0"/>
                    </a:moveTo>
                    <a:cubicBezTo>
                      <a:pt x="0" y="0"/>
                      <a:pt x="0" y="571"/>
                      <a:pt x="297" y="571"/>
                    </a:cubicBezTo>
                    <a:cubicBezTo>
                      <a:pt x="868" y="571"/>
                      <a:pt x="868" y="0"/>
                      <a:pt x="297"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2" name="Google Shape;1262;p58"/>
              <p:cNvSpPr/>
              <p:nvPr/>
            </p:nvSpPr>
            <p:spPr>
              <a:xfrm>
                <a:off x="6979000" y="1050000"/>
                <a:ext cx="14275" cy="14300"/>
              </a:xfrm>
              <a:custGeom>
                <a:rect b="b" l="l" r="r" t="t"/>
                <a:pathLst>
                  <a:path extrusionOk="0" h="572" w="571">
                    <a:moveTo>
                      <a:pt x="274" y="1"/>
                    </a:moveTo>
                    <a:cubicBezTo>
                      <a:pt x="0" y="1"/>
                      <a:pt x="0" y="572"/>
                      <a:pt x="274" y="572"/>
                    </a:cubicBezTo>
                    <a:cubicBezTo>
                      <a:pt x="571" y="572"/>
                      <a:pt x="571" y="1"/>
                      <a:pt x="274"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3" name="Google Shape;1263;p58"/>
              <p:cNvSpPr/>
              <p:nvPr/>
            </p:nvSpPr>
            <p:spPr>
              <a:xfrm>
                <a:off x="5331000" y="728750"/>
                <a:ext cx="14300" cy="14275"/>
              </a:xfrm>
              <a:custGeom>
                <a:rect b="b" l="l" r="r" t="t"/>
                <a:pathLst>
                  <a:path extrusionOk="0" h="571" w="572">
                    <a:moveTo>
                      <a:pt x="298" y="0"/>
                    </a:moveTo>
                    <a:cubicBezTo>
                      <a:pt x="1" y="0"/>
                      <a:pt x="1" y="571"/>
                      <a:pt x="298" y="571"/>
                    </a:cubicBezTo>
                    <a:cubicBezTo>
                      <a:pt x="571" y="571"/>
                      <a:pt x="571" y="0"/>
                      <a:pt x="298"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4" name="Google Shape;1264;p58"/>
              <p:cNvSpPr/>
              <p:nvPr/>
            </p:nvSpPr>
            <p:spPr>
              <a:xfrm>
                <a:off x="3883325" y="671675"/>
                <a:ext cx="21125" cy="14300"/>
              </a:xfrm>
              <a:custGeom>
                <a:rect b="b" l="l" r="r" t="t"/>
                <a:pathLst>
                  <a:path extrusionOk="0" h="572" w="845">
                    <a:moveTo>
                      <a:pt x="274" y="1"/>
                    </a:moveTo>
                    <a:cubicBezTo>
                      <a:pt x="0" y="1"/>
                      <a:pt x="0" y="571"/>
                      <a:pt x="274" y="571"/>
                    </a:cubicBezTo>
                    <a:cubicBezTo>
                      <a:pt x="845" y="571"/>
                      <a:pt x="845" y="1"/>
                      <a:pt x="274"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5" name="Google Shape;1265;p58"/>
              <p:cNvSpPr/>
              <p:nvPr/>
            </p:nvSpPr>
            <p:spPr>
              <a:xfrm>
                <a:off x="3947225" y="957000"/>
                <a:ext cx="14300" cy="14300"/>
              </a:xfrm>
              <a:custGeom>
                <a:rect b="b" l="l" r="r" t="t"/>
                <a:pathLst>
                  <a:path extrusionOk="0" h="572" w="572">
                    <a:moveTo>
                      <a:pt x="297" y="0"/>
                    </a:moveTo>
                    <a:cubicBezTo>
                      <a:pt x="0" y="0"/>
                      <a:pt x="0" y="571"/>
                      <a:pt x="297" y="571"/>
                    </a:cubicBezTo>
                    <a:cubicBezTo>
                      <a:pt x="571" y="571"/>
                      <a:pt x="571" y="0"/>
                      <a:pt x="297"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6" name="Google Shape;1266;p58"/>
              <p:cNvSpPr/>
              <p:nvPr/>
            </p:nvSpPr>
            <p:spPr>
              <a:xfrm>
                <a:off x="3191125" y="1763300"/>
                <a:ext cx="14300" cy="14300"/>
              </a:xfrm>
              <a:custGeom>
                <a:rect b="b" l="l" r="r" t="t"/>
                <a:pathLst>
                  <a:path extrusionOk="0" h="572" w="572">
                    <a:moveTo>
                      <a:pt x="298" y="1"/>
                    </a:moveTo>
                    <a:cubicBezTo>
                      <a:pt x="1" y="1"/>
                      <a:pt x="1" y="571"/>
                      <a:pt x="298" y="571"/>
                    </a:cubicBezTo>
                    <a:cubicBezTo>
                      <a:pt x="572" y="571"/>
                      <a:pt x="572" y="1"/>
                      <a:pt x="298"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7" name="Google Shape;1267;p58"/>
              <p:cNvSpPr/>
              <p:nvPr/>
            </p:nvSpPr>
            <p:spPr>
              <a:xfrm>
                <a:off x="3369750" y="2505125"/>
                <a:ext cx="21125" cy="14300"/>
              </a:xfrm>
              <a:custGeom>
                <a:rect b="b" l="l" r="r" t="t"/>
                <a:pathLst>
                  <a:path extrusionOk="0" h="572" w="845">
                    <a:moveTo>
                      <a:pt x="571" y="0"/>
                    </a:moveTo>
                    <a:cubicBezTo>
                      <a:pt x="0" y="0"/>
                      <a:pt x="0" y="571"/>
                      <a:pt x="571" y="571"/>
                    </a:cubicBezTo>
                    <a:cubicBezTo>
                      <a:pt x="845" y="571"/>
                      <a:pt x="845" y="0"/>
                      <a:pt x="571"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8" name="Google Shape;1268;p58"/>
              <p:cNvSpPr/>
              <p:nvPr/>
            </p:nvSpPr>
            <p:spPr>
              <a:xfrm>
                <a:off x="3198550" y="3567650"/>
                <a:ext cx="14300" cy="14275"/>
              </a:xfrm>
              <a:custGeom>
                <a:rect b="b" l="l" r="r" t="t"/>
                <a:pathLst>
                  <a:path extrusionOk="0" h="571" w="572">
                    <a:moveTo>
                      <a:pt x="275" y="0"/>
                    </a:moveTo>
                    <a:cubicBezTo>
                      <a:pt x="1" y="0"/>
                      <a:pt x="1" y="571"/>
                      <a:pt x="275" y="571"/>
                    </a:cubicBezTo>
                    <a:cubicBezTo>
                      <a:pt x="571" y="571"/>
                      <a:pt x="571" y="0"/>
                      <a:pt x="275"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9" name="Google Shape;1269;p58"/>
              <p:cNvSpPr/>
              <p:nvPr/>
            </p:nvSpPr>
            <p:spPr>
              <a:xfrm>
                <a:off x="4796325" y="1763300"/>
                <a:ext cx="21150" cy="14300"/>
              </a:xfrm>
              <a:custGeom>
                <a:rect b="b" l="l" r="r" t="t"/>
                <a:pathLst>
                  <a:path extrusionOk="0" h="572" w="846">
                    <a:moveTo>
                      <a:pt x="274" y="1"/>
                    </a:moveTo>
                    <a:cubicBezTo>
                      <a:pt x="1" y="1"/>
                      <a:pt x="1" y="571"/>
                      <a:pt x="274" y="571"/>
                    </a:cubicBezTo>
                    <a:cubicBezTo>
                      <a:pt x="845" y="571"/>
                      <a:pt x="845" y="1"/>
                      <a:pt x="274"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0" name="Google Shape;1270;p58"/>
              <p:cNvSpPr/>
              <p:nvPr/>
            </p:nvSpPr>
            <p:spPr>
              <a:xfrm>
                <a:off x="2442475" y="3232675"/>
                <a:ext cx="21125" cy="14300"/>
              </a:xfrm>
              <a:custGeom>
                <a:rect b="b" l="l" r="r" t="t"/>
                <a:pathLst>
                  <a:path extrusionOk="0" h="572" w="845">
                    <a:moveTo>
                      <a:pt x="571" y="1"/>
                    </a:moveTo>
                    <a:cubicBezTo>
                      <a:pt x="0" y="1"/>
                      <a:pt x="0" y="571"/>
                      <a:pt x="571" y="571"/>
                    </a:cubicBezTo>
                    <a:cubicBezTo>
                      <a:pt x="845" y="571"/>
                      <a:pt x="845" y="1"/>
                      <a:pt x="571"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1" name="Google Shape;1271;p58"/>
              <p:cNvSpPr/>
              <p:nvPr/>
            </p:nvSpPr>
            <p:spPr>
              <a:xfrm>
                <a:off x="2585125" y="3054075"/>
                <a:ext cx="21150" cy="14275"/>
              </a:xfrm>
              <a:custGeom>
                <a:rect b="b" l="l" r="r" t="t"/>
                <a:pathLst>
                  <a:path extrusionOk="0" h="571" w="846">
                    <a:moveTo>
                      <a:pt x="274" y="0"/>
                    </a:moveTo>
                    <a:cubicBezTo>
                      <a:pt x="0" y="0"/>
                      <a:pt x="0" y="571"/>
                      <a:pt x="274" y="571"/>
                    </a:cubicBezTo>
                    <a:cubicBezTo>
                      <a:pt x="845" y="571"/>
                      <a:pt x="845" y="0"/>
                      <a:pt x="274"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2" name="Google Shape;1272;p58"/>
              <p:cNvSpPr/>
              <p:nvPr/>
            </p:nvSpPr>
            <p:spPr>
              <a:xfrm>
                <a:off x="2898975" y="2483450"/>
                <a:ext cx="14300" cy="14275"/>
              </a:xfrm>
              <a:custGeom>
                <a:rect b="b" l="l" r="r" t="t"/>
                <a:pathLst>
                  <a:path extrusionOk="0" h="571" w="572">
                    <a:moveTo>
                      <a:pt x="274" y="0"/>
                    </a:moveTo>
                    <a:cubicBezTo>
                      <a:pt x="0" y="0"/>
                      <a:pt x="0" y="571"/>
                      <a:pt x="274" y="571"/>
                    </a:cubicBezTo>
                    <a:cubicBezTo>
                      <a:pt x="571" y="571"/>
                      <a:pt x="571" y="0"/>
                      <a:pt x="274"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3" name="Google Shape;1273;p58"/>
              <p:cNvSpPr/>
              <p:nvPr/>
            </p:nvSpPr>
            <p:spPr>
              <a:xfrm>
                <a:off x="1336575" y="1749025"/>
                <a:ext cx="21725" cy="14300"/>
              </a:xfrm>
              <a:custGeom>
                <a:rect b="b" l="l" r="r" t="t"/>
                <a:pathLst>
                  <a:path extrusionOk="0" h="572" w="869">
                    <a:moveTo>
                      <a:pt x="571" y="1"/>
                    </a:moveTo>
                    <a:cubicBezTo>
                      <a:pt x="1" y="1"/>
                      <a:pt x="1" y="572"/>
                      <a:pt x="571" y="572"/>
                    </a:cubicBezTo>
                    <a:cubicBezTo>
                      <a:pt x="868" y="572"/>
                      <a:pt x="868" y="1"/>
                      <a:pt x="571"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4" name="Google Shape;1274;p58"/>
              <p:cNvSpPr/>
              <p:nvPr/>
            </p:nvSpPr>
            <p:spPr>
              <a:xfrm>
                <a:off x="1393650" y="2005825"/>
                <a:ext cx="21700" cy="14275"/>
              </a:xfrm>
              <a:custGeom>
                <a:rect b="b" l="l" r="r" t="t"/>
                <a:pathLst>
                  <a:path extrusionOk="0" h="571" w="868">
                    <a:moveTo>
                      <a:pt x="571" y="0"/>
                    </a:moveTo>
                    <a:cubicBezTo>
                      <a:pt x="0" y="0"/>
                      <a:pt x="0" y="571"/>
                      <a:pt x="571" y="571"/>
                    </a:cubicBezTo>
                    <a:cubicBezTo>
                      <a:pt x="868" y="571"/>
                      <a:pt x="868" y="0"/>
                      <a:pt x="571"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5" name="Google Shape;1275;p58"/>
              <p:cNvSpPr/>
              <p:nvPr/>
            </p:nvSpPr>
            <p:spPr>
              <a:xfrm>
                <a:off x="1557975" y="2276875"/>
                <a:ext cx="21150" cy="14275"/>
              </a:xfrm>
              <a:custGeom>
                <a:rect b="b" l="l" r="r" t="t"/>
                <a:pathLst>
                  <a:path extrusionOk="0" h="571" w="846">
                    <a:moveTo>
                      <a:pt x="275" y="0"/>
                    </a:moveTo>
                    <a:cubicBezTo>
                      <a:pt x="1" y="0"/>
                      <a:pt x="1" y="571"/>
                      <a:pt x="275" y="571"/>
                    </a:cubicBezTo>
                    <a:cubicBezTo>
                      <a:pt x="845" y="571"/>
                      <a:pt x="845" y="0"/>
                      <a:pt x="275"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6" name="Google Shape;1276;p58"/>
              <p:cNvSpPr/>
              <p:nvPr/>
            </p:nvSpPr>
            <p:spPr>
              <a:xfrm>
                <a:off x="1786250" y="1848900"/>
                <a:ext cx="21125" cy="14275"/>
              </a:xfrm>
              <a:custGeom>
                <a:rect b="b" l="l" r="r" t="t"/>
                <a:pathLst>
                  <a:path extrusionOk="0" h="571" w="845">
                    <a:moveTo>
                      <a:pt x="274" y="0"/>
                    </a:moveTo>
                    <a:cubicBezTo>
                      <a:pt x="0" y="0"/>
                      <a:pt x="0" y="571"/>
                      <a:pt x="274" y="571"/>
                    </a:cubicBezTo>
                    <a:cubicBezTo>
                      <a:pt x="845" y="571"/>
                      <a:pt x="845" y="0"/>
                      <a:pt x="274"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7" name="Google Shape;1277;p58"/>
              <p:cNvSpPr/>
              <p:nvPr/>
            </p:nvSpPr>
            <p:spPr>
              <a:xfrm>
                <a:off x="1401050" y="1798675"/>
                <a:ext cx="21150" cy="14300"/>
              </a:xfrm>
              <a:custGeom>
                <a:rect b="b" l="l" r="r" t="t"/>
                <a:pathLst>
                  <a:path extrusionOk="0" h="572" w="846">
                    <a:moveTo>
                      <a:pt x="572" y="1"/>
                    </a:moveTo>
                    <a:cubicBezTo>
                      <a:pt x="1" y="1"/>
                      <a:pt x="1" y="571"/>
                      <a:pt x="572" y="571"/>
                    </a:cubicBezTo>
                    <a:cubicBezTo>
                      <a:pt x="846" y="571"/>
                      <a:pt x="846" y="1"/>
                      <a:pt x="572"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8" name="Google Shape;1278;p58"/>
              <p:cNvSpPr/>
              <p:nvPr/>
            </p:nvSpPr>
            <p:spPr>
              <a:xfrm>
                <a:off x="1743450" y="2205550"/>
                <a:ext cx="21125" cy="14275"/>
              </a:xfrm>
              <a:custGeom>
                <a:rect b="b" l="l" r="r" t="t"/>
                <a:pathLst>
                  <a:path extrusionOk="0" h="571" w="845">
                    <a:moveTo>
                      <a:pt x="274" y="0"/>
                    </a:moveTo>
                    <a:cubicBezTo>
                      <a:pt x="0" y="0"/>
                      <a:pt x="0" y="571"/>
                      <a:pt x="274" y="571"/>
                    </a:cubicBezTo>
                    <a:cubicBezTo>
                      <a:pt x="845" y="571"/>
                      <a:pt x="845" y="0"/>
                      <a:pt x="274"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9" name="Google Shape;1279;p58"/>
              <p:cNvSpPr/>
              <p:nvPr/>
            </p:nvSpPr>
            <p:spPr>
              <a:xfrm>
                <a:off x="1458125" y="771550"/>
                <a:ext cx="21150" cy="14275"/>
              </a:xfrm>
              <a:custGeom>
                <a:rect b="b" l="l" r="r" t="t"/>
                <a:pathLst>
                  <a:path extrusionOk="0" h="571" w="846">
                    <a:moveTo>
                      <a:pt x="571" y="0"/>
                    </a:moveTo>
                    <a:cubicBezTo>
                      <a:pt x="1" y="0"/>
                      <a:pt x="1" y="571"/>
                      <a:pt x="571" y="571"/>
                    </a:cubicBezTo>
                    <a:cubicBezTo>
                      <a:pt x="845" y="571"/>
                      <a:pt x="845" y="0"/>
                      <a:pt x="571"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0" name="Google Shape;1280;p58"/>
              <p:cNvSpPr/>
              <p:nvPr/>
            </p:nvSpPr>
            <p:spPr>
              <a:xfrm>
                <a:off x="965675" y="728750"/>
                <a:ext cx="14275" cy="14275"/>
              </a:xfrm>
              <a:custGeom>
                <a:rect b="b" l="l" r="r" t="t"/>
                <a:pathLst>
                  <a:path extrusionOk="0" h="571" w="571">
                    <a:moveTo>
                      <a:pt x="297" y="0"/>
                    </a:moveTo>
                    <a:cubicBezTo>
                      <a:pt x="0" y="0"/>
                      <a:pt x="0" y="571"/>
                      <a:pt x="297" y="571"/>
                    </a:cubicBezTo>
                    <a:cubicBezTo>
                      <a:pt x="571" y="571"/>
                      <a:pt x="571" y="0"/>
                      <a:pt x="297"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1" name="Google Shape;1281;p58"/>
              <p:cNvSpPr/>
              <p:nvPr/>
            </p:nvSpPr>
            <p:spPr>
              <a:xfrm>
                <a:off x="1336575" y="4637575"/>
                <a:ext cx="21725" cy="14300"/>
              </a:xfrm>
              <a:custGeom>
                <a:rect b="b" l="l" r="r" t="t"/>
                <a:pathLst>
                  <a:path extrusionOk="0" h="572" w="869">
                    <a:moveTo>
                      <a:pt x="571" y="0"/>
                    </a:moveTo>
                    <a:cubicBezTo>
                      <a:pt x="1" y="0"/>
                      <a:pt x="1" y="571"/>
                      <a:pt x="571" y="571"/>
                    </a:cubicBezTo>
                    <a:cubicBezTo>
                      <a:pt x="868" y="571"/>
                      <a:pt x="868" y="0"/>
                      <a:pt x="571"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2" name="Google Shape;1282;p58"/>
              <p:cNvSpPr/>
              <p:nvPr/>
            </p:nvSpPr>
            <p:spPr>
              <a:xfrm>
                <a:off x="1707500" y="4238125"/>
                <a:ext cx="21700" cy="14300"/>
              </a:xfrm>
              <a:custGeom>
                <a:rect b="b" l="l" r="r" t="t"/>
                <a:pathLst>
                  <a:path extrusionOk="0" h="572" w="868">
                    <a:moveTo>
                      <a:pt x="297" y="1"/>
                    </a:moveTo>
                    <a:cubicBezTo>
                      <a:pt x="0" y="1"/>
                      <a:pt x="0" y="571"/>
                      <a:pt x="297" y="571"/>
                    </a:cubicBezTo>
                    <a:cubicBezTo>
                      <a:pt x="868" y="571"/>
                      <a:pt x="868" y="1"/>
                      <a:pt x="297"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3" name="Google Shape;1283;p58"/>
              <p:cNvSpPr/>
              <p:nvPr/>
            </p:nvSpPr>
            <p:spPr>
              <a:xfrm>
                <a:off x="1322325" y="4338000"/>
                <a:ext cx="21700" cy="14275"/>
              </a:xfrm>
              <a:custGeom>
                <a:rect b="b" l="l" r="r" t="t"/>
                <a:pathLst>
                  <a:path extrusionOk="0" h="571" w="868">
                    <a:moveTo>
                      <a:pt x="571" y="0"/>
                    </a:moveTo>
                    <a:cubicBezTo>
                      <a:pt x="0" y="0"/>
                      <a:pt x="0" y="571"/>
                      <a:pt x="571" y="571"/>
                    </a:cubicBezTo>
                    <a:cubicBezTo>
                      <a:pt x="867" y="571"/>
                      <a:pt x="867" y="0"/>
                      <a:pt x="571"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4" name="Google Shape;1284;p58"/>
              <p:cNvSpPr/>
              <p:nvPr/>
            </p:nvSpPr>
            <p:spPr>
              <a:xfrm>
                <a:off x="2998825" y="4823025"/>
                <a:ext cx="14300" cy="14300"/>
              </a:xfrm>
              <a:custGeom>
                <a:rect b="b" l="l" r="r" t="t"/>
                <a:pathLst>
                  <a:path extrusionOk="0" h="572" w="572">
                    <a:moveTo>
                      <a:pt x="275" y="1"/>
                    </a:moveTo>
                    <a:cubicBezTo>
                      <a:pt x="1" y="1"/>
                      <a:pt x="1" y="571"/>
                      <a:pt x="275" y="571"/>
                    </a:cubicBezTo>
                    <a:cubicBezTo>
                      <a:pt x="571" y="571"/>
                      <a:pt x="571" y="1"/>
                      <a:pt x="275"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5" name="Google Shape;1285;p58"/>
              <p:cNvSpPr/>
              <p:nvPr/>
            </p:nvSpPr>
            <p:spPr>
              <a:xfrm>
                <a:off x="3184300" y="4402475"/>
                <a:ext cx="14275" cy="14300"/>
              </a:xfrm>
              <a:custGeom>
                <a:rect b="b" l="l" r="r" t="t"/>
                <a:pathLst>
                  <a:path extrusionOk="0" h="572" w="571">
                    <a:moveTo>
                      <a:pt x="274" y="0"/>
                    </a:moveTo>
                    <a:cubicBezTo>
                      <a:pt x="0" y="0"/>
                      <a:pt x="0" y="571"/>
                      <a:pt x="274" y="571"/>
                    </a:cubicBezTo>
                    <a:cubicBezTo>
                      <a:pt x="571" y="571"/>
                      <a:pt x="571" y="0"/>
                      <a:pt x="274"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6" name="Google Shape;1286;p58"/>
              <p:cNvSpPr/>
              <p:nvPr/>
            </p:nvSpPr>
            <p:spPr>
              <a:xfrm>
                <a:off x="3077000" y="4666100"/>
                <a:ext cx="14300" cy="14300"/>
              </a:xfrm>
              <a:custGeom>
                <a:rect b="b" l="l" r="r" t="t"/>
                <a:pathLst>
                  <a:path extrusionOk="0" h="572" w="572">
                    <a:moveTo>
                      <a:pt x="298" y="1"/>
                    </a:moveTo>
                    <a:cubicBezTo>
                      <a:pt x="1" y="1"/>
                      <a:pt x="1" y="571"/>
                      <a:pt x="298" y="571"/>
                    </a:cubicBezTo>
                    <a:cubicBezTo>
                      <a:pt x="572" y="571"/>
                      <a:pt x="572" y="1"/>
                      <a:pt x="298"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7" name="Google Shape;1287;p58"/>
              <p:cNvSpPr/>
              <p:nvPr/>
            </p:nvSpPr>
            <p:spPr>
              <a:xfrm>
                <a:off x="2748900" y="4402475"/>
                <a:ext cx="21700" cy="14300"/>
              </a:xfrm>
              <a:custGeom>
                <a:rect b="b" l="l" r="r" t="t"/>
                <a:pathLst>
                  <a:path extrusionOk="0" h="572" w="868">
                    <a:moveTo>
                      <a:pt x="297" y="0"/>
                    </a:moveTo>
                    <a:cubicBezTo>
                      <a:pt x="0" y="0"/>
                      <a:pt x="0" y="571"/>
                      <a:pt x="297" y="571"/>
                    </a:cubicBezTo>
                    <a:cubicBezTo>
                      <a:pt x="868" y="571"/>
                      <a:pt x="868" y="0"/>
                      <a:pt x="297"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8" name="Google Shape;1288;p58"/>
              <p:cNvSpPr/>
              <p:nvPr/>
            </p:nvSpPr>
            <p:spPr>
              <a:xfrm>
                <a:off x="3013100" y="4302600"/>
                <a:ext cx="14300" cy="14300"/>
              </a:xfrm>
              <a:custGeom>
                <a:rect b="b" l="l" r="r" t="t"/>
                <a:pathLst>
                  <a:path extrusionOk="0" h="572" w="572">
                    <a:moveTo>
                      <a:pt x="274" y="1"/>
                    </a:moveTo>
                    <a:cubicBezTo>
                      <a:pt x="0" y="1"/>
                      <a:pt x="0" y="572"/>
                      <a:pt x="274" y="572"/>
                    </a:cubicBezTo>
                    <a:cubicBezTo>
                      <a:pt x="571" y="572"/>
                      <a:pt x="571" y="1"/>
                      <a:pt x="274"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9" name="Google Shape;1289;p58"/>
              <p:cNvSpPr/>
              <p:nvPr/>
            </p:nvSpPr>
            <p:spPr>
              <a:xfrm>
                <a:off x="6265700" y="4894350"/>
                <a:ext cx="14300" cy="14300"/>
              </a:xfrm>
              <a:custGeom>
                <a:rect b="b" l="l" r="r" t="t"/>
                <a:pathLst>
                  <a:path extrusionOk="0" h="572" w="572">
                    <a:moveTo>
                      <a:pt x="275" y="1"/>
                    </a:moveTo>
                    <a:cubicBezTo>
                      <a:pt x="1" y="1"/>
                      <a:pt x="1" y="571"/>
                      <a:pt x="275" y="571"/>
                    </a:cubicBezTo>
                    <a:cubicBezTo>
                      <a:pt x="571" y="571"/>
                      <a:pt x="571" y="1"/>
                      <a:pt x="275"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0" name="Google Shape;1290;p58"/>
              <p:cNvSpPr/>
              <p:nvPr/>
            </p:nvSpPr>
            <p:spPr>
              <a:xfrm>
                <a:off x="5994650" y="5130025"/>
                <a:ext cx="14300" cy="14300"/>
              </a:xfrm>
              <a:custGeom>
                <a:rect b="b" l="l" r="r" t="t"/>
                <a:pathLst>
                  <a:path extrusionOk="0" h="572" w="572">
                    <a:moveTo>
                      <a:pt x="275" y="1"/>
                    </a:moveTo>
                    <a:cubicBezTo>
                      <a:pt x="1" y="1"/>
                      <a:pt x="1" y="571"/>
                      <a:pt x="275" y="571"/>
                    </a:cubicBezTo>
                    <a:cubicBezTo>
                      <a:pt x="571" y="571"/>
                      <a:pt x="571" y="1"/>
                      <a:pt x="275"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1" name="Google Shape;1291;p58"/>
              <p:cNvSpPr/>
              <p:nvPr/>
            </p:nvSpPr>
            <p:spPr>
              <a:xfrm>
                <a:off x="4011700" y="3018700"/>
                <a:ext cx="14300" cy="14275"/>
              </a:xfrm>
              <a:custGeom>
                <a:rect b="b" l="l" r="r" t="t"/>
                <a:pathLst>
                  <a:path extrusionOk="0" h="571" w="572">
                    <a:moveTo>
                      <a:pt x="275" y="0"/>
                    </a:moveTo>
                    <a:cubicBezTo>
                      <a:pt x="1" y="0"/>
                      <a:pt x="1" y="571"/>
                      <a:pt x="275" y="571"/>
                    </a:cubicBezTo>
                    <a:cubicBezTo>
                      <a:pt x="571" y="571"/>
                      <a:pt x="571" y="0"/>
                      <a:pt x="275" y="0"/>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2" name="Google Shape;1292;p58"/>
              <p:cNvSpPr/>
              <p:nvPr/>
            </p:nvSpPr>
            <p:spPr>
              <a:xfrm>
                <a:off x="4018550" y="4423575"/>
                <a:ext cx="14300" cy="14300"/>
              </a:xfrm>
              <a:custGeom>
                <a:rect b="b" l="l" r="r" t="t"/>
                <a:pathLst>
                  <a:path extrusionOk="0" h="572" w="572">
                    <a:moveTo>
                      <a:pt x="297" y="1"/>
                    </a:moveTo>
                    <a:cubicBezTo>
                      <a:pt x="1" y="1"/>
                      <a:pt x="1" y="572"/>
                      <a:pt x="297" y="572"/>
                    </a:cubicBezTo>
                    <a:cubicBezTo>
                      <a:pt x="571" y="572"/>
                      <a:pt x="571" y="1"/>
                      <a:pt x="297"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3" name="Google Shape;1293;p58"/>
              <p:cNvSpPr/>
              <p:nvPr/>
            </p:nvSpPr>
            <p:spPr>
              <a:xfrm>
                <a:off x="6008925" y="3218400"/>
                <a:ext cx="14275" cy="14300"/>
              </a:xfrm>
              <a:custGeom>
                <a:rect b="b" l="l" r="r" t="t"/>
                <a:pathLst>
                  <a:path extrusionOk="0" h="572" w="571">
                    <a:moveTo>
                      <a:pt x="274" y="1"/>
                    </a:moveTo>
                    <a:cubicBezTo>
                      <a:pt x="0" y="1"/>
                      <a:pt x="0" y="572"/>
                      <a:pt x="274" y="572"/>
                    </a:cubicBezTo>
                    <a:cubicBezTo>
                      <a:pt x="571" y="572"/>
                      <a:pt x="571" y="1"/>
                      <a:pt x="274" y="1"/>
                    </a:cubicBezTo>
                    <a:close/>
                  </a:path>
                </a:pathLst>
              </a:cu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grpSp>
        <p:nvGrpSpPr>
          <p:cNvPr id="1294" name="Google Shape;1294;p58"/>
          <p:cNvGrpSpPr/>
          <p:nvPr/>
        </p:nvGrpSpPr>
        <p:grpSpPr>
          <a:xfrm flipH="1">
            <a:off x="149514" y="-161621"/>
            <a:ext cx="8731223" cy="5235588"/>
            <a:chOff x="149515" y="-85421"/>
            <a:chExt cx="8731223" cy="5235588"/>
          </a:xfrm>
        </p:grpSpPr>
        <p:sp>
          <p:nvSpPr>
            <p:cNvPr id="1295" name="Google Shape;1295;p58"/>
            <p:cNvSpPr/>
            <p:nvPr/>
          </p:nvSpPr>
          <p:spPr>
            <a:xfrm>
              <a:off x="851147" y="503675"/>
              <a:ext cx="201200" cy="201398"/>
            </a:xfrm>
            <a:custGeom>
              <a:rect b="b" l="l" r="r" t="t"/>
              <a:pathLst>
                <a:path extrusionOk="0" h="2086" w="2084">
                  <a:moveTo>
                    <a:pt x="1314" y="1"/>
                  </a:moveTo>
                  <a:lnTo>
                    <a:pt x="1314" y="1"/>
                  </a:lnTo>
                  <a:cubicBezTo>
                    <a:pt x="1137" y="666"/>
                    <a:pt x="1027" y="902"/>
                    <a:pt x="673" y="902"/>
                  </a:cubicBezTo>
                  <a:cubicBezTo>
                    <a:pt x="510" y="902"/>
                    <a:pt x="296" y="853"/>
                    <a:pt x="1" y="773"/>
                  </a:cubicBezTo>
                  <a:lnTo>
                    <a:pt x="1" y="773"/>
                  </a:lnTo>
                  <a:cubicBezTo>
                    <a:pt x="942" y="1028"/>
                    <a:pt x="999" y="1115"/>
                    <a:pt x="770" y="2086"/>
                  </a:cubicBezTo>
                  <a:cubicBezTo>
                    <a:pt x="927" y="1420"/>
                    <a:pt x="1030" y="1184"/>
                    <a:pt x="1392" y="1184"/>
                  </a:cubicBezTo>
                  <a:cubicBezTo>
                    <a:pt x="1558" y="1184"/>
                    <a:pt x="1779" y="1233"/>
                    <a:pt x="2084" y="1314"/>
                  </a:cubicBezTo>
                  <a:cubicBezTo>
                    <a:pt x="1113" y="1058"/>
                    <a:pt x="1056" y="971"/>
                    <a:pt x="1314"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296" name="Google Shape;1296;p58"/>
            <p:cNvGrpSpPr/>
            <p:nvPr/>
          </p:nvGrpSpPr>
          <p:grpSpPr>
            <a:xfrm>
              <a:off x="275106" y="285764"/>
              <a:ext cx="858544" cy="356719"/>
              <a:chOff x="219125" y="484675"/>
              <a:chExt cx="1622650" cy="674200"/>
            </a:xfrm>
          </p:grpSpPr>
          <p:sp>
            <p:nvSpPr>
              <p:cNvPr id="1297" name="Google Shape;1297;p58"/>
              <p:cNvSpPr/>
              <p:nvPr/>
            </p:nvSpPr>
            <p:spPr>
              <a:xfrm>
                <a:off x="236475" y="505250"/>
                <a:ext cx="1587600" cy="629875"/>
              </a:xfrm>
              <a:custGeom>
                <a:rect b="b" l="l" r="r" t="t"/>
                <a:pathLst>
                  <a:path extrusionOk="0" h="25195" w="63504">
                    <a:moveTo>
                      <a:pt x="0" y="5330"/>
                    </a:moveTo>
                    <a:lnTo>
                      <a:pt x="19865" y="25195"/>
                    </a:lnTo>
                    <a:lnTo>
                      <a:pt x="63504" y="0"/>
                    </a:lnTo>
                    <a:close/>
                  </a:path>
                </a:pathLst>
              </a:custGeom>
              <a:noFill/>
              <a:ln cap="flat" cmpd="sng" w="9525">
                <a:solidFill>
                  <a:schemeClr val="accent2"/>
                </a:solidFill>
                <a:prstDash val="solid"/>
                <a:round/>
                <a:headEnd len="sm" w="sm" type="none"/>
                <a:tailEnd len="sm" w="sm" type="none"/>
              </a:ln>
            </p:spPr>
          </p:sp>
          <p:grpSp>
            <p:nvGrpSpPr>
              <p:cNvPr id="1298" name="Google Shape;1298;p58"/>
              <p:cNvGrpSpPr/>
              <p:nvPr/>
            </p:nvGrpSpPr>
            <p:grpSpPr>
              <a:xfrm>
                <a:off x="219125" y="484675"/>
                <a:ext cx="1622650" cy="674200"/>
                <a:chOff x="219125" y="484675"/>
                <a:chExt cx="1622650" cy="674200"/>
              </a:xfrm>
            </p:grpSpPr>
            <p:sp>
              <p:nvSpPr>
                <p:cNvPr id="1299" name="Google Shape;1299;p58"/>
                <p:cNvSpPr/>
                <p:nvPr/>
              </p:nvSpPr>
              <p:spPr>
                <a:xfrm>
                  <a:off x="709825" y="1114775"/>
                  <a:ext cx="44100" cy="44100"/>
                </a:xfrm>
                <a:prstGeom prst="ellips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0" name="Google Shape;1300;p58"/>
                <p:cNvSpPr/>
                <p:nvPr/>
              </p:nvSpPr>
              <p:spPr>
                <a:xfrm>
                  <a:off x="219125" y="614750"/>
                  <a:ext cx="44100" cy="44100"/>
                </a:xfrm>
                <a:prstGeom prst="ellips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1" name="Google Shape;1301;p58"/>
                <p:cNvSpPr/>
                <p:nvPr/>
              </p:nvSpPr>
              <p:spPr>
                <a:xfrm>
                  <a:off x="1797675" y="484675"/>
                  <a:ext cx="44100" cy="44100"/>
                </a:xfrm>
                <a:prstGeom prst="ellips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grpSp>
          <p:nvGrpSpPr>
            <p:cNvPr id="1302" name="Google Shape;1302;p58"/>
            <p:cNvGrpSpPr/>
            <p:nvPr/>
          </p:nvGrpSpPr>
          <p:grpSpPr>
            <a:xfrm>
              <a:off x="8381813" y="4276523"/>
              <a:ext cx="498909" cy="721242"/>
              <a:chOff x="8233275" y="1900925"/>
              <a:chExt cx="753525" cy="1089325"/>
            </a:xfrm>
          </p:grpSpPr>
          <p:sp>
            <p:nvSpPr>
              <p:cNvPr id="1303" name="Google Shape;1303;p58"/>
              <p:cNvSpPr/>
              <p:nvPr/>
            </p:nvSpPr>
            <p:spPr>
              <a:xfrm>
                <a:off x="8253250" y="1915500"/>
                <a:ext cx="721275" cy="1052350"/>
              </a:xfrm>
              <a:custGeom>
                <a:rect b="b" l="l" r="r" t="t"/>
                <a:pathLst>
                  <a:path extrusionOk="0" h="42094" w="28851">
                    <a:moveTo>
                      <a:pt x="17973" y="0"/>
                    </a:moveTo>
                    <a:lnTo>
                      <a:pt x="0" y="42094"/>
                    </a:lnTo>
                    <a:lnTo>
                      <a:pt x="28851" y="20338"/>
                    </a:lnTo>
                  </a:path>
                </a:pathLst>
              </a:custGeom>
              <a:noFill/>
              <a:ln cap="flat" cmpd="sng" w="9525">
                <a:solidFill>
                  <a:schemeClr val="accent2"/>
                </a:solidFill>
                <a:prstDash val="solid"/>
                <a:round/>
                <a:headEnd len="sm" w="sm" type="none"/>
                <a:tailEnd len="sm" w="sm" type="none"/>
              </a:ln>
            </p:spPr>
          </p:sp>
          <p:sp>
            <p:nvSpPr>
              <p:cNvPr id="1304" name="Google Shape;1304;p58"/>
              <p:cNvSpPr/>
              <p:nvPr/>
            </p:nvSpPr>
            <p:spPr>
              <a:xfrm>
                <a:off x="8679625" y="1900925"/>
                <a:ext cx="44100" cy="44100"/>
              </a:xfrm>
              <a:prstGeom prst="ellips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5" name="Google Shape;1305;p58"/>
              <p:cNvSpPr/>
              <p:nvPr/>
            </p:nvSpPr>
            <p:spPr>
              <a:xfrm>
                <a:off x="8942700" y="2405175"/>
                <a:ext cx="44100" cy="44100"/>
              </a:xfrm>
              <a:prstGeom prst="ellips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6" name="Google Shape;1306;p58"/>
              <p:cNvSpPr/>
              <p:nvPr/>
            </p:nvSpPr>
            <p:spPr>
              <a:xfrm>
                <a:off x="8233275" y="2946150"/>
                <a:ext cx="44100" cy="44100"/>
              </a:xfrm>
              <a:prstGeom prst="ellips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307" name="Google Shape;1307;p58"/>
            <p:cNvSpPr/>
            <p:nvPr/>
          </p:nvSpPr>
          <p:spPr>
            <a:xfrm>
              <a:off x="8679538" y="503683"/>
              <a:ext cx="201200" cy="201382"/>
            </a:xfrm>
            <a:custGeom>
              <a:rect b="b" l="l" r="r" t="t"/>
              <a:pathLst>
                <a:path extrusionOk="0" h="2086" w="2084">
                  <a:moveTo>
                    <a:pt x="1314" y="1"/>
                  </a:moveTo>
                  <a:lnTo>
                    <a:pt x="1314" y="1"/>
                  </a:lnTo>
                  <a:cubicBezTo>
                    <a:pt x="1137" y="666"/>
                    <a:pt x="1027" y="902"/>
                    <a:pt x="673" y="902"/>
                  </a:cubicBezTo>
                  <a:cubicBezTo>
                    <a:pt x="510" y="902"/>
                    <a:pt x="296" y="853"/>
                    <a:pt x="1" y="773"/>
                  </a:cubicBezTo>
                  <a:lnTo>
                    <a:pt x="1" y="773"/>
                  </a:lnTo>
                  <a:cubicBezTo>
                    <a:pt x="942" y="1028"/>
                    <a:pt x="999" y="1115"/>
                    <a:pt x="770" y="2086"/>
                  </a:cubicBezTo>
                  <a:cubicBezTo>
                    <a:pt x="927" y="1420"/>
                    <a:pt x="1030" y="1184"/>
                    <a:pt x="1392" y="1184"/>
                  </a:cubicBezTo>
                  <a:cubicBezTo>
                    <a:pt x="1558" y="1184"/>
                    <a:pt x="1779" y="1233"/>
                    <a:pt x="2084" y="1314"/>
                  </a:cubicBezTo>
                  <a:cubicBezTo>
                    <a:pt x="1113" y="1058"/>
                    <a:pt x="1056" y="971"/>
                    <a:pt x="1314"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308" name="Google Shape;1308;p58"/>
            <p:cNvGrpSpPr/>
            <p:nvPr/>
          </p:nvGrpSpPr>
          <p:grpSpPr>
            <a:xfrm>
              <a:off x="274834" y="4666803"/>
              <a:ext cx="438102" cy="483364"/>
              <a:chOff x="6715777" y="3950739"/>
              <a:chExt cx="586325" cy="646900"/>
            </a:xfrm>
          </p:grpSpPr>
          <p:sp>
            <p:nvSpPr>
              <p:cNvPr id="1309" name="Google Shape;1309;p58"/>
              <p:cNvSpPr/>
              <p:nvPr/>
            </p:nvSpPr>
            <p:spPr>
              <a:xfrm>
                <a:off x="6727925" y="4221225"/>
                <a:ext cx="484800" cy="366550"/>
              </a:xfrm>
              <a:custGeom>
                <a:rect b="b" l="l" r="r" t="t"/>
                <a:pathLst>
                  <a:path extrusionOk="0" h="14662" w="19392">
                    <a:moveTo>
                      <a:pt x="19392" y="2128"/>
                    </a:moveTo>
                    <a:lnTo>
                      <a:pt x="0" y="14662"/>
                    </a:lnTo>
                    <a:lnTo>
                      <a:pt x="1656" y="0"/>
                    </a:lnTo>
                    <a:close/>
                  </a:path>
                </a:pathLst>
              </a:custGeom>
              <a:noFill/>
              <a:ln cap="flat" cmpd="sng" w="9525">
                <a:solidFill>
                  <a:schemeClr val="accent2"/>
                </a:solidFill>
                <a:prstDash val="solid"/>
                <a:round/>
                <a:headEnd len="sm" w="sm" type="none"/>
                <a:tailEnd len="sm" w="sm" type="none"/>
              </a:ln>
            </p:spPr>
          </p:sp>
          <p:sp>
            <p:nvSpPr>
              <p:cNvPr id="1310" name="Google Shape;1310;p58"/>
              <p:cNvSpPr/>
              <p:nvPr/>
            </p:nvSpPr>
            <p:spPr>
              <a:xfrm>
                <a:off x="7112225" y="3967000"/>
                <a:ext cx="177350" cy="307425"/>
              </a:xfrm>
              <a:custGeom>
                <a:rect b="b" l="l" r="r" t="t"/>
                <a:pathLst>
                  <a:path extrusionOk="0" h="12297" w="7094">
                    <a:moveTo>
                      <a:pt x="4729" y="12297"/>
                    </a:moveTo>
                    <a:lnTo>
                      <a:pt x="0" y="473"/>
                    </a:lnTo>
                    <a:lnTo>
                      <a:pt x="7094" y="0"/>
                    </a:lnTo>
                  </a:path>
                </a:pathLst>
              </a:custGeom>
              <a:noFill/>
              <a:ln cap="flat" cmpd="sng" w="9525">
                <a:solidFill>
                  <a:schemeClr val="accent2"/>
                </a:solidFill>
                <a:prstDash val="solid"/>
                <a:round/>
                <a:headEnd len="sm" w="sm" type="none"/>
                <a:tailEnd len="sm" w="sm" type="none"/>
              </a:ln>
            </p:spPr>
          </p:sp>
          <p:sp>
            <p:nvSpPr>
              <p:cNvPr id="1311" name="Google Shape;1311;p58"/>
              <p:cNvSpPr/>
              <p:nvPr/>
            </p:nvSpPr>
            <p:spPr>
              <a:xfrm>
                <a:off x="7203502" y="4257489"/>
                <a:ext cx="30600" cy="30600"/>
              </a:xfrm>
              <a:prstGeom prst="ellips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2" name="Google Shape;1312;p58"/>
              <p:cNvSpPr/>
              <p:nvPr/>
            </p:nvSpPr>
            <p:spPr>
              <a:xfrm>
                <a:off x="7271502" y="3950739"/>
                <a:ext cx="30600" cy="30600"/>
              </a:xfrm>
              <a:prstGeom prst="ellips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3" name="Google Shape;1313;p58"/>
              <p:cNvSpPr/>
              <p:nvPr/>
            </p:nvSpPr>
            <p:spPr>
              <a:xfrm>
                <a:off x="7103027" y="3966989"/>
                <a:ext cx="30600" cy="30600"/>
              </a:xfrm>
              <a:prstGeom prst="ellips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4" name="Google Shape;1314;p58"/>
              <p:cNvSpPr/>
              <p:nvPr/>
            </p:nvSpPr>
            <p:spPr>
              <a:xfrm>
                <a:off x="6755677" y="4207889"/>
                <a:ext cx="30600" cy="30600"/>
              </a:xfrm>
              <a:prstGeom prst="ellips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5" name="Google Shape;1315;p58"/>
              <p:cNvSpPr/>
              <p:nvPr/>
            </p:nvSpPr>
            <p:spPr>
              <a:xfrm>
                <a:off x="6715777" y="4567039"/>
                <a:ext cx="30600" cy="30600"/>
              </a:xfrm>
              <a:prstGeom prst="ellips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316" name="Google Shape;1316;p58"/>
            <p:cNvGrpSpPr/>
            <p:nvPr/>
          </p:nvGrpSpPr>
          <p:grpSpPr>
            <a:xfrm>
              <a:off x="8082452" y="285774"/>
              <a:ext cx="498898" cy="708105"/>
              <a:chOff x="8082452" y="285774"/>
              <a:chExt cx="498898" cy="708105"/>
            </a:xfrm>
          </p:grpSpPr>
          <p:grpSp>
            <p:nvGrpSpPr>
              <p:cNvPr id="1317" name="Google Shape;1317;p58"/>
              <p:cNvGrpSpPr/>
              <p:nvPr/>
            </p:nvGrpSpPr>
            <p:grpSpPr>
              <a:xfrm>
                <a:off x="8082452" y="285774"/>
                <a:ext cx="498898" cy="708105"/>
                <a:chOff x="7865075" y="285763"/>
                <a:chExt cx="716293" cy="1016662"/>
              </a:xfrm>
            </p:grpSpPr>
            <p:sp>
              <p:nvSpPr>
                <p:cNvPr id="1318" name="Google Shape;1318;p58"/>
                <p:cNvSpPr/>
                <p:nvPr/>
              </p:nvSpPr>
              <p:spPr>
                <a:xfrm>
                  <a:off x="7886700" y="307425"/>
                  <a:ext cx="685800" cy="969575"/>
                </a:xfrm>
                <a:custGeom>
                  <a:rect b="b" l="l" r="r" t="t"/>
                  <a:pathLst>
                    <a:path extrusionOk="0" h="38783" w="27432">
                      <a:moveTo>
                        <a:pt x="946" y="9932"/>
                      </a:moveTo>
                      <a:lnTo>
                        <a:pt x="27432" y="24594"/>
                      </a:lnTo>
                      <a:lnTo>
                        <a:pt x="26959" y="0"/>
                      </a:lnTo>
                      <a:lnTo>
                        <a:pt x="0" y="38783"/>
                      </a:lnTo>
                    </a:path>
                  </a:pathLst>
                </a:custGeom>
                <a:noFill/>
                <a:ln cap="flat" cmpd="sng" w="9525">
                  <a:solidFill>
                    <a:schemeClr val="accent2"/>
                  </a:solidFill>
                  <a:prstDash val="solid"/>
                  <a:round/>
                  <a:headEnd len="sm" w="sm" type="none"/>
                  <a:tailEnd len="sm" w="sm" type="none"/>
                </a:ln>
              </p:spPr>
            </p:sp>
            <p:sp>
              <p:nvSpPr>
                <p:cNvPr id="1319" name="Google Shape;1319;p58"/>
                <p:cNvSpPr/>
                <p:nvPr/>
              </p:nvSpPr>
              <p:spPr>
                <a:xfrm>
                  <a:off x="7865075" y="1258325"/>
                  <a:ext cx="44100" cy="44100"/>
                </a:xfrm>
                <a:prstGeom prst="ellips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0" name="Google Shape;1320;p58"/>
                <p:cNvSpPr/>
                <p:nvPr/>
              </p:nvSpPr>
              <p:spPr>
                <a:xfrm>
                  <a:off x="7865075" y="528163"/>
                  <a:ext cx="44100" cy="44100"/>
                </a:xfrm>
                <a:prstGeom prst="ellips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1" name="Google Shape;1321;p58"/>
                <p:cNvSpPr/>
                <p:nvPr/>
              </p:nvSpPr>
              <p:spPr>
                <a:xfrm>
                  <a:off x="8537268" y="285763"/>
                  <a:ext cx="44100" cy="44100"/>
                </a:xfrm>
                <a:prstGeom prst="ellips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2" name="Google Shape;1322;p58"/>
                <p:cNvSpPr/>
                <p:nvPr/>
              </p:nvSpPr>
              <p:spPr>
                <a:xfrm>
                  <a:off x="8537268" y="897663"/>
                  <a:ext cx="44100" cy="44100"/>
                </a:xfrm>
                <a:prstGeom prst="ellips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323" name="Google Shape;1323;p58"/>
              <p:cNvSpPr/>
              <p:nvPr/>
            </p:nvSpPr>
            <p:spPr>
              <a:xfrm>
                <a:off x="8339285" y="589063"/>
                <a:ext cx="30600" cy="30600"/>
              </a:xfrm>
              <a:prstGeom prst="ellipse">
                <a:avLst/>
              </a:prstGeom>
              <a:solidFill>
                <a:srgbClr val="76A5A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324" name="Google Shape;1324;p58"/>
            <p:cNvSpPr/>
            <p:nvPr/>
          </p:nvSpPr>
          <p:spPr>
            <a:xfrm>
              <a:off x="8006238" y="4921708"/>
              <a:ext cx="201200" cy="201382"/>
            </a:xfrm>
            <a:custGeom>
              <a:rect b="b" l="l" r="r" t="t"/>
              <a:pathLst>
                <a:path extrusionOk="0" h="2086" w="2084">
                  <a:moveTo>
                    <a:pt x="1314" y="1"/>
                  </a:moveTo>
                  <a:lnTo>
                    <a:pt x="1314" y="1"/>
                  </a:lnTo>
                  <a:cubicBezTo>
                    <a:pt x="1137" y="666"/>
                    <a:pt x="1027" y="902"/>
                    <a:pt x="673" y="902"/>
                  </a:cubicBezTo>
                  <a:cubicBezTo>
                    <a:pt x="510" y="902"/>
                    <a:pt x="296" y="853"/>
                    <a:pt x="1" y="773"/>
                  </a:cubicBezTo>
                  <a:lnTo>
                    <a:pt x="1" y="773"/>
                  </a:lnTo>
                  <a:cubicBezTo>
                    <a:pt x="942" y="1028"/>
                    <a:pt x="999" y="1115"/>
                    <a:pt x="770" y="2086"/>
                  </a:cubicBezTo>
                  <a:cubicBezTo>
                    <a:pt x="927" y="1420"/>
                    <a:pt x="1030" y="1184"/>
                    <a:pt x="1392" y="1184"/>
                  </a:cubicBezTo>
                  <a:cubicBezTo>
                    <a:pt x="1558" y="1184"/>
                    <a:pt x="1779" y="1233"/>
                    <a:pt x="2084" y="1314"/>
                  </a:cubicBezTo>
                  <a:cubicBezTo>
                    <a:pt x="1113" y="1058"/>
                    <a:pt x="1056" y="971"/>
                    <a:pt x="1314"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5" name="Google Shape;1325;p58"/>
            <p:cNvSpPr/>
            <p:nvPr/>
          </p:nvSpPr>
          <p:spPr>
            <a:xfrm>
              <a:off x="790288" y="4922083"/>
              <a:ext cx="201200" cy="201382"/>
            </a:xfrm>
            <a:custGeom>
              <a:rect b="b" l="l" r="r" t="t"/>
              <a:pathLst>
                <a:path extrusionOk="0" h="2086" w="2084">
                  <a:moveTo>
                    <a:pt x="1314" y="1"/>
                  </a:moveTo>
                  <a:lnTo>
                    <a:pt x="1314" y="1"/>
                  </a:lnTo>
                  <a:cubicBezTo>
                    <a:pt x="1137" y="666"/>
                    <a:pt x="1027" y="902"/>
                    <a:pt x="673" y="902"/>
                  </a:cubicBezTo>
                  <a:cubicBezTo>
                    <a:pt x="510" y="902"/>
                    <a:pt x="296" y="853"/>
                    <a:pt x="1" y="773"/>
                  </a:cubicBezTo>
                  <a:lnTo>
                    <a:pt x="1" y="773"/>
                  </a:lnTo>
                  <a:cubicBezTo>
                    <a:pt x="942" y="1028"/>
                    <a:pt x="999" y="1115"/>
                    <a:pt x="770" y="2086"/>
                  </a:cubicBezTo>
                  <a:cubicBezTo>
                    <a:pt x="927" y="1420"/>
                    <a:pt x="1030" y="1184"/>
                    <a:pt x="1392" y="1184"/>
                  </a:cubicBezTo>
                  <a:cubicBezTo>
                    <a:pt x="1558" y="1184"/>
                    <a:pt x="1779" y="1233"/>
                    <a:pt x="2084" y="1314"/>
                  </a:cubicBezTo>
                  <a:cubicBezTo>
                    <a:pt x="1113" y="1058"/>
                    <a:pt x="1056" y="971"/>
                    <a:pt x="1314"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6" name="Google Shape;1326;p58"/>
            <p:cNvSpPr/>
            <p:nvPr/>
          </p:nvSpPr>
          <p:spPr>
            <a:xfrm>
              <a:off x="149515" y="3888362"/>
              <a:ext cx="442949" cy="443374"/>
            </a:xfrm>
            <a:custGeom>
              <a:rect b="b" l="l" r="r" t="t"/>
              <a:pathLst>
                <a:path extrusionOk="0" h="2086" w="2084">
                  <a:moveTo>
                    <a:pt x="1314" y="1"/>
                  </a:moveTo>
                  <a:lnTo>
                    <a:pt x="1314" y="1"/>
                  </a:lnTo>
                  <a:cubicBezTo>
                    <a:pt x="1137" y="666"/>
                    <a:pt x="1027" y="902"/>
                    <a:pt x="673" y="902"/>
                  </a:cubicBezTo>
                  <a:cubicBezTo>
                    <a:pt x="510" y="902"/>
                    <a:pt x="296" y="853"/>
                    <a:pt x="1" y="773"/>
                  </a:cubicBezTo>
                  <a:lnTo>
                    <a:pt x="1" y="773"/>
                  </a:lnTo>
                  <a:cubicBezTo>
                    <a:pt x="942" y="1028"/>
                    <a:pt x="999" y="1115"/>
                    <a:pt x="770" y="2086"/>
                  </a:cubicBezTo>
                  <a:cubicBezTo>
                    <a:pt x="927" y="1420"/>
                    <a:pt x="1030" y="1184"/>
                    <a:pt x="1392" y="1184"/>
                  </a:cubicBezTo>
                  <a:cubicBezTo>
                    <a:pt x="1558" y="1184"/>
                    <a:pt x="1779" y="1233"/>
                    <a:pt x="2084" y="1314"/>
                  </a:cubicBezTo>
                  <a:cubicBezTo>
                    <a:pt x="1113" y="1058"/>
                    <a:pt x="1056" y="971"/>
                    <a:pt x="1314"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7" name="Google Shape;1327;p58"/>
            <p:cNvSpPr/>
            <p:nvPr/>
          </p:nvSpPr>
          <p:spPr>
            <a:xfrm>
              <a:off x="8588496" y="3760179"/>
              <a:ext cx="292224" cy="292504"/>
            </a:xfrm>
            <a:custGeom>
              <a:rect b="b" l="l" r="r" t="t"/>
              <a:pathLst>
                <a:path extrusionOk="0" h="2086" w="2084">
                  <a:moveTo>
                    <a:pt x="1314" y="1"/>
                  </a:moveTo>
                  <a:lnTo>
                    <a:pt x="1314" y="1"/>
                  </a:lnTo>
                  <a:cubicBezTo>
                    <a:pt x="1137" y="666"/>
                    <a:pt x="1027" y="902"/>
                    <a:pt x="673" y="902"/>
                  </a:cubicBezTo>
                  <a:cubicBezTo>
                    <a:pt x="510" y="902"/>
                    <a:pt x="296" y="853"/>
                    <a:pt x="1" y="773"/>
                  </a:cubicBezTo>
                  <a:lnTo>
                    <a:pt x="1" y="773"/>
                  </a:lnTo>
                  <a:cubicBezTo>
                    <a:pt x="942" y="1028"/>
                    <a:pt x="999" y="1115"/>
                    <a:pt x="770" y="2086"/>
                  </a:cubicBezTo>
                  <a:cubicBezTo>
                    <a:pt x="927" y="1420"/>
                    <a:pt x="1030" y="1184"/>
                    <a:pt x="1392" y="1184"/>
                  </a:cubicBezTo>
                  <a:cubicBezTo>
                    <a:pt x="1558" y="1184"/>
                    <a:pt x="1779" y="1233"/>
                    <a:pt x="2084" y="1314"/>
                  </a:cubicBezTo>
                  <a:cubicBezTo>
                    <a:pt x="1113" y="1058"/>
                    <a:pt x="1056" y="971"/>
                    <a:pt x="1314"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8" name="Google Shape;1328;p58"/>
            <p:cNvSpPr/>
            <p:nvPr/>
          </p:nvSpPr>
          <p:spPr>
            <a:xfrm>
              <a:off x="8588496" y="843929"/>
              <a:ext cx="292224" cy="292504"/>
            </a:xfrm>
            <a:custGeom>
              <a:rect b="b" l="l" r="r" t="t"/>
              <a:pathLst>
                <a:path extrusionOk="0" h="2086" w="2084">
                  <a:moveTo>
                    <a:pt x="1314" y="1"/>
                  </a:moveTo>
                  <a:lnTo>
                    <a:pt x="1314" y="1"/>
                  </a:lnTo>
                  <a:cubicBezTo>
                    <a:pt x="1137" y="666"/>
                    <a:pt x="1027" y="902"/>
                    <a:pt x="673" y="902"/>
                  </a:cubicBezTo>
                  <a:cubicBezTo>
                    <a:pt x="510" y="902"/>
                    <a:pt x="296" y="853"/>
                    <a:pt x="1" y="773"/>
                  </a:cubicBezTo>
                  <a:lnTo>
                    <a:pt x="1" y="773"/>
                  </a:lnTo>
                  <a:cubicBezTo>
                    <a:pt x="942" y="1028"/>
                    <a:pt x="999" y="1115"/>
                    <a:pt x="770" y="2086"/>
                  </a:cubicBezTo>
                  <a:cubicBezTo>
                    <a:pt x="927" y="1420"/>
                    <a:pt x="1030" y="1184"/>
                    <a:pt x="1392" y="1184"/>
                  </a:cubicBezTo>
                  <a:cubicBezTo>
                    <a:pt x="1558" y="1184"/>
                    <a:pt x="1779" y="1233"/>
                    <a:pt x="2084" y="1314"/>
                  </a:cubicBezTo>
                  <a:cubicBezTo>
                    <a:pt x="1113" y="1058"/>
                    <a:pt x="1056" y="971"/>
                    <a:pt x="1314"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9" name="Google Shape;1329;p58"/>
            <p:cNvSpPr/>
            <p:nvPr/>
          </p:nvSpPr>
          <p:spPr>
            <a:xfrm>
              <a:off x="274821" y="-85421"/>
              <a:ext cx="292224" cy="292504"/>
            </a:xfrm>
            <a:custGeom>
              <a:rect b="b" l="l" r="r" t="t"/>
              <a:pathLst>
                <a:path extrusionOk="0" h="2086" w="2084">
                  <a:moveTo>
                    <a:pt x="1314" y="1"/>
                  </a:moveTo>
                  <a:lnTo>
                    <a:pt x="1314" y="1"/>
                  </a:lnTo>
                  <a:cubicBezTo>
                    <a:pt x="1137" y="666"/>
                    <a:pt x="1027" y="902"/>
                    <a:pt x="673" y="902"/>
                  </a:cubicBezTo>
                  <a:cubicBezTo>
                    <a:pt x="510" y="902"/>
                    <a:pt x="296" y="853"/>
                    <a:pt x="1" y="773"/>
                  </a:cubicBezTo>
                  <a:lnTo>
                    <a:pt x="1" y="773"/>
                  </a:lnTo>
                  <a:cubicBezTo>
                    <a:pt x="942" y="1028"/>
                    <a:pt x="999" y="1115"/>
                    <a:pt x="770" y="2086"/>
                  </a:cubicBezTo>
                  <a:cubicBezTo>
                    <a:pt x="927" y="1420"/>
                    <a:pt x="1030" y="1184"/>
                    <a:pt x="1392" y="1184"/>
                  </a:cubicBezTo>
                  <a:cubicBezTo>
                    <a:pt x="1558" y="1184"/>
                    <a:pt x="1779" y="1233"/>
                    <a:pt x="2084" y="1314"/>
                  </a:cubicBezTo>
                  <a:cubicBezTo>
                    <a:pt x="1113" y="1058"/>
                    <a:pt x="1056" y="971"/>
                    <a:pt x="1314"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0" name="Google Shape;1330;p58"/>
            <p:cNvSpPr/>
            <p:nvPr/>
          </p:nvSpPr>
          <p:spPr>
            <a:xfrm>
              <a:off x="199464" y="768485"/>
              <a:ext cx="442949" cy="443369"/>
            </a:xfrm>
            <a:custGeom>
              <a:rect b="b" l="l" r="r" t="t"/>
              <a:pathLst>
                <a:path extrusionOk="0" h="2086" w="2084">
                  <a:moveTo>
                    <a:pt x="1314" y="1"/>
                  </a:moveTo>
                  <a:lnTo>
                    <a:pt x="1314" y="1"/>
                  </a:lnTo>
                  <a:cubicBezTo>
                    <a:pt x="1137" y="666"/>
                    <a:pt x="1027" y="902"/>
                    <a:pt x="673" y="902"/>
                  </a:cubicBezTo>
                  <a:cubicBezTo>
                    <a:pt x="510" y="902"/>
                    <a:pt x="296" y="853"/>
                    <a:pt x="1" y="773"/>
                  </a:cubicBezTo>
                  <a:lnTo>
                    <a:pt x="1" y="773"/>
                  </a:lnTo>
                  <a:cubicBezTo>
                    <a:pt x="942" y="1028"/>
                    <a:pt x="999" y="1115"/>
                    <a:pt x="770" y="2086"/>
                  </a:cubicBezTo>
                  <a:cubicBezTo>
                    <a:pt x="927" y="1420"/>
                    <a:pt x="1030" y="1184"/>
                    <a:pt x="1392" y="1184"/>
                  </a:cubicBezTo>
                  <a:cubicBezTo>
                    <a:pt x="1558" y="1184"/>
                    <a:pt x="1779" y="1233"/>
                    <a:pt x="2084" y="1314"/>
                  </a:cubicBezTo>
                  <a:cubicBezTo>
                    <a:pt x="1113" y="1058"/>
                    <a:pt x="1056" y="971"/>
                    <a:pt x="1314"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000000"/>
        </a:solidFill>
      </p:bgPr>
    </p:bg>
    <p:spTree>
      <p:nvGrpSpPr>
        <p:cNvPr id="5" name="Shape 5"/>
        <p:cNvGrpSpPr/>
        <p:nvPr/>
      </p:nvGrpSpPr>
      <p:grpSpPr>
        <a:xfrm>
          <a:off x="0" y="0"/>
          <a:ext cx="0" cy="0"/>
          <a:chOff x="0" y="0"/>
          <a:chExt cx="0" cy="0"/>
        </a:xfrm>
      </p:grpSpPr>
      <p:sp>
        <p:nvSpPr>
          <p:cNvPr id="6" name="Google Shape;6;p52"/>
          <p:cNvSpPr/>
          <p:nvPr/>
        </p:nvSpPr>
        <p:spPr>
          <a:xfrm>
            <a:off x="8137844" y="5593202"/>
            <a:ext cx="46116" cy="36598"/>
          </a:xfrm>
          <a:custGeom>
            <a:rect b="b" l="l" r="r" t="t"/>
            <a:pathLst>
              <a:path extrusionOk="0" h="1142" w="1439">
                <a:moveTo>
                  <a:pt x="868" y="0"/>
                </a:moveTo>
                <a:cubicBezTo>
                  <a:pt x="1" y="0"/>
                  <a:pt x="1" y="1141"/>
                  <a:pt x="868" y="1141"/>
                </a:cubicBezTo>
                <a:cubicBezTo>
                  <a:pt x="1439" y="1141"/>
                  <a:pt x="1439" y="0"/>
                  <a:pt x="868" y="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 name="Google Shape;7;p52"/>
          <p:cNvSpPr/>
          <p:nvPr/>
        </p:nvSpPr>
        <p:spPr>
          <a:xfrm>
            <a:off x="2203961" y="5520037"/>
            <a:ext cx="18331" cy="18331"/>
          </a:xfrm>
          <a:custGeom>
            <a:rect b="b" l="l" r="r" t="t"/>
            <a:pathLst>
              <a:path extrusionOk="0" h="572" w="572">
                <a:moveTo>
                  <a:pt x="275" y="1"/>
                </a:moveTo>
                <a:cubicBezTo>
                  <a:pt x="1" y="1"/>
                  <a:pt x="1" y="571"/>
                  <a:pt x="275" y="571"/>
                </a:cubicBezTo>
                <a:cubicBezTo>
                  <a:pt x="571" y="571"/>
                  <a:pt x="571" y="1"/>
                  <a:pt x="275"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 name="Google Shape;8;p52"/>
          <p:cNvSpPr/>
          <p:nvPr/>
        </p:nvSpPr>
        <p:spPr>
          <a:xfrm>
            <a:off x="338668" y="5656816"/>
            <a:ext cx="27080" cy="18331"/>
          </a:xfrm>
          <a:custGeom>
            <a:rect b="b" l="l" r="r" t="t"/>
            <a:pathLst>
              <a:path extrusionOk="0" h="572" w="845">
                <a:moveTo>
                  <a:pt x="571" y="1"/>
                </a:moveTo>
                <a:cubicBezTo>
                  <a:pt x="0" y="1"/>
                  <a:pt x="0" y="572"/>
                  <a:pt x="571" y="572"/>
                </a:cubicBezTo>
                <a:cubicBezTo>
                  <a:pt x="845" y="572"/>
                  <a:pt x="845" y="1"/>
                  <a:pt x="571" y="1"/>
                </a:cubicBezTo>
                <a:close/>
              </a:path>
            </a:pathLst>
          </a:custGeom>
          <a:solidFill>
            <a:srgbClr val="72757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 name="Google Shape;9;p52"/>
          <p:cNvSpPr/>
          <p:nvPr/>
        </p:nvSpPr>
        <p:spPr>
          <a:xfrm>
            <a:off x="5614199" y="5693414"/>
            <a:ext cx="27817" cy="18299"/>
          </a:xfrm>
          <a:custGeom>
            <a:rect b="b" l="l" r="r" t="t"/>
            <a:pathLst>
              <a:path extrusionOk="0" h="571" w="868">
                <a:moveTo>
                  <a:pt x="571" y="0"/>
                </a:moveTo>
                <a:cubicBezTo>
                  <a:pt x="0" y="0"/>
                  <a:pt x="0" y="571"/>
                  <a:pt x="571" y="571"/>
                </a:cubicBezTo>
                <a:cubicBezTo>
                  <a:pt x="868" y="571"/>
                  <a:pt x="868" y="0"/>
                  <a:pt x="571" y="0"/>
                </a:cubicBezTo>
                <a:close/>
              </a:path>
            </a:pathLst>
          </a:custGeom>
          <a:solidFill>
            <a:srgbClr val="72757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 name="Google Shape;10;p52"/>
          <p:cNvSpPr/>
          <p:nvPr/>
        </p:nvSpPr>
        <p:spPr>
          <a:xfrm>
            <a:off x="8567953" y="5757766"/>
            <a:ext cx="27112" cy="18331"/>
          </a:xfrm>
          <a:custGeom>
            <a:rect b="b" l="l" r="r" t="t"/>
            <a:pathLst>
              <a:path extrusionOk="0" h="572" w="846">
                <a:moveTo>
                  <a:pt x="275" y="1"/>
                </a:moveTo>
                <a:cubicBezTo>
                  <a:pt x="1" y="1"/>
                  <a:pt x="1" y="571"/>
                  <a:pt x="275" y="571"/>
                </a:cubicBezTo>
                <a:cubicBezTo>
                  <a:pt x="845" y="571"/>
                  <a:pt x="845" y="1"/>
                  <a:pt x="275" y="1"/>
                </a:cubicBezTo>
                <a:close/>
              </a:path>
            </a:pathLst>
          </a:custGeom>
          <a:solidFill>
            <a:srgbClr val="72757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 name="Google Shape;11;p52"/>
          <p:cNvSpPr/>
          <p:nvPr/>
        </p:nvSpPr>
        <p:spPr>
          <a:xfrm>
            <a:off x="7379279" y="5666334"/>
            <a:ext cx="18331" cy="18331"/>
          </a:xfrm>
          <a:custGeom>
            <a:rect b="b" l="l" r="r" t="t"/>
            <a:pathLst>
              <a:path extrusionOk="0" h="572" w="572">
                <a:moveTo>
                  <a:pt x="275" y="1"/>
                </a:moveTo>
                <a:cubicBezTo>
                  <a:pt x="1" y="1"/>
                  <a:pt x="1" y="571"/>
                  <a:pt x="275" y="571"/>
                </a:cubicBezTo>
                <a:cubicBezTo>
                  <a:pt x="571" y="571"/>
                  <a:pt x="571" y="1"/>
                  <a:pt x="275" y="1"/>
                </a:cubicBezTo>
                <a:close/>
              </a:path>
            </a:pathLst>
          </a:custGeom>
          <a:solidFill>
            <a:srgbClr val="72757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 name="Google Shape;12;p52"/>
          <p:cNvSpPr txBox="1"/>
          <p:nvPr>
            <p:ph type="title"/>
          </p:nvPr>
        </p:nvSpPr>
        <p:spPr>
          <a:xfrm>
            <a:off x="713225" y="445025"/>
            <a:ext cx="7717800" cy="572700"/>
          </a:xfrm>
          <a:prstGeom prst="rect">
            <a:avLst/>
          </a:prstGeom>
          <a:noFill/>
          <a:ln>
            <a:noFill/>
          </a:ln>
        </p:spPr>
        <p:txBody>
          <a:bodyPr anchorCtr="0" anchor="ctr" bIns="91425" lIns="91425" spcFirstLastPara="1" rIns="91425" wrap="square" tIns="91425">
            <a:noAutofit/>
          </a:bodyPr>
          <a:lstStyle>
            <a:lvl1pPr lvl="0" marR="0" rtl="0" algn="l">
              <a:lnSpc>
                <a:spcPct val="100000"/>
              </a:lnSpc>
              <a:spcBef>
                <a:spcPts val="0"/>
              </a:spcBef>
              <a:spcAft>
                <a:spcPts val="0"/>
              </a:spcAft>
              <a:buClr>
                <a:schemeClr val="dk1"/>
              </a:buClr>
              <a:buSzPts val="3000"/>
              <a:buFont typeface="Dosis"/>
              <a:buNone/>
              <a:defRPr b="0" i="0" sz="3000" u="none" cap="none" strike="noStrike">
                <a:solidFill>
                  <a:schemeClr val="dk1"/>
                </a:solidFill>
                <a:latin typeface="Dosis"/>
                <a:ea typeface="Dosis"/>
                <a:cs typeface="Dosis"/>
                <a:sym typeface="Dosis"/>
              </a:defRPr>
            </a:lvl1pPr>
            <a:lvl2pPr lvl="1" marR="0" rtl="0" algn="l">
              <a:lnSpc>
                <a:spcPct val="100000"/>
              </a:lnSpc>
              <a:spcBef>
                <a:spcPts val="0"/>
              </a:spcBef>
              <a:spcAft>
                <a:spcPts val="0"/>
              </a:spcAft>
              <a:buClr>
                <a:schemeClr val="dk1"/>
              </a:buClr>
              <a:buSzPts val="3000"/>
              <a:buFont typeface="Dosis"/>
              <a:buNone/>
              <a:defRPr b="0" i="0" sz="3000" u="none" cap="none" strike="noStrike">
                <a:solidFill>
                  <a:schemeClr val="dk1"/>
                </a:solidFill>
                <a:latin typeface="Dosis"/>
                <a:ea typeface="Dosis"/>
                <a:cs typeface="Dosis"/>
                <a:sym typeface="Dosis"/>
              </a:defRPr>
            </a:lvl2pPr>
            <a:lvl3pPr lvl="2" marR="0" rtl="0" algn="l">
              <a:lnSpc>
                <a:spcPct val="100000"/>
              </a:lnSpc>
              <a:spcBef>
                <a:spcPts val="0"/>
              </a:spcBef>
              <a:spcAft>
                <a:spcPts val="0"/>
              </a:spcAft>
              <a:buClr>
                <a:schemeClr val="dk1"/>
              </a:buClr>
              <a:buSzPts val="3000"/>
              <a:buFont typeface="Dosis"/>
              <a:buNone/>
              <a:defRPr b="0" i="0" sz="3000" u="none" cap="none" strike="noStrike">
                <a:solidFill>
                  <a:schemeClr val="dk1"/>
                </a:solidFill>
                <a:latin typeface="Dosis"/>
                <a:ea typeface="Dosis"/>
                <a:cs typeface="Dosis"/>
                <a:sym typeface="Dosis"/>
              </a:defRPr>
            </a:lvl3pPr>
            <a:lvl4pPr lvl="3" marR="0" rtl="0" algn="l">
              <a:lnSpc>
                <a:spcPct val="100000"/>
              </a:lnSpc>
              <a:spcBef>
                <a:spcPts val="0"/>
              </a:spcBef>
              <a:spcAft>
                <a:spcPts val="0"/>
              </a:spcAft>
              <a:buClr>
                <a:schemeClr val="dk1"/>
              </a:buClr>
              <a:buSzPts val="3000"/>
              <a:buFont typeface="Dosis"/>
              <a:buNone/>
              <a:defRPr b="0" i="0" sz="3000" u="none" cap="none" strike="noStrike">
                <a:solidFill>
                  <a:schemeClr val="dk1"/>
                </a:solidFill>
                <a:latin typeface="Dosis"/>
                <a:ea typeface="Dosis"/>
                <a:cs typeface="Dosis"/>
                <a:sym typeface="Dosis"/>
              </a:defRPr>
            </a:lvl4pPr>
            <a:lvl5pPr lvl="4" marR="0" rtl="0" algn="l">
              <a:lnSpc>
                <a:spcPct val="100000"/>
              </a:lnSpc>
              <a:spcBef>
                <a:spcPts val="0"/>
              </a:spcBef>
              <a:spcAft>
                <a:spcPts val="0"/>
              </a:spcAft>
              <a:buClr>
                <a:schemeClr val="dk1"/>
              </a:buClr>
              <a:buSzPts val="3000"/>
              <a:buFont typeface="Dosis"/>
              <a:buNone/>
              <a:defRPr b="0" i="0" sz="3000" u="none" cap="none" strike="noStrike">
                <a:solidFill>
                  <a:schemeClr val="dk1"/>
                </a:solidFill>
                <a:latin typeface="Dosis"/>
                <a:ea typeface="Dosis"/>
                <a:cs typeface="Dosis"/>
                <a:sym typeface="Dosis"/>
              </a:defRPr>
            </a:lvl5pPr>
            <a:lvl6pPr lvl="5" marR="0" rtl="0" algn="l">
              <a:lnSpc>
                <a:spcPct val="100000"/>
              </a:lnSpc>
              <a:spcBef>
                <a:spcPts val="0"/>
              </a:spcBef>
              <a:spcAft>
                <a:spcPts val="0"/>
              </a:spcAft>
              <a:buClr>
                <a:schemeClr val="dk1"/>
              </a:buClr>
              <a:buSzPts val="3000"/>
              <a:buFont typeface="Dosis"/>
              <a:buNone/>
              <a:defRPr b="0" i="0" sz="3000" u="none" cap="none" strike="noStrike">
                <a:solidFill>
                  <a:schemeClr val="dk1"/>
                </a:solidFill>
                <a:latin typeface="Dosis"/>
                <a:ea typeface="Dosis"/>
                <a:cs typeface="Dosis"/>
                <a:sym typeface="Dosis"/>
              </a:defRPr>
            </a:lvl6pPr>
            <a:lvl7pPr lvl="6" marR="0" rtl="0" algn="l">
              <a:lnSpc>
                <a:spcPct val="100000"/>
              </a:lnSpc>
              <a:spcBef>
                <a:spcPts val="0"/>
              </a:spcBef>
              <a:spcAft>
                <a:spcPts val="0"/>
              </a:spcAft>
              <a:buClr>
                <a:schemeClr val="dk1"/>
              </a:buClr>
              <a:buSzPts val="3000"/>
              <a:buFont typeface="Dosis"/>
              <a:buNone/>
              <a:defRPr b="0" i="0" sz="3000" u="none" cap="none" strike="noStrike">
                <a:solidFill>
                  <a:schemeClr val="dk1"/>
                </a:solidFill>
                <a:latin typeface="Dosis"/>
                <a:ea typeface="Dosis"/>
                <a:cs typeface="Dosis"/>
                <a:sym typeface="Dosis"/>
              </a:defRPr>
            </a:lvl7pPr>
            <a:lvl8pPr lvl="7" marR="0" rtl="0" algn="l">
              <a:lnSpc>
                <a:spcPct val="100000"/>
              </a:lnSpc>
              <a:spcBef>
                <a:spcPts val="0"/>
              </a:spcBef>
              <a:spcAft>
                <a:spcPts val="0"/>
              </a:spcAft>
              <a:buClr>
                <a:schemeClr val="dk1"/>
              </a:buClr>
              <a:buSzPts val="3000"/>
              <a:buFont typeface="Dosis"/>
              <a:buNone/>
              <a:defRPr b="0" i="0" sz="3000" u="none" cap="none" strike="noStrike">
                <a:solidFill>
                  <a:schemeClr val="dk1"/>
                </a:solidFill>
                <a:latin typeface="Dosis"/>
                <a:ea typeface="Dosis"/>
                <a:cs typeface="Dosis"/>
                <a:sym typeface="Dosis"/>
              </a:defRPr>
            </a:lvl8pPr>
            <a:lvl9pPr lvl="8" marR="0" rtl="0" algn="l">
              <a:lnSpc>
                <a:spcPct val="100000"/>
              </a:lnSpc>
              <a:spcBef>
                <a:spcPts val="0"/>
              </a:spcBef>
              <a:spcAft>
                <a:spcPts val="0"/>
              </a:spcAft>
              <a:buClr>
                <a:schemeClr val="dk1"/>
              </a:buClr>
              <a:buSzPts val="3000"/>
              <a:buFont typeface="Dosis"/>
              <a:buNone/>
              <a:defRPr b="0" i="0" sz="3000" u="none" cap="none" strike="noStrike">
                <a:solidFill>
                  <a:schemeClr val="dk1"/>
                </a:solidFill>
                <a:latin typeface="Dosis"/>
                <a:ea typeface="Dosis"/>
                <a:cs typeface="Dosis"/>
                <a:sym typeface="Dosis"/>
              </a:defRPr>
            </a:lvl9pPr>
          </a:lstStyle>
          <a:p/>
        </p:txBody>
      </p:sp>
      <p:sp>
        <p:nvSpPr>
          <p:cNvPr id="13" name="Google Shape;13;p52"/>
          <p:cNvSpPr txBox="1"/>
          <p:nvPr>
            <p:ph idx="1" type="body"/>
          </p:nvPr>
        </p:nvSpPr>
        <p:spPr>
          <a:xfrm>
            <a:off x="713225" y="1152475"/>
            <a:ext cx="7717800" cy="3416400"/>
          </a:xfrm>
          <a:prstGeom prst="rect">
            <a:avLst/>
          </a:prstGeom>
          <a:noFill/>
          <a:ln>
            <a:noFill/>
          </a:ln>
        </p:spPr>
        <p:txBody>
          <a:bodyPr anchorCtr="0" anchor="ctr" bIns="91425" lIns="91425" spcFirstLastPara="1" rIns="91425" wrap="square" tIns="91425">
            <a:noAutofit/>
          </a:bodyPr>
          <a:lstStyle>
            <a:lvl1pPr indent="-317500" lvl="0" marL="457200" marR="0" rtl="0" algn="l">
              <a:lnSpc>
                <a:spcPct val="100000"/>
              </a:lnSpc>
              <a:spcBef>
                <a:spcPts val="0"/>
              </a:spcBef>
              <a:spcAft>
                <a:spcPts val="0"/>
              </a:spcAft>
              <a:buClr>
                <a:schemeClr val="dk1"/>
              </a:buClr>
              <a:buSzPts val="1400"/>
              <a:buFont typeface="Nunito"/>
              <a:buChar char="●"/>
              <a:defRPr b="0" i="0" sz="1400" u="none" cap="none" strike="noStrike">
                <a:solidFill>
                  <a:schemeClr val="dk1"/>
                </a:solidFill>
                <a:latin typeface="Nunito"/>
                <a:ea typeface="Nunito"/>
                <a:cs typeface="Nunito"/>
                <a:sym typeface="Nunito"/>
              </a:defRPr>
            </a:lvl1pPr>
            <a:lvl2pPr indent="-317500" lvl="1" marL="914400" marR="0" rtl="0" algn="l">
              <a:lnSpc>
                <a:spcPct val="100000"/>
              </a:lnSpc>
              <a:spcBef>
                <a:spcPts val="1600"/>
              </a:spcBef>
              <a:spcAft>
                <a:spcPts val="0"/>
              </a:spcAft>
              <a:buClr>
                <a:schemeClr val="dk1"/>
              </a:buClr>
              <a:buSzPts val="1400"/>
              <a:buFont typeface="Nunito"/>
              <a:buChar char="○"/>
              <a:defRPr b="0" i="0" sz="1400" u="none" cap="none" strike="noStrike">
                <a:solidFill>
                  <a:schemeClr val="dk1"/>
                </a:solidFill>
                <a:latin typeface="Nunito"/>
                <a:ea typeface="Nunito"/>
                <a:cs typeface="Nunito"/>
                <a:sym typeface="Nunito"/>
              </a:defRPr>
            </a:lvl2pPr>
            <a:lvl3pPr indent="-317500" lvl="2" marL="1371600" marR="0" rtl="0" algn="l">
              <a:lnSpc>
                <a:spcPct val="100000"/>
              </a:lnSpc>
              <a:spcBef>
                <a:spcPts val="1600"/>
              </a:spcBef>
              <a:spcAft>
                <a:spcPts val="0"/>
              </a:spcAft>
              <a:buClr>
                <a:schemeClr val="dk1"/>
              </a:buClr>
              <a:buSzPts val="1400"/>
              <a:buFont typeface="Nunito"/>
              <a:buChar char="■"/>
              <a:defRPr b="0" i="0" sz="1400" u="none" cap="none" strike="noStrike">
                <a:solidFill>
                  <a:schemeClr val="dk1"/>
                </a:solidFill>
                <a:latin typeface="Nunito"/>
                <a:ea typeface="Nunito"/>
                <a:cs typeface="Nunito"/>
                <a:sym typeface="Nunito"/>
              </a:defRPr>
            </a:lvl3pPr>
            <a:lvl4pPr indent="-317500" lvl="3" marL="1828800" marR="0" rtl="0" algn="l">
              <a:lnSpc>
                <a:spcPct val="100000"/>
              </a:lnSpc>
              <a:spcBef>
                <a:spcPts val="1600"/>
              </a:spcBef>
              <a:spcAft>
                <a:spcPts val="0"/>
              </a:spcAft>
              <a:buClr>
                <a:schemeClr val="dk1"/>
              </a:buClr>
              <a:buSzPts val="1400"/>
              <a:buFont typeface="Nunito"/>
              <a:buChar char="●"/>
              <a:defRPr b="0" i="0" sz="1400" u="none" cap="none" strike="noStrike">
                <a:solidFill>
                  <a:schemeClr val="dk1"/>
                </a:solidFill>
                <a:latin typeface="Nunito"/>
                <a:ea typeface="Nunito"/>
                <a:cs typeface="Nunito"/>
                <a:sym typeface="Nunito"/>
              </a:defRPr>
            </a:lvl4pPr>
            <a:lvl5pPr indent="-317500" lvl="4" marL="2286000" marR="0" rtl="0" algn="l">
              <a:lnSpc>
                <a:spcPct val="100000"/>
              </a:lnSpc>
              <a:spcBef>
                <a:spcPts val="1600"/>
              </a:spcBef>
              <a:spcAft>
                <a:spcPts val="0"/>
              </a:spcAft>
              <a:buClr>
                <a:schemeClr val="dk1"/>
              </a:buClr>
              <a:buSzPts val="1400"/>
              <a:buFont typeface="Nunito"/>
              <a:buChar char="○"/>
              <a:defRPr b="0" i="0" sz="1400" u="none" cap="none" strike="noStrike">
                <a:solidFill>
                  <a:schemeClr val="dk1"/>
                </a:solidFill>
                <a:latin typeface="Nunito"/>
                <a:ea typeface="Nunito"/>
                <a:cs typeface="Nunito"/>
                <a:sym typeface="Nunito"/>
              </a:defRPr>
            </a:lvl5pPr>
            <a:lvl6pPr indent="-317500" lvl="5" marL="2743200" marR="0" rtl="0" algn="l">
              <a:lnSpc>
                <a:spcPct val="100000"/>
              </a:lnSpc>
              <a:spcBef>
                <a:spcPts val="1600"/>
              </a:spcBef>
              <a:spcAft>
                <a:spcPts val="0"/>
              </a:spcAft>
              <a:buClr>
                <a:schemeClr val="dk1"/>
              </a:buClr>
              <a:buSzPts val="1400"/>
              <a:buFont typeface="Nunito"/>
              <a:buChar char="■"/>
              <a:defRPr b="0" i="0" sz="1400" u="none" cap="none" strike="noStrike">
                <a:solidFill>
                  <a:schemeClr val="dk1"/>
                </a:solidFill>
                <a:latin typeface="Nunito"/>
                <a:ea typeface="Nunito"/>
                <a:cs typeface="Nunito"/>
                <a:sym typeface="Nunito"/>
              </a:defRPr>
            </a:lvl6pPr>
            <a:lvl7pPr indent="-317500" lvl="6" marL="3200400" marR="0" rtl="0" algn="l">
              <a:lnSpc>
                <a:spcPct val="100000"/>
              </a:lnSpc>
              <a:spcBef>
                <a:spcPts val="1600"/>
              </a:spcBef>
              <a:spcAft>
                <a:spcPts val="0"/>
              </a:spcAft>
              <a:buClr>
                <a:schemeClr val="dk1"/>
              </a:buClr>
              <a:buSzPts val="1400"/>
              <a:buFont typeface="Nunito"/>
              <a:buChar char="●"/>
              <a:defRPr b="0" i="0" sz="1400" u="none" cap="none" strike="noStrike">
                <a:solidFill>
                  <a:schemeClr val="dk1"/>
                </a:solidFill>
                <a:latin typeface="Nunito"/>
                <a:ea typeface="Nunito"/>
                <a:cs typeface="Nunito"/>
                <a:sym typeface="Nunito"/>
              </a:defRPr>
            </a:lvl7pPr>
            <a:lvl8pPr indent="-317500" lvl="7" marL="3657600" marR="0" rtl="0" algn="l">
              <a:lnSpc>
                <a:spcPct val="100000"/>
              </a:lnSpc>
              <a:spcBef>
                <a:spcPts val="1600"/>
              </a:spcBef>
              <a:spcAft>
                <a:spcPts val="0"/>
              </a:spcAft>
              <a:buClr>
                <a:schemeClr val="dk1"/>
              </a:buClr>
              <a:buSzPts val="1400"/>
              <a:buFont typeface="Nunito"/>
              <a:buChar char="○"/>
              <a:defRPr b="0" i="0" sz="1400" u="none" cap="none" strike="noStrike">
                <a:solidFill>
                  <a:schemeClr val="dk1"/>
                </a:solidFill>
                <a:latin typeface="Nunito"/>
                <a:ea typeface="Nunito"/>
                <a:cs typeface="Nunito"/>
                <a:sym typeface="Nunito"/>
              </a:defRPr>
            </a:lvl8pPr>
            <a:lvl9pPr indent="-317500" lvl="8" marL="4114800" marR="0" rtl="0" algn="l">
              <a:lnSpc>
                <a:spcPct val="100000"/>
              </a:lnSpc>
              <a:spcBef>
                <a:spcPts val="1600"/>
              </a:spcBef>
              <a:spcAft>
                <a:spcPts val="1600"/>
              </a:spcAft>
              <a:buClr>
                <a:schemeClr val="dk1"/>
              </a:buClr>
              <a:buSzPts val="1400"/>
              <a:buFont typeface="Nunito"/>
              <a:buChar char="■"/>
              <a:defRPr b="0" i="0" sz="1400" u="none" cap="none" strike="noStrike">
                <a:solidFill>
                  <a:schemeClr val="dk1"/>
                </a:solidFill>
                <a:latin typeface="Nunito"/>
                <a:ea typeface="Nunito"/>
                <a:cs typeface="Nunito"/>
                <a:sym typeface="Nunito"/>
              </a:defRPr>
            </a:lvl9pPr>
          </a:lstStyle>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8.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19.png"/><Relationship Id="rId5"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hyperlink" Target="https://en.wikipedia.org/wiki/Cyclostationary_process"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3.png"/><Relationship Id="rId4" Type="http://schemas.openxmlformats.org/officeDocument/2006/relationships/hyperlink" Target="https://www.researchgate.net/figure/a-Example-of-a-cyclostationary-signal-composed-of-a-sinusoidal-amplitude-modulation-on_fig5_313389754"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21.png"/><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2.png"/><Relationship Id="rId4" Type="http://schemas.openxmlformats.org/officeDocument/2006/relationships/image" Target="../media/image1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4.png"/><Relationship Id="rId4" Type="http://schemas.openxmlformats.org/officeDocument/2006/relationships/image" Target="../media/image1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3.png"/><Relationship Id="rId4"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5.png"/><Relationship Id="rId4" Type="http://schemas.openxmlformats.org/officeDocument/2006/relationships/image" Target="../media/image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7.png"/><Relationship Id="rId4" Type="http://schemas.openxmlformats.org/officeDocument/2006/relationships/image" Target="../media/image16.png"/><Relationship Id="rId5" Type="http://schemas.openxmlformats.org/officeDocument/2006/relationships/image" Target="../media/image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1.png"/><Relationship Id="rId4" Type="http://schemas.openxmlformats.org/officeDocument/2006/relationships/image" Target="../media/image1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20.png"/><Relationship Id="rId4" Type="http://schemas.openxmlformats.org/officeDocument/2006/relationships/image" Target="../media/image2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25.png"/><Relationship Id="rId4" Type="http://schemas.openxmlformats.org/officeDocument/2006/relationships/image" Target="../media/image3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34.png"/><Relationship Id="rId4" Type="http://schemas.openxmlformats.org/officeDocument/2006/relationships/image" Target="../media/image2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22.png"/><Relationship Id="rId4" Type="http://schemas.openxmlformats.org/officeDocument/2006/relationships/image" Target="../media/image3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hyperlink" Target="https://docs.google.com/spreadsheets/d/1l7gZyEhHNWijaOi-PbDSWERK50Jn19BuJGzq5Y1Eq3Q/copy" TargetMode="External"/><Relationship Id="rId4" Type="http://schemas.openxmlformats.org/officeDocument/2006/relationships/image" Target="../media/image28.png"/><Relationship Id="rId9" Type="http://schemas.openxmlformats.org/officeDocument/2006/relationships/hyperlink" Target="https://www.nanosats.eu/" TargetMode="External"/><Relationship Id="rId5" Type="http://schemas.openxmlformats.org/officeDocument/2006/relationships/image" Target="../media/image35.jpg"/><Relationship Id="rId6" Type="http://schemas.openxmlformats.org/officeDocument/2006/relationships/image" Target="../media/image27.png"/><Relationship Id="rId7" Type="http://schemas.openxmlformats.org/officeDocument/2006/relationships/hyperlink" Target="https://en.wikipedia.org/wiki/CubeSat" TargetMode="External"/><Relationship Id="rId8" Type="http://schemas.openxmlformats.org/officeDocument/2006/relationships/hyperlink" Target="https://en.wikipedia.org/wiki/CubeSat"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48.png"/><Relationship Id="rId4" Type="http://schemas.openxmlformats.org/officeDocument/2006/relationships/hyperlink" Target="https://ntrs.nasa.gov/citations/20180007374"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32.png"/><Relationship Id="rId4" Type="http://schemas.openxmlformats.org/officeDocument/2006/relationships/image" Target="../media/image5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40.png"/><Relationship Id="rId4" Type="http://schemas.openxmlformats.org/officeDocument/2006/relationships/image" Target="../media/image26.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38.png"/><Relationship Id="rId4" Type="http://schemas.openxmlformats.org/officeDocument/2006/relationships/image" Target="../media/image4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33.png"/><Relationship Id="rId4" Type="http://schemas.openxmlformats.org/officeDocument/2006/relationships/image" Target="../media/image3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52.png"/><Relationship Id="rId4" Type="http://schemas.openxmlformats.org/officeDocument/2006/relationships/image" Target="../media/image39.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37.png"/><Relationship Id="rId4" Type="http://schemas.openxmlformats.org/officeDocument/2006/relationships/image" Target="../media/image29.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46.png"/><Relationship Id="rId4" Type="http://schemas.openxmlformats.org/officeDocument/2006/relationships/image" Target="../media/image44.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43.png"/><Relationship Id="rId4" Type="http://schemas.openxmlformats.org/officeDocument/2006/relationships/image" Target="../media/image42.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45.png"/><Relationship Id="rId4" Type="http://schemas.openxmlformats.org/officeDocument/2006/relationships/image" Target="../media/image49.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50.png"/><Relationship Id="rId4" Type="http://schemas.openxmlformats.org/officeDocument/2006/relationships/image" Target="../media/image54.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image" Target="../media/image56.png"/><Relationship Id="rId4" Type="http://schemas.openxmlformats.org/officeDocument/2006/relationships/image" Target="../media/image47.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image" Target="../media/image51.png"/><Relationship Id="rId4" Type="http://schemas.openxmlformats.org/officeDocument/2006/relationships/image" Target="../media/image57.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image" Target="../media/image58.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 Id="rId3" Type="http://schemas.openxmlformats.org/officeDocument/2006/relationships/image" Target="../media/image62.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 Id="rId3" Type="http://schemas.openxmlformats.org/officeDocument/2006/relationships/image" Target="../media/image59.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 Id="rId3" Type="http://schemas.openxmlformats.org/officeDocument/2006/relationships/image" Target="../media/image61.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 Id="rId3" Type="http://schemas.openxmlformats.org/officeDocument/2006/relationships/image" Target="../media/image63.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 Id="rId3" Type="http://schemas.openxmlformats.org/officeDocument/2006/relationships/image" Target="../media/image64.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 Id="rId3" Type="http://schemas.openxmlformats.org/officeDocument/2006/relationships/image" Target="../media/image60.png"/><Relationship Id="rId4" Type="http://schemas.openxmlformats.org/officeDocument/2006/relationships/image" Target="../media/image55.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5" name="Shape 1335"/>
        <p:cNvGrpSpPr/>
        <p:nvPr/>
      </p:nvGrpSpPr>
      <p:grpSpPr>
        <a:xfrm>
          <a:off x="0" y="0"/>
          <a:ext cx="0" cy="0"/>
          <a:chOff x="0" y="0"/>
          <a:chExt cx="0" cy="0"/>
        </a:xfrm>
      </p:grpSpPr>
      <p:pic>
        <p:nvPicPr>
          <p:cNvPr id="1336" name="Google Shape;1336;p1"/>
          <p:cNvPicPr preferRelativeResize="0"/>
          <p:nvPr/>
        </p:nvPicPr>
        <p:blipFill rotWithShape="1">
          <a:blip r:embed="rId3">
            <a:alphaModFix/>
          </a:blip>
          <a:srcRect b="6250" l="0" r="0" t="0"/>
          <a:stretch/>
        </p:blipFill>
        <p:spPr>
          <a:xfrm>
            <a:off x="-2782" y="-228597"/>
            <a:ext cx="10790971" cy="6069930"/>
          </a:xfrm>
          <a:prstGeom prst="rect">
            <a:avLst/>
          </a:prstGeom>
          <a:noFill/>
          <a:ln>
            <a:noFill/>
          </a:ln>
        </p:spPr>
      </p:pic>
      <p:sp>
        <p:nvSpPr>
          <p:cNvPr id="1337" name="Google Shape;1337;p1"/>
          <p:cNvSpPr txBox="1"/>
          <p:nvPr/>
        </p:nvSpPr>
        <p:spPr>
          <a:xfrm>
            <a:off x="1338742" y="4046199"/>
            <a:ext cx="7717800" cy="5727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chemeClr val="dk1"/>
              </a:buClr>
              <a:buSzPts val="5200"/>
              <a:buFont typeface="Dosis"/>
              <a:buNone/>
            </a:pPr>
            <a:r>
              <a:rPr b="0" i="0" lang="en-US" sz="1800" u="none" cap="none" strike="noStrike">
                <a:solidFill>
                  <a:schemeClr val="dk1"/>
                </a:solidFill>
                <a:highlight>
                  <a:srgbClr val="808080"/>
                </a:highlight>
                <a:latin typeface="Dosis"/>
                <a:ea typeface="Dosis"/>
                <a:cs typeface="Dosis"/>
                <a:sym typeface="Dosis"/>
              </a:rPr>
              <a:t>A LOW-MEMORY SPECTRAL-CORRELATION ANALYZER </a:t>
            </a:r>
            <a:br>
              <a:rPr b="0" i="0" lang="en-US" sz="1800" u="none" cap="none" strike="noStrike">
                <a:solidFill>
                  <a:schemeClr val="dk1"/>
                </a:solidFill>
                <a:highlight>
                  <a:srgbClr val="808080"/>
                </a:highlight>
                <a:latin typeface="Dosis"/>
                <a:ea typeface="Dosis"/>
                <a:cs typeface="Dosis"/>
                <a:sym typeface="Dosis"/>
              </a:rPr>
            </a:br>
            <a:r>
              <a:rPr b="0" i="0" lang="en-US" sz="1800" u="none" cap="none" strike="noStrike">
                <a:solidFill>
                  <a:schemeClr val="dk1"/>
                </a:solidFill>
                <a:highlight>
                  <a:srgbClr val="808080"/>
                </a:highlight>
                <a:latin typeface="Dosis"/>
                <a:ea typeface="Dosis"/>
                <a:cs typeface="Dosis"/>
                <a:sym typeface="Dosis"/>
              </a:rPr>
              <a:t>FOR</a:t>
            </a:r>
            <a:br>
              <a:rPr b="0" i="0" lang="en-US" sz="1800" u="none" cap="none" strike="noStrike">
                <a:solidFill>
                  <a:schemeClr val="dk1"/>
                </a:solidFill>
                <a:highlight>
                  <a:srgbClr val="808080"/>
                </a:highlight>
                <a:latin typeface="Dosis"/>
                <a:ea typeface="Dosis"/>
                <a:cs typeface="Dosis"/>
                <a:sym typeface="Dosis"/>
              </a:rPr>
            </a:br>
            <a:r>
              <a:rPr b="0" i="0" lang="en-US" sz="1800" u="none" cap="none" strike="noStrike">
                <a:solidFill>
                  <a:schemeClr val="dk1"/>
                </a:solidFill>
                <a:highlight>
                  <a:srgbClr val="808080"/>
                </a:highlight>
                <a:latin typeface="Dosis"/>
                <a:ea typeface="Dosis"/>
                <a:cs typeface="Dosis"/>
                <a:sym typeface="Dosis"/>
              </a:rPr>
              <a:t> DIGITAL QAM-SRRC WAVEFORMS</a:t>
            </a:r>
            <a:br>
              <a:rPr b="0" i="0" lang="en-US" sz="1800" u="none" cap="none" strike="noStrike">
                <a:solidFill>
                  <a:schemeClr val="dk1"/>
                </a:solidFill>
                <a:highlight>
                  <a:srgbClr val="808080"/>
                </a:highlight>
                <a:latin typeface="Dosis"/>
                <a:ea typeface="Dosis"/>
                <a:cs typeface="Dosis"/>
                <a:sym typeface="Dosis"/>
              </a:rPr>
            </a:br>
            <a:br>
              <a:rPr b="0" i="0" lang="en-US" sz="1800" u="none" cap="none" strike="noStrike">
                <a:solidFill>
                  <a:schemeClr val="dk1"/>
                </a:solidFill>
                <a:highlight>
                  <a:srgbClr val="808080"/>
                </a:highlight>
                <a:latin typeface="Dosis"/>
                <a:ea typeface="Dosis"/>
                <a:cs typeface="Dosis"/>
                <a:sym typeface="Dosis"/>
              </a:rPr>
            </a:br>
            <a:br>
              <a:rPr b="0" i="0" lang="en-US" sz="1800" u="none" cap="none" strike="noStrike">
                <a:solidFill>
                  <a:schemeClr val="dk1"/>
                </a:solidFill>
                <a:highlight>
                  <a:srgbClr val="808080"/>
                </a:highlight>
                <a:latin typeface="Dosis"/>
                <a:ea typeface="Dosis"/>
                <a:cs typeface="Dosis"/>
                <a:sym typeface="Dosis"/>
              </a:rPr>
            </a:br>
            <a:r>
              <a:rPr b="0" i="0" lang="en-US" sz="1800" u="none" cap="none" strike="noStrike">
                <a:solidFill>
                  <a:schemeClr val="dk1"/>
                </a:solidFill>
                <a:highlight>
                  <a:srgbClr val="808080"/>
                </a:highlight>
                <a:latin typeface="Dosis"/>
                <a:ea typeface="Dosis"/>
                <a:cs typeface="Dosis"/>
                <a:sym typeface="Dosis"/>
              </a:rPr>
              <a:t>A THESIS DEFENSE</a:t>
            </a:r>
            <a:br>
              <a:rPr b="0" i="0" lang="en-US" sz="1800" u="none" cap="none" strike="noStrike">
                <a:solidFill>
                  <a:schemeClr val="dk1"/>
                </a:solidFill>
                <a:highlight>
                  <a:srgbClr val="808080"/>
                </a:highlight>
                <a:latin typeface="Dosis"/>
                <a:ea typeface="Dosis"/>
                <a:cs typeface="Dosis"/>
                <a:sym typeface="Dosis"/>
              </a:rPr>
            </a:br>
            <a:r>
              <a:rPr b="0" i="0" lang="en-US" sz="1800" u="none" cap="none" strike="noStrike">
                <a:solidFill>
                  <a:schemeClr val="dk1"/>
                </a:solidFill>
                <a:highlight>
                  <a:srgbClr val="808080"/>
                </a:highlight>
                <a:latin typeface="Dosis"/>
                <a:ea typeface="Dosis"/>
                <a:cs typeface="Dosis"/>
                <a:sym typeface="Dosis"/>
              </a:rPr>
              <a:t>MAY 7, 2021</a:t>
            </a:r>
            <a:br>
              <a:rPr b="0" i="0" lang="en-US" sz="1800" u="none" cap="none" strike="noStrike">
                <a:solidFill>
                  <a:schemeClr val="dk1"/>
                </a:solidFill>
                <a:highlight>
                  <a:srgbClr val="808080"/>
                </a:highlight>
                <a:latin typeface="Dosis"/>
                <a:ea typeface="Dosis"/>
                <a:cs typeface="Dosis"/>
                <a:sym typeface="Dosis"/>
              </a:rPr>
            </a:br>
            <a:br>
              <a:rPr b="0" i="0" lang="en-US" sz="1800" u="none" cap="none" strike="noStrike">
                <a:solidFill>
                  <a:schemeClr val="dk1"/>
                </a:solidFill>
                <a:highlight>
                  <a:srgbClr val="808080"/>
                </a:highlight>
                <a:latin typeface="Dosis"/>
                <a:ea typeface="Dosis"/>
                <a:cs typeface="Dosis"/>
                <a:sym typeface="Dosis"/>
              </a:rPr>
            </a:br>
            <a:br>
              <a:rPr b="0" i="0" lang="en-US" sz="1800" u="none" cap="none" strike="noStrike">
                <a:solidFill>
                  <a:schemeClr val="dk1"/>
                </a:solidFill>
                <a:highlight>
                  <a:srgbClr val="808080"/>
                </a:highlight>
                <a:latin typeface="Dosis"/>
                <a:ea typeface="Dosis"/>
                <a:cs typeface="Dosis"/>
                <a:sym typeface="Dosis"/>
              </a:rPr>
            </a:br>
            <a:r>
              <a:rPr b="0" i="0" lang="en-US" sz="1800" u="none" cap="none" strike="noStrike">
                <a:solidFill>
                  <a:schemeClr val="dk1"/>
                </a:solidFill>
                <a:highlight>
                  <a:srgbClr val="808080"/>
                </a:highlight>
                <a:latin typeface="Dosis"/>
                <a:ea typeface="Dosis"/>
                <a:cs typeface="Dosis"/>
                <a:sym typeface="Dosis"/>
              </a:rPr>
              <a:t>© 2021 DYLAN JACOB GORMLEY</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1" name="Shape 1341"/>
        <p:cNvGrpSpPr/>
        <p:nvPr/>
      </p:nvGrpSpPr>
      <p:grpSpPr>
        <a:xfrm>
          <a:off x="0" y="0"/>
          <a:ext cx="0" cy="0"/>
          <a:chOff x="0" y="0"/>
          <a:chExt cx="0" cy="0"/>
        </a:xfrm>
      </p:grpSpPr>
      <p:grpSp>
        <p:nvGrpSpPr>
          <p:cNvPr id="1342" name="Google Shape;1342;p2"/>
          <p:cNvGrpSpPr/>
          <p:nvPr/>
        </p:nvGrpSpPr>
        <p:grpSpPr>
          <a:xfrm>
            <a:off x="1152200" y="1090845"/>
            <a:ext cx="721200" cy="721200"/>
            <a:chOff x="637025" y="1546150"/>
            <a:chExt cx="721200" cy="721200"/>
          </a:xfrm>
        </p:grpSpPr>
        <p:grpSp>
          <p:nvGrpSpPr>
            <p:cNvPr id="1343" name="Google Shape;1343;p2"/>
            <p:cNvGrpSpPr/>
            <p:nvPr/>
          </p:nvGrpSpPr>
          <p:grpSpPr>
            <a:xfrm>
              <a:off x="637025" y="1546150"/>
              <a:ext cx="721200" cy="721200"/>
              <a:chOff x="271975" y="1017725"/>
              <a:chExt cx="721200" cy="721200"/>
            </a:xfrm>
          </p:grpSpPr>
          <p:sp>
            <p:nvSpPr>
              <p:cNvPr id="1344" name="Google Shape;1344;p2"/>
              <p:cNvSpPr/>
              <p:nvPr/>
            </p:nvSpPr>
            <p:spPr>
              <a:xfrm>
                <a:off x="271975" y="1017725"/>
                <a:ext cx="721200" cy="721200"/>
              </a:xfrm>
              <a:prstGeom prst="ellipse">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5" name="Google Shape;1345;p2"/>
              <p:cNvSpPr/>
              <p:nvPr/>
            </p:nvSpPr>
            <p:spPr>
              <a:xfrm>
                <a:off x="343675" y="1089425"/>
                <a:ext cx="577800" cy="577800"/>
              </a:xfrm>
              <a:prstGeom prst="ellips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346" name="Google Shape;1346;p2"/>
            <p:cNvSpPr/>
            <p:nvPr/>
          </p:nvSpPr>
          <p:spPr>
            <a:xfrm>
              <a:off x="1194200" y="1584375"/>
              <a:ext cx="71100" cy="71100"/>
            </a:xfrm>
            <a:prstGeom prst="ellipse">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7" name="Google Shape;1347;p2"/>
            <p:cNvSpPr/>
            <p:nvPr/>
          </p:nvSpPr>
          <p:spPr>
            <a:xfrm>
              <a:off x="713225" y="2151950"/>
              <a:ext cx="71100" cy="71100"/>
            </a:xfrm>
            <a:prstGeom prst="ellipse">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348" name="Google Shape;1348;p2"/>
          <p:cNvGrpSpPr/>
          <p:nvPr/>
        </p:nvGrpSpPr>
        <p:grpSpPr>
          <a:xfrm>
            <a:off x="1107786" y="2425277"/>
            <a:ext cx="721200" cy="721200"/>
            <a:chOff x="637025" y="1546150"/>
            <a:chExt cx="721200" cy="721200"/>
          </a:xfrm>
        </p:grpSpPr>
        <p:grpSp>
          <p:nvGrpSpPr>
            <p:cNvPr id="1349" name="Google Shape;1349;p2"/>
            <p:cNvGrpSpPr/>
            <p:nvPr/>
          </p:nvGrpSpPr>
          <p:grpSpPr>
            <a:xfrm>
              <a:off x="637025" y="1546150"/>
              <a:ext cx="721200" cy="721200"/>
              <a:chOff x="271975" y="1017725"/>
              <a:chExt cx="721200" cy="721200"/>
            </a:xfrm>
          </p:grpSpPr>
          <p:sp>
            <p:nvSpPr>
              <p:cNvPr id="1350" name="Google Shape;1350;p2"/>
              <p:cNvSpPr/>
              <p:nvPr/>
            </p:nvSpPr>
            <p:spPr>
              <a:xfrm>
                <a:off x="271975" y="1017725"/>
                <a:ext cx="721200" cy="721200"/>
              </a:xfrm>
              <a:prstGeom prst="ellipse">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1" name="Google Shape;1351;p2"/>
              <p:cNvSpPr/>
              <p:nvPr/>
            </p:nvSpPr>
            <p:spPr>
              <a:xfrm>
                <a:off x="343675" y="1089425"/>
                <a:ext cx="577800" cy="577800"/>
              </a:xfrm>
              <a:prstGeom prst="ellips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352" name="Google Shape;1352;p2"/>
            <p:cNvSpPr/>
            <p:nvPr/>
          </p:nvSpPr>
          <p:spPr>
            <a:xfrm>
              <a:off x="1194200" y="1584375"/>
              <a:ext cx="71100" cy="71100"/>
            </a:xfrm>
            <a:prstGeom prst="ellipse">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3" name="Google Shape;1353;p2"/>
            <p:cNvSpPr/>
            <p:nvPr/>
          </p:nvSpPr>
          <p:spPr>
            <a:xfrm>
              <a:off x="713225" y="2151950"/>
              <a:ext cx="71100" cy="71100"/>
            </a:xfrm>
            <a:prstGeom prst="ellipse">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354" name="Google Shape;1354;p2"/>
          <p:cNvGrpSpPr/>
          <p:nvPr/>
        </p:nvGrpSpPr>
        <p:grpSpPr>
          <a:xfrm>
            <a:off x="1111833" y="3726701"/>
            <a:ext cx="721200" cy="721200"/>
            <a:chOff x="637025" y="1546150"/>
            <a:chExt cx="721200" cy="721200"/>
          </a:xfrm>
        </p:grpSpPr>
        <p:grpSp>
          <p:nvGrpSpPr>
            <p:cNvPr id="1355" name="Google Shape;1355;p2"/>
            <p:cNvGrpSpPr/>
            <p:nvPr/>
          </p:nvGrpSpPr>
          <p:grpSpPr>
            <a:xfrm>
              <a:off x="637025" y="1546150"/>
              <a:ext cx="721200" cy="721200"/>
              <a:chOff x="271975" y="1017725"/>
              <a:chExt cx="721200" cy="721200"/>
            </a:xfrm>
          </p:grpSpPr>
          <p:sp>
            <p:nvSpPr>
              <p:cNvPr id="1356" name="Google Shape;1356;p2"/>
              <p:cNvSpPr/>
              <p:nvPr/>
            </p:nvSpPr>
            <p:spPr>
              <a:xfrm>
                <a:off x="271975" y="1017725"/>
                <a:ext cx="721200" cy="721200"/>
              </a:xfrm>
              <a:prstGeom prst="ellipse">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7" name="Google Shape;1357;p2"/>
              <p:cNvSpPr/>
              <p:nvPr/>
            </p:nvSpPr>
            <p:spPr>
              <a:xfrm>
                <a:off x="343675" y="1089425"/>
                <a:ext cx="577800" cy="577800"/>
              </a:xfrm>
              <a:prstGeom prst="ellips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358" name="Google Shape;1358;p2"/>
            <p:cNvSpPr/>
            <p:nvPr/>
          </p:nvSpPr>
          <p:spPr>
            <a:xfrm>
              <a:off x="1194200" y="1584375"/>
              <a:ext cx="71100" cy="71100"/>
            </a:xfrm>
            <a:prstGeom prst="ellipse">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9" name="Google Shape;1359;p2"/>
            <p:cNvSpPr/>
            <p:nvPr/>
          </p:nvSpPr>
          <p:spPr>
            <a:xfrm>
              <a:off x="713225" y="2151950"/>
              <a:ext cx="71100" cy="71100"/>
            </a:xfrm>
            <a:prstGeom prst="ellipse">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360" name="Google Shape;1360;p2"/>
          <p:cNvSpPr txBox="1"/>
          <p:nvPr>
            <p:ph idx="2" type="subTitle"/>
          </p:nvPr>
        </p:nvSpPr>
        <p:spPr>
          <a:xfrm>
            <a:off x="1977032" y="4366323"/>
            <a:ext cx="3274127" cy="577800"/>
          </a:xfrm>
          <a:prstGeom prst="rect">
            <a:avLst/>
          </a:prstGeom>
          <a:noFill/>
          <a:ln>
            <a:noFill/>
          </a:ln>
        </p:spPr>
        <p:txBody>
          <a:bodyPr anchorCtr="0" anchor="ctr" bIns="91425" lIns="91425" spcFirstLastPara="1" rIns="91425" wrap="square" tIns="91425">
            <a:noAutofit/>
          </a:bodyPr>
          <a:lstStyle/>
          <a:p>
            <a:pPr indent="-317500" lvl="0" marL="457200" rtl="0" algn="l">
              <a:lnSpc>
                <a:spcPct val="100000"/>
              </a:lnSpc>
              <a:spcBef>
                <a:spcPts val="0"/>
              </a:spcBef>
              <a:spcAft>
                <a:spcPts val="0"/>
              </a:spcAft>
              <a:buSzPts val="1600"/>
              <a:buNone/>
            </a:pPr>
            <a:r>
              <a:rPr lang="en-US"/>
              <a:t>Robust Digital Communications</a:t>
            </a:r>
            <a:endParaRPr/>
          </a:p>
        </p:txBody>
      </p:sp>
      <p:sp>
        <p:nvSpPr>
          <p:cNvPr id="1361" name="Google Shape;1361;p2"/>
          <p:cNvSpPr txBox="1"/>
          <p:nvPr>
            <p:ph idx="4" type="subTitle"/>
          </p:nvPr>
        </p:nvSpPr>
        <p:spPr>
          <a:xfrm>
            <a:off x="2025311" y="3065502"/>
            <a:ext cx="3180640" cy="577800"/>
          </a:xfrm>
          <a:prstGeom prst="rect">
            <a:avLst/>
          </a:prstGeom>
          <a:noFill/>
          <a:ln>
            <a:noFill/>
          </a:ln>
        </p:spPr>
        <p:txBody>
          <a:bodyPr anchorCtr="0" anchor="ctr" bIns="91425" lIns="91425" spcFirstLastPara="1" rIns="91425" wrap="square" tIns="91425">
            <a:noAutofit/>
          </a:bodyPr>
          <a:lstStyle/>
          <a:p>
            <a:pPr indent="-317500" lvl="0" marL="457200" rtl="0" algn="l">
              <a:lnSpc>
                <a:spcPct val="100000"/>
              </a:lnSpc>
              <a:spcBef>
                <a:spcPts val="0"/>
              </a:spcBef>
              <a:spcAft>
                <a:spcPts val="0"/>
              </a:spcAft>
              <a:buSzPts val="1600"/>
              <a:buNone/>
            </a:pPr>
            <a:r>
              <a:rPr lang="en-US"/>
              <a:t>Field-Programmable Gate Arrays</a:t>
            </a:r>
            <a:endParaRPr/>
          </a:p>
        </p:txBody>
      </p:sp>
      <p:sp>
        <p:nvSpPr>
          <p:cNvPr id="1362" name="Google Shape;1362;p2"/>
          <p:cNvSpPr txBox="1"/>
          <p:nvPr>
            <p:ph idx="8" type="subTitle"/>
          </p:nvPr>
        </p:nvSpPr>
        <p:spPr>
          <a:xfrm>
            <a:off x="2017399" y="1713022"/>
            <a:ext cx="3180641" cy="577800"/>
          </a:xfrm>
          <a:prstGeom prst="rect">
            <a:avLst/>
          </a:prstGeom>
          <a:noFill/>
          <a:ln>
            <a:noFill/>
          </a:ln>
        </p:spPr>
        <p:txBody>
          <a:bodyPr anchorCtr="0" anchor="ctr" bIns="91425" lIns="91425" spcFirstLastPara="1" rIns="91425" wrap="square" tIns="91425">
            <a:noAutofit/>
          </a:bodyPr>
          <a:lstStyle/>
          <a:p>
            <a:pPr indent="-317500" lvl="0" marL="457200" rtl="0" algn="l">
              <a:lnSpc>
                <a:spcPct val="100000"/>
              </a:lnSpc>
              <a:spcBef>
                <a:spcPts val="0"/>
              </a:spcBef>
              <a:spcAft>
                <a:spcPts val="0"/>
              </a:spcAft>
              <a:buSzPts val="1600"/>
              <a:buNone/>
            </a:pPr>
            <a:r>
              <a:rPr lang="en-US"/>
              <a:t>Software-Defined Radios</a:t>
            </a:r>
            <a:endParaRPr/>
          </a:p>
        </p:txBody>
      </p:sp>
      <p:sp>
        <p:nvSpPr>
          <p:cNvPr id="1363" name="Google Shape;1363;p2"/>
          <p:cNvSpPr txBox="1"/>
          <p:nvPr>
            <p:ph type="title"/>
          </p:nvPr>
        </p:nvSpPr>
        <p:spPr>
          <a:xfrm>
            <a:off x="713100" y="157593"/>
            <a:ext cx="7717800" cy="5727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3000"/>
              <a:buNone/>
            </a:pPr>
            <a:r>
              <a:rPr lang="en-US"/>
              <a:t>COMMITTEE</a:t>
            </a:r>
            <a:endParaRPr/>
          </a:p>
        </p:txBody>
      </p:sp>
      <p:sp>
        <p:nvSpPr>
          <p:cNvPr id="1364" name="Google Shape;1364;p2"/>
          <p:cNvSpPr txBox="1"/>
          <p:nvPr>
            <p:ph idx="1" type="subTitle"/>
          </p:nvPr>
        </p:nvSpPr>
        <p:spPr>
          <a:xfrm>
            <a:off x="1977032" y="3908951"/>
            <a:ext cx="5406461" cy="356700"/>
          </a:xfrm>
          <a:prstGeom prst="rect">
            <a:avLst/>
          </a:prstGeom>
          <a:solidFill>
            <a:srgbClr val="EB9253"/>
          </a:solidFill>
          <a:ln>
            <a:noFill/>
          </a:ln>
        </p:spPr>
        <p:txBody>
          <a:bodyPr anchorCtr="0" anchor="ctr" bIns="91425" lIns="91425" spcFirstLastPara="1" rIns="91425" wrap="square" tIns="91425">
            <a:noAutofit/>
          </a:bodyPr>
          <a:lstStyle/>
          <a:p>
            <a:pPr indent="-317500" lvl="0" marL="457200" rtl="0" algn="l">
              <a:lnSpc>
                <a:spcPct val="100000"/>
              </a:lnSpc>
              <a:spcBef>
                <a:spcPts val="0"/>
              </a:spcBef>
              <a:spcAft>
                <a:spcPts val="0"/>
              </a:spcAft>
              <a:buSzPts val="2400"/>
              <a:buNone/>
            </a:pPr>
            <a:r>
              <a:rPr lang="en-US"/>
              <a:t>Associate Professor Murad Hizlan - </a:t>
            </a:r>
            <a:r>
              <a:rPr i="1" lang="en-US" sz="1400"/>
              <a:t>Committee Member</a:t>
            </a:r>
            <a:endParaRPr/>
          </a:p>
        </p:txBody>
      </p:sp>
      <p:sp>
        <p:nvSpPr>
          <p:cNvPr id="1365" name="Google Shape;1365;p2"/>
          <p:cNvSpPr txBox="1"/>
          <p:nvPr>
            <p:ph idx="3" type="subTitle"/>
          </p:nvPr>
        </p:nvSpPr>
        <p:spPr>
          <a:xfrm>
            <a:off x="2025311" y="2623752"/>
            <a:ext cx="5358183" cy="356700"/>
          </a:xfrm>
          <a:prstGeom prst="rect">
            <a:avLst/>
          </a:prstGeom>
          <a:solidFill>
            <a:srgbClr val="EB9253"/>
          </a:solidFill>
          <a:ln>
            <a:noFill/>
          </a:ln>
        </p:spPr>
        <p:txBody>
          <a:bodyPr anchorCtr="0" anchor="ctr" bIns="91425" lIns="91425" spcFirstLastPara="1" rIns="91425" wrap="square" tIns="91425">
            <a:noAutofit/>
          </a:bodyPr>
          <a:lstStyle/>
          <a:p>
            <a:pPr indent="-317500" lvl="0" marL="457200" rtl="0" algn="l">
              <a:lnSpc>
                <a:spcPct val="100000"/>
              </a:lnSpc>
              <a:spcBef>
                <a:spcPts val="0"/>
              </a:spcBef>
              <a:spcAft>
                <a:spcPts val="0"/>
              </a:spcAft>
              <a:buSzPts val="2400"/>
              <a:buNone/>
            </a:pPr>
            <a:r>
              <a:rPr lang="en-US"/>
              <a:t>Associate Professor Pong Chu - </a:t>
            </a:r>
            <a:r>
              <a:rPr i="1" lang="en-US" sz="1400"/>
              <a:t>Committee Member</a:t>
            </a:r>
            <a:endParaRPr/>
          </a:p>
        </p:txBody>
      </p:sp>
      <p:sp>
        <p:nvSpPr>
          <p:cNvPr id="1366" name="Google Shape;1366;p2"/>
          <p:cNvSpPr txBox="1"/>
          <p:nvPr>
            <p:ph idx="7" type="subTitle"/>
          </p:nvPr>
        </p:nvSpPr>
        <p:spPr>
          <a:xfrm>
            <a:off x="2017399" y="1289320"/>
            <a:ext cx="5366095" cy="356700"/>
          </a:xfrm>
          <a:prstGeom prst="rect">
            <a:avLst/>
          </a:prstGeom>
          <a:solidFill>
            <a:srgbClr val="EB9253"/>
          </a:solidFill>
          <a:ln>
            <a:noFill/>
          </a:ln>
        </p:spPr>
        <p:txBody>
          <a:bodyPr anchorCtr="0" anchor="ctr" bIns="91425" lIns="91425" spcFirstLastPara="1" rIns="91425" wrap="square" tIns="91425">
            <a:noAutofit/>
          </a:bodyPr>
          <a:lstStyle/>
          <a:p>
            <a:pPr indent="-317500" lvl="0" marL="457200" rtl="0" algn="l">
              <a:lnSpc>
                <a:spcPct val="100000"/>
              </a:lnSpc>
              <a:spcBef>
                <a:spcPts val="0"/>
              </a:spcBef>
              <a:spcAft>
                <a:spcPts val="0"/>
              </a:spcAft>
              <a:buSzPts val="2400"/>
              <a:buNone/>
            </a:pPr>
            <a:r>
              <a:rPr lang="en-US"/>
              <a:t>Professor Chansu Yu - </a:t>
            </a:r>
            <a:r>
              <a:rPr i="1" lang="en-US" sz="1400"/>
              <a:t>Committee Chairperson</a:t>
            </a:r>
            <a:endParaRPr/>
          </a:p>
        </p:txBody>
      </p:sp>
      <p:sp>
        <p:nvSpPr>
          <p:cNvPr id="1367" name="Google Shape;1367;p2"/>
          <p:cNvSpPr/>
          <p:nvPr/>
        </p:nvSpPr>
        <p:spPr>
          <a:xfrm>
            <a:off x="8679538" y="4325883"/>
            <a:ext cx="201200" cy="201382"/>
          </a:xfrm>
          <a:custGeom>
            <a:rect b="b" l="l" r="r" t="t"/>
            <a:pathLst>
              <a:path extrusionOk="0" h="2086" w="2084">
                <a:moveTo>
                  <a:pt x="1314" y="1"/>
                </a:moveTo>
                <a:lnTo>
                  <a:pt x="1314" y="1"/>
                </a:lnTo>
                <a:cubicBezTo>
                  <a:pt x="1137" y="666"/>
                  <a:pt x="1027" y="902"/>
                  <a:pt x="673" y="902"/>
                </a:cubicBezTo>
                <a:cubicBezTo>
                  <a:pt x="510" y="902"/>
                  <a:pt x="296" y="853"/>
                  <a:pt x="1" y="773"/>
                </a:cubicBezTo>
                <a:lnTo>
                  <a:pt x="1" y="773"/>
                </a:lnTo>
                <a:cubicBezTo>
                  <a:pt x="942" y="1028"/>
                  <a:pt x="999" y="1115"/>
                  <a:pt x="770" y="2086"/>
                </a:cubicBezTo>
                <a:cubicBezTo>
                  <a:pt x="927" y="1420"/>
                  <a:pt x="1030" y="1184"/>
                  <a:pt x="1392" y="1184"/>
                </a:cubicBezTo>
                <a:cubicBezTo>
                  <a:pt x="1558" y="1184"/>
                  <a:pt x="1779" y="1233"/>
                  <a:pt x="2084" y="1314"/>
                </a:cubicBezTo>
                <a:cubicBezTo>
                  <a:pt x="1113" y="1058"/>
                  <a:pt x="1056" y="971"/>
                  <a:pt x="1314"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descr="Wireless router with solid fill" id="1368" name="Google Shape;1368;p2"/>
          <p:cNvSpPr/>
          <p:nvPr/>
        </p:nvSpPr>
        <p:spPr>
          <a:xfrm>
            <a:off x="1255241" y="1180419"/>
            <a:ext cx="531706" cy="531706"/>
          </a:xfrm>
          <a:prstGeom prst="rect">
            <a:avLst/>
          </a:prstGeom>
          <a:blipFill rotWithShape="1">
            <a:blip r:embed="rId3">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descr="Processor with solid fill" id="1369" name="Google Shape;1369;p2"/>
          <p:cNvSpPr/>
          <p:nvPr/>
        </p:nvSpPr>
        <p:spPr>
          <a:xfrm>
            <a:off x="1216154" y="2530632"/>
            <a:ext cx="500445" cy="500445"/>
          </a:xfrm>
          <a:prstGeom prst="rect">
            <a:avLst/>
          </a:prstGeom>
          <a:blipFill rotWithShape="1">
            <a:blip r:embed="rId4">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descr="Satellite dish with solid fill" id="1370" name="Google Shape;1370;p2"/>
          <p:cNvSpPr/>
          <p:nvPr/>
        </p:nvSpPr>
        <p:spPr>
          <a:xfrm>
            <a:off x="1267764" y="3847288"/>
            <a:ext cx="468297" cy="468475"/>
          </a:xfrm>
          <a:prstGeom prst="rect">
            <a:avLst/>
          </a:prstGeom>
          <a:blipFill rotWithShape="1">
            <a:blip r:embed="rId5">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4" name="Shape 1374"/>
        <p:cNvGrpSpPr/>
        <p:nvPr/>
      </p:nvGrpSpPr>
      <p:grpSpPr>
        <a:xfrm>
          <a:off x="0" y="0"/>
          <a:ext cx="0" cy="0"/>
          <a:chOff x="0" y="0"/>
          <a:chExt cx="0" cy="0"/>
        </a:xfrm>
      </p:grpSpPr>
      <p:sp>
        <p:nvSpPr>
          <p:cNvPr id="1375" name="Google Shape;1375;p3"/>
          <p:cNvSpPr txBox="1"/>
          <p:nvPr>
            <p:ph type="title"/>
          </p:nvPr>
        </p:nvSpPr>
        <p:spPr>
          <a:xfrm>
            <a:off x="713225" y="445025"/>
            <a:ext cx="7717800" cy="5727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3000"/>
              <a:buNone/>
            </a:pPr>
            <a:r>
              <a:rPr lang="en-US"/>
              <a:t>ABSTRACT</a:t>
            </a:r>
            <a:endParaRPr/>
          </a:p>
        </p:txBody>
      </p:sp>
      <p:sp>
        <p:nvSpPr>
          <p:cNvPr id="1376" name="Google Shape;1376;p3"/>
          <p:cNvSpPr txBox="1"/>
          <p:nvPr>
            <p:ph idx="1" type="body"/>
          </p:nvPr>
        </p:nvSpPr>
        <p:spPr>
          <a:xfrm>
            <a:off x="713325" y="1256175"/>
            <a:ext cx="7717800" cy="34476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400"/>
              <a:buNone/>
            </a:pPr>
            <a:r>
              <a:rPr lang="en-US" sz="1400"/>
              <a:t>Cyclostationary signal processing (CSP) provides the ability to estimate received waveforms' statistical features blindly. Quadrature amplitude modulated (QAM) waveforms, when filtered by the square-root-raised cosine (SRRC) pulse shape function, have cyclic features that CSP can exploit to detect waveform parameters such as symbol rate (SR) and center frequency (CF). The estimation of these SR-CF pairs enables a cognitive radio (CR) to perform spectrum sensing techniques such as spectrum sharing and interference mitigation. Here, we investigate a field-programmable gate array </a:t>
            </a:r>
            <a:r>
              <a:rPr b="1" i="1" lang="en-US" sz="1400">
                <a:solidFill>
                  <a:schemeClr val="accent6"/>
                </a:solidFill>
              </a:rPr>
              <a:t>(FPGA) application of a blind symbol rate-center frequency estimator</a:t>
            </a:r>
            <a:r>
              <a:rPr lang="en-US" sz="1400">
                <a:solidFill>
                  <a:schemeClr val="accent6"/>
                </a:solidFill>
              </a:rPr>
              <a:t>.</a:t>
            </a:r>
            <a:r>
              <a:rPr lang="en-US" sz="1400"/>
              <a:t> First, this study provides a background on the theory behind the cyclic spectral density function (CSD), spectral correlation analyzers (SCA), and spectrum sensing. Following this is a discussion on the motivation for CubeSat spectrum sensing. An SCA implementation for low-memory devices, such as FPGA-based CubeSat, is then describes. The paper concludes by reporting the performance characteristics of the newly developed streaming-based SCA.</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1380" name="Shape 1380"/>
        <p:cNvGrpSpPr/>
        <p:nvPr/>
      </p:nvGrpSpPr>
      <p:grpSpPr>
        <a:xfrm>
          <a:off x="0" y="0"/>
          <a:ext cx="0" cy="0"/>
          <a:chOff x="0" y="0"/>
          <a:chExt cx="0" cy="0"/>
        </a:xfrm>
      </p:grpSpPr>
      <p:grpSp>
        <p:nvGrpSpPr>
          <p:cNvPr id="1381" name="Google Shape;1381;p4"/>
          <p:cNvGrpSpPr/>
          <p:nvPr/>
        </p:nvGrpSpPr>
        <p:grpSpPr>
          <a:xfrm>
            <a:off x="4520151" y="2684159"/>
            <a:ext cx="721200" cy="721200"/>
            <a:chOff x="637025" y="1546150"/>
            <a:chExt cx="721200" cy="721200"/>
          </a:xfrm>
        </p:grpSpPr>
        <p:grpSp>
          <p:nvGrpSpPr>
            <p:cNvPr id="1382" name="Google Shape;1382;p4"/>
            <p:cNvGrpSpPr/>
            <p:nvPr/>
          </p:nvGrpSpPr>
          <p:grpSpPr>
            <a:xfrm>
              <a:off x="637025" y="1546150"/>
              <a:ext cx="721200" cy="721200"/>
              <a:chOff x="271975" y="1017725"/>
              <a:chExt cx="721200" cy="721200"/>
            </a:xfrm>
          </p:grpSpPr>
          <p:sp>
            <p:nvSpPr>
              <p:cNvPr id="1383" name="Google Shape;1383;p4"/>
              <p:cNvSpPr/>
              <p:nvPr/>
            </p:nvSpPr>
            <p:spPr>
              <a:xfrm>
                <a:off x="271975" y="1017725"/>
                <a:ext cx="721200" cy="721200"/>
              </a:xfrm>
              <a:prstGeom prst="ellipse">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4" name="Google Shape;1384;p4"/>
              <p:cNvSpPr/>
              <p:nvPr/>
            </p:nvSpPr>
            <p:spPr>
              <a:xfrm>
                <a:off x="343675" y="1089425"/>
                <a:ext cx="577800" cy="577800"/>
              </a:xfrm>
              <a:prstGeom prst="ellips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385" name="Google Shape;1385;p4"/>
            <p:cNvSpPr/>
            <p:nvPr/>
          </p:nvSpPr>
          <p:spPr>
            <a:xfrm>
              <a:off x="1194200" y="1584375"/>
              <a:ext cx="71100" cy="71100"/>
            </a:xfrm>
            <a:prstGeom prst="ellipse">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6" name="Google Shape;1386;p4"/>
            <p:cNvSpPr/>
            <p:nvPr/>
          </p:nvSpPr>
          <p:spPr>
            <a:xfrm>
              <a:off x="713225" y="2151950"/>
              <a:ext cx="71100" cy="71100"/>
            </a:xfrm>
            <a:prstGeom prst="ellipse">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387" name="Google Shape;1387;p4"/>
          <p:cNvGrpSpPr/>
          <p:nvPr/>
        </p:nvGrpSpPr>
        <p:grpSpPr>
          <a:xfrm>
            <a:off x="1152200" y="825081"/>
            <a:ext cx="721200" cy="721200"/>
            <a:chOff x="637025" y="1546150"/>
            <a:chExt cx="721200" cy="721200"/>
          </a:xfrm>
        </p:grpSpPr>
        <p:grpSp>
          <p:nvGrpSpPr>
            <p:cNvPr id="1388" name="Google Shape;1388;p4"/>
            <p:cNvGrpSpPr/>
            <p:nvPr/>
          </p:nvGrpSpPr>
          <p:grpSpPr>
            <a:xfrm>
              <a:off x="637025" y="1546150"/>
              <a:ext cx="721200" cy="721200"/>
              <a:chOff x="271975" y="1017725"/>
              <a:chExt cx="721200" cy="721200"/>
            </a:xfrm>
          </p:grpSpPr>
          <p:sp>
            <p:nvSpPr>
              <p:cNvPr id="1389" name="Google Shape;1389;p4"/>
              <p:cNvSpPr/>
              <p:nvPr/>
            </p:nvSpPr>
            <p:spPr>
              <a:xfrm>
                <a:off x="271975" y="1017725"/>
                <a:ext cx="721200" cy="721200"/>
              </a:xfrm>
              <a:prstGeom prst="ellipse">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0" name="Google Shape;1390;p4"/>
              <p:cNvSpPr/>
              <p:nvPr/>
            </p:nvSpPr>
            <p:spPr>
              <a:xfrm>
                <a:off x="343675" y="1089425"/>
                <a:ext cx="577800" cy="577800"/>
              </a:xfrm>
              <a:prstGeom prst="ellips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391" name="Google Shape;1391;p4"/>
            <p:cNvSpPr/>
            <p:nvPr/>
          </p:nvSpPr>
          <p:spPr>
            <a:xfrm>
              <a:off x="1194200" y="1584375"/>
              <a:ext cx="71100" cy="71100"/>
            </a:xfrm>
            <a:prstGeom prst="ellipse">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2" name="Google Shape;1392;p4"/>
            <p:cNvSpPr/>
            <p:nvPr/>
          </p:nvSpPr>
          <p:spPr>
            <a:xfrm>
              <a:off x="713225" y="2151950"/>
              <a:ext cx="71100" cy="71100"/>
            </a:xfrm>
            <a:prstGeom prst="ellipse">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393" name="Google Shape;1393;p4"/>
          <p:cNvGrpSpPr/>
          <p:nvPr/>
        </p:nvGrpSpPr>
        <p:grpSpPr>
          <a:xfrm>
            <a:off x="4523654" y="1107003"/>
            <a:ext cx="721200" cy="721200"/>
            <a:chOff x="637025" y="1546150"/>
            <a:chExt cx="721200" cy="721200"/>
          </a:xfrm>
        </p:grpSpPr>
        <p:grpSp>
          <p:nvGrpSpPr>
            <p:cNvPr id="1394" name="Google Shape;1394;p4"/>
            <p:cNvGrpSpPr/>
            <p:nvPr/>
          </p:nvGrpSpPr>
          <p:grpSpPr>
            <a:xfrm>
              <a:off x="637025" y="1546150"/>
              <a:ext cx="721200" cy="721200"/>
              <a:chOff x="271975" y="1017725"/>
              <a:chExt cx="721200" cy="721200"/>
            </a:xfrm>
          </p:grpSpPr>
          <p:sp>
            <p:nvSpPr>
              <p:cNvPr id="1395" name="Google Shape;1395;p4"/>
              <p:cNvSpPr/>
              <p:nvPr/>
            </p:nvSpPr>
            <p:spPr>
              <a:xfrm>
                <a:off x="271975" y="1017725"/>
                <a:ext cx="721200" cy="721200"/>
              </a:xfrm>
              <a:prstGeom prst="ellipse">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6" name="Google Shape;1396;p4"/>
              <p:cNvSpPr/>
              <p:nvPr/>
            </p:nvSpPr>
            <p:spPr>
              <a:xfrm>
                <a:off x="343675" y="1089425"/>
                <a:ext cx="577800" cy="577800"/>
              </a:xfrm>
              <a:prstGeom prst="ellips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397" name="Google Shape;1397;p4"/>
            <p:cNvSpPr/>
            <p:nvPr/>
          </p:nvSpPr>
          <p:spPr>
            <a:xfrm>
              <a:off x="1194200" y="1584375"/>
              <a:ext cx="71100" cy="71100"/>
            </a:xfrm>
            <a:prstGeom prst="ellipse">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8" name="Google Shape;1398;p4"/>
            <p:cNvSpPr/>
            <p:nvPr/>
          </p:nvSpPr>
          <p:spPr>
            <a:xfrm>
              <a:off x="713225" y="2151950"/>
              <a:ext cx="71100" cy="71100"/>
            </a:xfrm>
            <a:prstGeom prst="ellipse">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399" name="Google Shape;1399;p4"/>
          <p:cNvGrpSpPr/>
          <p:nvPr/>
        </p:nvGrpSpPr>
        <p:grpSpPr>
          <a:xfrm>
            <a:off x="1152200" y="1563160"/>
            <a:ext cx="721200" cy="721200"/>
            <a:chOff x="637025" y="1546150"/>
            <a:chExt cx="721200" cy="721200"/>
          </a:xfrm>
        </p:grpSpPr>
        <p:grpSp>
          <p:nvGrpSpPr>
            <p:cNvPr id="1400" name="Google Shape;1400;p4"/>
            <p:cNvGrpSpPr/>
            <p:nvPr/>
          </p:nvGrpSpPr>
          <p:grpSpPr>
            <a:xfrm>
              <a:off x="637025" y="1546150"/>
              <a:ext cx="721200" cy="721200"/>
              <a:chOff x="271975" y="1017725"/>
              <a:chExt cx="721200" cy="721200"/>
            </a:xfrm>
          </p:grpSpPr>
          <p:sp>
            <p:nvSpPr>
              <p:cNvPr id="1401" name="Google Shape;1401;p4"/>
              <p:cNvSpPr/>
              <p:nvPr/>
            </p:nvSpPr>
            <p:spPr>
              <a:xfrm>
                <a:off x="271975" y="1017725"/>
                <a:ext cx="721200" cy="721200"/>
              </a:xfrm>
              <a:prstGeom prst="ellipse">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2" name="Google Shape;1402;p4"/>
              <p:cNvSpPr/>
              <p:nvPr/>
            </p:nvSpPr>
            <p:spPr>
              <a:xfrm>
                <a:off x="343675" y="1089425"/>
                <a:ext cx="577800" cy="577800"/>
              </a:xfrm>
              <a:prstGeom prst="ellips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403" name="Google Shape;1403;p4"/>
            <p:cNvSpPr/>
            <p:nvPr/>
          </p:nvSpPr>
          <p:spPr>
            <a:xfrm>
              <a:off x="1194200" y="1584375"/>
              <a:ext cx="71100" cy="71100"/>
            </a:xfrm>
            <a:prstGeom prst="ellipse">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4" name="Google Shape;1404;p4"/>
            <p:cNvSpPr/>
            <p:nvPr/>
          </p:nvSpPr>
          <p:spPr>
            <a:xfrm>
              <a:off x="713225" y="2151950"/>
              <a:ext cx="71100" cy="71100"/>
            </a:xfrm>
            <a:prstGeom prst="ellipse">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405" name="Google Shape;1405;p4"/>
          <p:cNvSpPr txBox="1"/>
          <p:nvPr>
            <p:ph idx="13" type="title"/>
          </p:nvPr>
        </p:nvSpPr>
        <p:spPr>
          <a:xfrm>
            <a:off x="4523654" y="2865634"/>
            <a:ext cx="721200" cy="3567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2000"/>
              <a:buNone/>
            </a:pPr>
            <a:r>
              <a:rPr lang="en-US"/>
              <a:t>V.</a:t>
            </a:r>
            <a:endParaRPr/>
          </a:p>
        </p:txBody>
      </p:sp>
      <p:sp>
        <p:nvSpPr>
          <p:cNvPr id="1406" name="Google Shape;1406;p4"/>
          <p:cNvSpPr txBox="1"/>
          <p:nvPr>
            <p:ph idx="14" type="title"/>
          </p:nvPr>
        </p:nvSpPr>
        <p:spPr>
          <a:xfrm>
            <a:off x="1148153" y="1014281"/>
            <a:ext cx="721200" cy="3567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2000"/>
              <a:buNone/>
            </a:pPr>
            <a:r>
              <a:rPr lang="en-US"/>
              <a:t>I.</a:t>
            </a:r>
            <a:endParaRPr/>
          </a:p>
        </p:txBody>
      </p:sp>
      <p:sp>
        <p:nvSpPr>
          <p:cNvPr id="1407" name="Google Shape;1407;p4"/>
          <p:cNvSpPr txBox="1"/>
          <p:nvPr>
            <p:ph idx="9" type="title"/>
          </p:nvPr>
        </p:nvSpPr>
        <p:spPr>
          <a:xfrm>
            <a:off x="4527157" y="1296203"/>
            <a:ext cx="721200" cy="3567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2000"/>
              <a:buNone/>
            </a:pPr>
            <a:r>
              <a:rPr lang="en-US"/>
              <a:t>IV.</a:t>
            </a:r>
            <a:endParaRPr/>
          </a:p>
        </p:txBody>
      </p:sp>
      <p:sp>
        <p:nvSpPr>
          <p:cNvPr id="1408" name="Google Shape;1408;p4"/>
          <p:cNvSpPr txBox="1"/>
          <p:nvPr>
            <p:ph idx="15" type="title"/>
          </p:nvPr>
        </p:nvSpPr>
        <p:spPr>
          <a:xfrm>
            <a:off x="1148153" y="1744635"/>
            <a:ext cx="721200" cy="3567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2000"/>
              <a:buNone/>
            </a:pPr>
            <a:r>
              <a:rPr lang="en-US"/>
              <a:t>II.</a:t>
            </a:r>
            <a:endParaRPr/>
          </a:p>
        </p:txBody>
      </p:sp>
      <p:sp>
        <p:nvSpPr>
          <p:cNvPr id="1409" name="Google Shape;1409;p4"/>
          <p:cNvSpPr txBox="1"/>
          <p:nvPr>
            <p:ph idx="2" type="subTitle"/>
          </p:nvPr>
        </p:nvSpPr>
        <p:spPr>
          <a:xfrm>
            <a:off x="1148153" y="2516672"/>
            <a:ext cx="4392778" cy="577800"/>
          </a:xfrm>
          <a:prstGeom prst="rect">
            <a:avLst/>
          </a:prstGeom>
          <a:noFill/>
          <a:ln>
            <a:noFill/>
          </a:ln>
        </p:spPr>
        <p:txBody>
          <a:bodyPr anchorCtr="0" anchor="ctr" bIns="91425" lIns="91425" spcFirstLastPara="1" rIns="91425" wrap="square" tIns="91425">
            <a:noAutofit/>
          </a:bodyPr>
          <a:lstStyle/>
          <a:p>
            <a:pPr indent="-457200" lvl="1" marL="914400" rtl="0" algn="l">
              <a:lnSpc>
                <a:spcPct val="100000"/>
              </a:lnSpc>
              <a:spcBef>
                <a:spcPts val="0"/>
              </a:spcBef>
              <a:spcAft>
                <a:spcPts val="0"/>
              </a:spcAft>
              <a:buSzPts val="1600"/>
              <a:buFont typeface="Arial"/>
              <a:buAutoNum type="arabicPeriod"/>
            </a:pPr>
            <a:r>
              <a:rPr lang="en-US" sz="1200"/>
              <a:t>Cyclostationary Signal Processing</a:t>
            </a:r>
            <a:endParaRPr/>
          </a:p>
          <a:p>
            <a:pPr indent="-457200" lvl="1" marL="914400" rtl="0" algn="l">
              <a:lnSpc>
                <a:spcPct val="100000"/>
              </a:lnSpc>
              <a:spcBef>
                <a:spcPts val="0"/>
              </a:spcBef>
              <a:spcAft>
                <a:spcPts val="0"/>
              </a:spcAft>
              <a:buSzPts val="1600"/>
              <a:buFont typeface="Arial"/>
              <a:buAutoNum type="arabicPeriod"/>
            </a:pPr>
            <a:r>
              <a:rPr lang="en-US" sz="1200"/>
              <a:t>Spectral Density</a:t>
            </a:r>
            <a:endParaRPr/>
          </a:p>
          <a:p>
            <a:pPr indent="-457200" lvl="1" marL="914400" rtl="0" algn="l">
              <a:lnSpc>
                <a:spcPct val="100000"/>
              </a:lnSpc>
              <a:spcBef>
                <a:spcPts val="0"/>
              </a:spcBef>
              <a:spcAft>
                <a:spcPts val="0"/>
              </a:spcAft>
              <a:buSzPts val="1600"/>
              <a:buFont typeface="Arial"/>
              <a:buAutoNum type="arabicPeriod"/>
            </a:pPr>
            <a:r>
              <a:rPr lang="en-US" sz="1200"/>
              <a:t>Spectral Correlation Analyzers</a:t>
            </a:r>
            <a:endParaRPr/>
          </a:p>
          <a:p>
            <a:pPr indent="-457200" lvl="1" marL="914400" rtl="0" algn="l">
              <a:lnSpc>
                <a:spcPct val="100000"/>
              </a:lnSpc>
              <a:spcBef>
                <a:spcPts val="0"/>
              </a:spcBef>
              <a:spcAft>
                <a:spcPts val="0"/>
              </a:spcAft>
              <a:buSzPts val="1600"/>
              <a:buFont typeface="Arial"/>
              <a:buAutoNum type="arabicPeriod"/>
            </a:pPr>
            <a:r>
              <a:rPr lang="en-US" sz="1200"/>
              <a:t>Spectrum Sensing</a:t>
            </a:r>
            <a:endParaRPr/>
          </a:p>
        </p:txBody>
      </p:sp>
      <p:sp>
        <p:nvSpPr>
          <p:cNvPr id="1410" name="Google Shape;1410;p4"/>
          <p:cNvSpPr txBox="1"/>
          <p:nvPr>
            <p:ph type="title"/>
          </p:nvPr>
        </p:nvSpPr>
        <p:spPr>
          <a:xfrm>
            <a:off x="668257" y="60631"/>
            <a:ext cx="7717800" cy="5727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3000"/>
              <a:buNone/>
            </a:pPr>
            <a:r>
              <a:rPr lang="en-US"/>
              <a:t>AGENDA</a:t>
            </a:r>
            <a:endParaRPr/>
          </a:p>
        </p:txBody>
      </p:sp>
      <p:sp>
        <p:nvSpPr>
          <p:cNvPr id="1411" name="Google Shape;1411;p4"/>
          <p:cNvSpPr txBox="1"/>
          <p:nvPr>
            <p:ph idx="1" type="subTitle"/>
          </p:nvPr>
        </p:nvSpPr>
        <p:spPr>
          <a:xfrm>
            <a:off x="2017400" y="1745410"/>
            <a:ext cx="2148900" cy="356700"/>
          </a:xfrm>
          <a:prstGeom prst="rect">
            <a:avLst/>
          </a:prstGeom>
          <a:solidFill>
            <a:srgbClr val="EB9253"/>
          </a:solid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400"/>
              <a:buNone/>
            </a:pPr>
            <a:r>
              <a:rPr lang="en-US"/>
              <a:t>Background</a:t>
            </a:r>
            <a:endParaRPr/>
          </a:p>
        </p:txBody>
      </p:sp>
      <p:sp>
        <p:nvSpPr>
          <p:cNvPr id="1412" name="Google Shape;1412;p4"/>
          <p:cNvSpPr txBox="1"/>
          <p:nvPr>
            <p:ph idx="3" type="subTitle"/>
          </p:nvPr>
        </p:nvSpPr>
        <p:spPr>
          <a:xfrm>
            <a:off x="5441178" y="1305478"/>
            <a:ext cx="3099438" cy="356700"/>
          </a:xfrm>
          <a:prstGeom prst="rect">
            <a:avLst/>
          </a:prstGeom>
          <a:solidFill>
            <a:srgbClr val="EB9253"/>
          </a:solid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Clr>
                <a:schemeClr val="lt1"/>
              </a:buClr>
              <a:buSzPts val="1100"/>
              <a:buFont typeface="Arial"/>
              <a:buNone/>
            </a:pPr>
            <a:r>
              <a:rPr lang="en-US"/>
              <a:t>Performance Characterization</a:t>
            </a:r>
            <a:endParaRPr/>
          </a:p>
        </p:txBody>
      </p:sp>
      <p:sp>
        <p:nvSpPr>
          <p:cNvPr id="1413" name="Google Shape;1413;p4"/>
          <p:cNvSpPr txBox="1"/>
          <p:nvPr>
            <p:ph idx="5" type="subTitle"/>
          </p:nvPr>
        </p:nvSpPr>
        <p:spPr>
          <a:xfrm>
            <a:off x="5437676" y="2866409"/>
            <a:ext cx="2148900" cy="356700"/>
          </a:xfrm>
          <a:prstGeom prst="rect">
            <a:avLst/>
          </a:prstGeom>
          <a:solidFill>
            <a:srgbClr val="EB9253"/>
          </a:solid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400"/>
              <a:buNone/>
            </a:pPr>
            <a:r>
              <a:rPr lang="en-US"/>
              <a:t>Conclusion</a:t>
            </a:r>
            <a:endParaRPr/>
          </a:p>
        </p:txBody>
      </p:sp>
      <p:sp>
        <p:nvSpPr>
          <p:cNvPr id="1414" name="Google Shape;1414;p4"/>
          <p:cNvSpPr txBox="1"/>
          <p:nvPr>
            <p:ph idx="7" type="subTitle"/>
          </p:nvPr>
        </p:nvSpPr>
        <p:spPr>
          <a:xfrm>
            <a:off x="2017400" y="1023556"/>
            <a:ext cx="2148900" cy="356700"/>
          </a:xfrm>
          <a:prstGeom prst="rect">
            <a:avLst/>
          </a:prstGeom>
          <a:solidFill>
            <a:srgbClr val="EB9253"/>
          </a:solid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400"/>
              <a:buNone/>
            </a:pPr>
            <a:r>
              <a:rPr lang="en-US"/>
              <a:t>Introduction</a:t>
            </a:r>
            <a:endParaRPr/>
          </a:p>
        </p:txBody>
      </p:sp>
      <p:sp>
        <p:nvSpPr>
          <p:cNvPr id="1415" name="Google Shape;1415;p4"/>
          <p:cNvSpPr/>
          <p:nvPr/>
        </p:nvSpPr>
        <p:spPr>
          <a:xfrm>
            <a:off x="8679538" y="3886736"/>
            <a:ext cx="201200" cy="201382"/>
          </a:xfrm>
          <a:custGeom>
            <a:rect b="b" l="l" r="r" t="t"/>
            <a:pathLst>
              <a:path extrusionOk="0" h="2086" w="2084">
                <a:moveTo>
                  <a:pt x="1314" y="1"/>
                </a:moveTo>
                <a:lnTo>
                  <a:pt x="1314" y="1"/>
                </a:lnTo>
                <a:cubicBezTo>
                  <a:pt x="1137" y="666"/>
                  <a:pt x="1027" y="902"/>
                  <a:pt x="673" y="902"/>
                </a:cubicBezTo>
                <a:cubicBezTo>
                  <a:pt x="510" y="902"/>
                  <a:pt x="296" y="853"/>
                  <a:pt x="1" y="773"/>
                </a:cubicBezTo>
                <a:lnTo>
                  <a:pt x="1" y="773"/>
                </a:lnTo>
                <a:cubicBezTo>
                  <a:pt x="942" y="1028"/>
                  <a:pt x="999" y="1115"/>
                  <a:pt x="770" y="2086"/>
                </a:cubicBezTo>
                <a:cubicBezTo>
                  <a:pt x="927" y="1420"/>
                  <a:pt x="1030" y="1184"/>
                  <a:pt x="1392" y="1184"/>
                </a:cubicBezTo>
                <a:cubicBezTo>
                  <a:pt x="1558" y="1184"/>
                  <a:pt x="1779" y="1233"/>
                  <a:pt x="2084" y="1314"/>
                </a:cubicBezTo>
                <a:cubicBezTo>
                  <a:pt x="1113" y="1058"/>
                  <a:pt x="1056" y="971"/>
                  <a:pt x="1314"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416" name="Google Shape;1416;p4"/>
          <p:cNvGrpSpPr/>
          <p:nvPr/>
        </p:nvGrpSpPr>
        <p:grpSpPr>
          <a:xfrm>
            <a:off x="1152200" y="3379856"/>
            <a:ext cx="721200" cy="721200"/>
            <a:chOff x="637025" y="1546150"/>
            <a:chExt cx="721200" cy="721200"/>
          </a:xfrm>
        </p:grpSpPr>
        <p:grpSp>
          <p:nvGrpSpPr>
            <p:cNvPr id="1417" name="Google Shape;1417;p4"/>
            <p:cNvGrpSpPr/>
            <p:nvPr/>
          </p:nvGrpSpPr>
          <p:grpSpPr>
            <a:xfrm>
              <a:off x="637025" y="1546150"/>
              <a:ext cx="721200" cy="721200"/>
              <a:chOff x="271975" y="1017725"/>
              <a:chExt cx="721200" cy="721200"/>
            </a:xfrm>
          </p:grpSpPr>
          <p:sp>
            <p:nvSpPr>
              <p:cNvPr id="1418" name="Google Shape;1418;p4"/>
              <p:cNvSpPr/>
              <p:nvPr/>
            </p:nvSpPr>
            <p:spPr>
              <a:xfrm>
                <a:off x="271975" y="1017725"/>
                <a:ext cx="721200" cy="721200"/>
              </a:xfrm>
              <a:prstGeom prst="ellipse">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9" name="Google Shape;1419;p4"/>
              <p:cNvSpPr/>
              <p:nvPr/>
            </p:nvSpPr>
            <p:spPr>
              <a:xfrm>
                <a:off x="343675" y="1089425"/>
                <a:ext cx="577800" cy="577800"/>
              </a:xfrm>
              <a:prstGeom prst="ellips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420" name="Google Shape;1420;p4"/>
            <p:cNvSpPr/>
            <p:nvPr/>
          </p:nvSpPr>
          <p:spPr>
            <a:xfrm>
              <a:off x="1194200" y="1584375"/>
              <a:ext cx="71100" cy="71100"/>
            </a:xfrm>
            <a:prstGeom prst="ellipse">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1" name="Google Shape;1421;p4"/>
            <p:cNvSpPr/>
            <p:nvPr/>
          </p:nvSpPr>
          <p:spPr>
            <a:xfrm>
              <a:off x="713225" y="2151950"/>
              <a:ext cx="71100" cy="71100"/>
            </a:xfrm>
            <a:prstGeom prst="ellipse">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422" name="Google Shape;1422;p4"/>
          <p:cNvSpPr txBox="1"/>
          <p:nvPr/>
        </p:nvSpPr>
        <p:spPr>
          <a:xfrm>
            <a:off x="1148153" y="3569056"/>
            <a:ext cx="721200" cy="356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2000"/>
              <a:buFont typeface="Hind Siliguri Medium"/>
              <a:buNone/>
            </a:pPr>
            <a:r>
              <a:rPr b="0" i="0" lang="en-US" sz="2400" u="none" cap="none" strike="noStrike">
                <a:solidFill>
                  <a:schemeClr val="dk1"/>
                </a:solidFill>
                <a:latin typeface="Dosis"/>
                <a:ea typeface="Dosis"/>
                <a:cs typeface="Dosis"/>
                <a:sym typeface="Dosis"/>
              </a:rPr>
              <a:t>III.</a:t>
            </a:r>
            <a:endParaRPr/>
          </a:p>
        </p:txBody>
      </p:sp>
      <p:sp>
        <p:nvSpPr>
          <p:cNvPr id="1423" name="Google Shape;1423;p4"/>
          <p:cNvSpPr txBox="1"/>
          <p:nvPr/>
        </p:nvSpPr>
        <p:spPr>
          <a:xfrm>
            <a:off x="1157113" y="4271950"/>
            <a:ext cx="3009187" cy="577800"/>
          </a:xfrm>
          <a:prstGeom prst="rect">
            <a:avLst/>
          </a:prstGeom>
          <a:noFill/>
          <a:ln>
            <a:noFill/>
          </a:ln>
        </p:spPr>
        <p:txBody>
          <a:bodyPr anchorCtr="0" anchor="ctr" bIns="91425" lIns="91425" spcFirstLastPara="1" rIns="91425" wrap="square" tIns="91425">
            <a:noAutofit/>
          </a:bodyPr>
          <a:lstStyle/>
          <a:p>
            <a:pPr indent="-457200" lvl="1" marL="914400" marR="0" rtl="0" algn="l">
              <a:lnSpc>
                <a:spcPct val="100000"/>
              </a:lnSpc>
              <a:spcBef>
                <a:spcPts val="0"/>
              </a:spcBef>
              <a:spcAft>
                <a:spcPts val="0"/>
              </a:spcAft>
              <a:buClr>
                <a:schemeClr val="dk1"/>
              </a:buClr>
              <a:buSzPts val="1600"/>
              <a:buFont typeface="Arial"/>
              <a:buAutoNum type="arabicPeriod"/>
            </a:pPr>
            <a:r>
              <a:rPr b="0" i="0" lang="en-US" sz="1200" u="none" cap="none" strike="noStrike">
                <a:solidFill>
                  <a:schemeClr val="dk1"/>
                </a:solidFill>
                <a:latin typeface="Hind Siliguri Medium"/>
                <a:ea typeface="Hind Siliguri Medium"/>
                <a:cs typeface="Hind Siliguri Medium"/>
                <a:sym typeface="Hind Siliguri Medium"/>
              </a:rPr>
              <a:t>Motivation</a:t>
            </a:r>
            <a:endParaRPr/>
          </a:p>
          <a:p>
            <a:pPr indent="-457200" lvl="1" marL="914400" marR="0" rtl="0" algn="l">
              <a:lnSpc>
                <a:spcPct val="100000"/>
              </a:lnSpc>
              <a:spcBef>
                <a:spcPts val="0"/>
              </a:spcBef>
              <a:spcAft>
                <a:spcPts val="0"/>
              </a:spcAft>
              <a:buClr>
                <a:schemeClr val="dk1"/>
              </a:buClr>
              <a:buSzPts val="1600"/>
              <a:buFont typeface="Arial"/>
              <a:buAutoNum type="arabicPeriod"/>
            </a:pPr>
            <a:r>
              <a:rPr b="0" i="0" lang="en-US" sz="1200" u="none" cap="none" strike="noStrike">
                <a:solidFill>
                  <a:schemeClr val="dk1"/>
                </a:solidFill>
                <a:latin typeface="Hind Siliguri Medium"/>
                <a:ea typeface="Hind Siliguri Medium"/>
                <a:cs typeface="Hind Siliguri Medium"/>
                <a:sym typeface="Hind Siliguri Medium"/>
              </a:rPr>
              <a:t>The Streaming-SCA</a:t>
            </a:r>
            <a:endParaRPr/>
          </a:p>
          <a:p>
            <a:pPr indent="-457200" lvl="1" marL="914400" marR="0" rtl="0" algn="l">
              <a:lnSpc>
                <a:spcPct val="100000"/>
              </a:lnSpc>
              <a:spcBef>
                <a:spcPts val="0"/>
              </a:spcBef>
              <a:spcAft>
                <a:spcPts val="0"/>
              </a:spcAft>
              <a:buClr>
                <a:schemeClr val="dk1"/>
              </a:buClr>
              <a:buSzPts val="1600"/>
              <a:buFont typeface="Arial"/>
              <a:buAutoNum type="arabicPeriod"/>
            </a:pPr>
            <a:r>
              <a:rPr b="0" i="0" lang="en-US" sz="1200" u="none" cap="none" strike="noStrike">
                <a:solidFill>
                  <a:schemeClr val="dk1"/>
                </a:solidFill>
                <a:latin typeface="Hind Siliguri Medium"/>
                <a:ea typeface="Hind Siliguri Medium"/>
                <a:cs typeface="Hind Siliguri Medium"/>
                <a:sym typeface="Hind Siliguri Medium"/>
              </a:rPr>
              <a:t>Digital Design</a:t>
            </a:r>
            <a:endParaRPr/>
          </a:p>
        </p:txBody>
      </p:sp>
      <p:sp>
        <p:nvSpPr>
          <p:cNvPr id="1424" name="Google Shape;1424;p4"/>
          <p:cNvSpPr txBox="1"/>
          <p:nvPr/>
        </p:nvSpPr>
        <p:spPr>
          <a:xfrm>
            <a:off x="2017400" y="3578331"/>
            <a:ext cx="2148900" cy="356700"/>
          </a:xfrm>
          <a:prstGeom prst="rect">
            <a:avLst/>
          </a:prstGeom>
          <a:solidFill>
            <a:srgbClr val="EB925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Hind Siliguri Medium"/>
              <a:buNone/>
            </a:pPr>
            <a:r>
              <a:rPr b="0" i="0" lang="en-US" sz="2000" u="none" cap="none" strike="noStrike">
                <a:solidFill>
                  <a:schemeClr val="dk1"/>
                </a:solidFill>
                <a:latin typeface="Dosis"/>
                <a:ea typeface="Dosis"/>
                <a:cs typeface="Dosis"/>
                <a:sym typeface="Dosis"/>
              </a:rPr>
              <a:t>Implementation</a:t>
            </a:r>
            <a:endParaRPr/>
          </a:p>
        </p:txBody>
      </p:sp>
      <p:sp>
        <p:nvSpPr>
          <p:cNvPr id="1425" name="Google Shape;1425;p4"/>
          <p:cNvSpPr txBox="1"/>
          <p:nvPr/>
        </p:nvSpPr>
        <p:spPr>
          <a:xfrm>
            <a:off x="4815584" y="1915106"/>
            <a:ext cx="3009187" cy="577800"/>
          </a:xfrm>
          <a:prstGeom prst="rect">
            <a:avLst/>
          </a:prstGeom>
          <a:noFill/>
          <a:ln>
            <a:noFill/>
          </a:ln>
        </p:spPr>
        <p:txBody>
          <a:bodyPr anchorCtr="0" anchor="ctr" bIns="91425" lIns="91425" spcFirstLastPara="1" rIns="91425" wrap="square" tIns="91425">
            <a:noAutofit/>
          </a:bodyPr>
          <a:lstStyle/>
          <a:p>
            <a:pPr indent="-457200" lvl="1" marL="914400" marR="0" rtl="0" algn="l">
              <a:lnSpc>
                <a:spcPct val="100000"/>
              </a:lnSpc>
              <a:spcBef>
                <a:spcPts val="0"/>
              </a:spcBef>
              <a:spcAft>
                <a:spcPts val="0"/>
              </a:spcAft>
              <a:buClr>
                <a:schemeClr val="dk1"/>
              </a:buClr>
              <a:buSzPts val="1600"/>
              <a:buFont typeface="Arial"/>
              <a:buAutoNum type="arabicPeriod"/>
            </a:pPr>
            <a:r>
              <a:rPr b="0" i="0" lang="en-US" sz="1200" u="none" cap="none" strike="noStrike">
                <a:solidFill>
                  <a:schemeClr val="dk1"/>
                </a:solidFill>
                <a:latin typeface="Hind Siliguri Medium"/>
                <a:ea typeface="Hind Siliguri Medium"/>
                <a:cs typeface="Hind Siliguri Medium"/>
                <a:sym typeface="Hind Siliguri Medium"/>
              </a:rPr>
              <a:t>Experiments</a:t>
            </a:r>
            <a:endParaRPr/>
          </a:p>
          <a:p>
            <a:pPr indent="-457200" lvl="1" marL="914400" marR="0" rtl="0" algn="l">
              <a:lnSpc>
                <a:spcPct val="100000"/>
              </a:lnSpc>
              <a:spcBef>
                <a:spcPts val="0"/>
              </a:spcBef>
              <a:spcAft>
                <a:spcPts val="0"/>
              </a:spcAft>
              <a:buClr>
                <a:schemeClr val="dk1"/>
              </a:buClr>
              <a:buSzPts val="1600"/>
              <a:buFont typeface="Arial"/>
              <a:buAutoNum type="arabicPeriod"/>
            </a:pPr>
            <a:r>
              <a:rPr b="0" i="0" lang="en-US" sz="1200" u="none" cap="none" strike="noStrike">
                <a:solidFill>
                  <a:schemeClr val="dk1"/>
                </a:solidFill>
                <a:latin typeface="Hind Siliguri Medium"/>
                <a:ea typeface="Hind Siliguri Medium"/>
                <a:cs typeface="Hind Siliguri Medium"/>
                <a:sym typeface="Hind Siliguri Medium"/>
              </a:rPr>
              <a:t>Results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9" name="Shape 1429"/>
        <p:cNvGrpSpPr/>
        <p:nvPr/>
      </p:nvGrpSpPr>
      <p:grpSpPr>
        <a:xfrm>
          <a:off x="0" y="0"/>
          <a:ext cx="0" cy="0"/>
          <a:chOff x="0" y="0"/>
          <a:chExt cx="0" cy="0"/>
        </a:xfrm>
      </p:grpSpPr>
      <p:grpSp>
        <p:nvGrpSpPr>
          <p:cNvPr id="1430" name="Google Shape;1430;p5"/>
          <p:cNvGrpSpPr/>
          <p:nvPr/>
        </p:nvGrpSpPr>
        <p:grpSpPr>
          <a:xfrm rot="5400000">
            <a:off x="3579013" y="444856"/>
            <a:ext cx="1437640" cy="1437712"/>
            <a:chOff x="637025" y="1546150"/>
            <a:chExt cx="721200" cy="721200"/>
          </a:xfrm>
        </p:grpSpPr>
        <p:grpSp>
          <p:nvGrpSpPr>
            <p:cNvPr id="1431" name="Google Shape;1431;p5"/>
            <p:cNvGrpSpPr/>
            <p:nvPr/>
          </p:nvGrpSpPr>
          <p:grpSpPr>
            <a:xfrm>
              <a:off x="637025" y="1546150"/>
              <a:ext cx="721200" cy="721200"/>
              <a:chOff x="271975" y="1017725"/>
              <a:chExt cx="721200" cy="721200"/>
            </a:xfrm>
          </p:grpSpPr>
          <p:sp>
            <p:nvSpPr>
              <p:cNvPr id="1432" name="Google Shape;1432;p5"/>
              <p:cNvSpPr/>
              <p:nvPr/>
            </p:nvSpPr>
            <p:spPr>
              <a:xfrm>
                <a:off x="271975" y="1017725"/>
                <a:ext cx="721200" cy="7212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3" name="Google Shape;1433;p5"/>
              <p:cNvSpPr/>
              <p:nvPr/>
            </p:nvSpPr>
            <p:spPr>
              <a:xfrm>
                <a:off x="343675" y="1089425"/>
                <a:ext cx="577800" cy="577800"/>
              </a:xfrm>
              <a:prstGeom prst="ellips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434" name="Google Shape;1434;p5"/>
            <p:cNvSpPr/>
            <p:nvPr/>
          </p:nvSpPr>
          <p:spPr>
            <a:xfrm>
              <a:off x="1194200" y="1584375"/>
              <a:ext cx="71100" cy="71100"/>
            </a:xfrm>
            <a:prstGeom prst="ellipse">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5" name="Google Shape;1435;p5"/>
            <p:cNvSpPr/>
            <p:nvPr/>
          </p:nvSpPr>
          <p:spPr>
            <a:xfrm>
              <a:off x="713225" y="2151950"/>
              <a:ext cx="71100" cy="71100"/>
            </a:xfrm>
            <a:prstGeom prst="ellipse">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436" name="Google Shape;1436;p5"/>
          <p:cNvSpPr txBox="1"/>
          <p:nvPr/>
        </p:nvSpPr>
        <p:spPr>
          <a:xfrm>
            <a:off x="2513315" y="3310924"/>
            <a:ext cx="3677700" cy="1293300"/>
          </a:xfrm>
          <a:prstGeom prst="rect">
            <a:avLst/>
          </a:prstGeom>
          <a:noFill/>
          <a:ln>
            <a:noFill/>
          </a:ln>
        </p:spPr>
        <p:txBody>
          <a:bodyPr anchorCtr="0" anchor="ctr" bIns="91425" lIns="91425" spcFirstLastPara="1" rIns="91425" wrap="square" tIns="91425">
            <a:noAutofit/>
          </a:bodyPr>
          <a:lstStyle/>
          <a:p>
            <a:pPr indent="0" lvl="0" marL="139700" marR="0" rtl="0" algn="ctr">
              <a:lnSpc>
                <a:spcPct val="100000"/>
              </a:lnSpc>
              <a:spcBef>
                <a:spcPts val="0"/>
              </a:spcBef>
              <a:spcAft>
                <a:spcPts val="0"/>
              </a:spcAft>
              <a:buClr>
                <a:schemeClr val="dk1"/>
              </a:buClr>
              <a:buSzPts val="1400"/>
              <a:buFont typeface="Nunito"/>
              <a:buNone/>
            </a:pPr>
            <a:r>
              <a:rPr b="0" i="1" lang="en-US" sz="1200" u="none" cap="none" strike="noStrike">
                <a:solidFill>
                  <a:schemeClr val="dk1"/>
                </a:solidFill>
                <a:latin typeface="Nunito"/>
                <a:ea typeface="Nunito"/>
                <a:cs typeface="Nunito"/>
                <a:sym typeface="Nunito"/>
              </a:rPr>
              <a:t>‘Where shall I begin, please your Majesty?’ he asked. ‘Begin at the beginning,’ the King said, gravely, ‘and go on till you come to the end: then stop.’</a:t>
            </a:r>
            <a:endParaRPr/>
          </a:p>
          <a:p>
            <a:pPr indent="-228600" lvl="0" marL="457200" marR="0" rtl="0" algn="ctr">
              <a:lnSpc>
                <a:spcPct val="100000"/>
              </a:lnSpc>
              <a:spcBef>
                <a:spcPts val="0"/>
              </a:spcBef>
              <a:spcAft>
                <a:spcPts val="0"/>
              </a:spcAft>
              <a:buClr>
                <a:schemeClr val="dk1"/>
              </a:buClr>
              <a:buSzPts val="1400"/>
              <a:buFont typeface="Nunito"/>
              <a:buNone/>
            </a:pPr>
            <a:r>
              <a:t/>
            </a:r>
            <a:endParaRPr b="0" i="1" sz="1200" u="none" cap="none" strike="noStrike">
              <a:solidFill>
                <a:schemeClr val="dk1"/>
              </a:solidFill>
              <a:latin typeface="Nunito"/>
              <a:ea typeface="Nunito"/>
              <a:cs typeface="Nunito"/>
              <a:sym typeface="Nunito"/>
            </a:endParaRPr>
          </a:p>
          <a:p>
            <a:pPr indent="0" lvl="0" marL="139700" marR="0" rtl="0" algn="ctr">
              <a:lnSpc>
                <a:spcPct val="100000"/>
              </a:lnSpc>
              <a:spcBef>
                <a:spcPts val="0"/>
              </a:spcBef>
              <a:spcAft>
                <a:spcPts val="0"/>
              </a:spcAft>
              <a:buClr>
                <a:schemeClr val="dk1"/>
              </a:buClr>
              <a:buSzPts val="1400"/>
              <a:buFont typeface="Nunito"/>
              <a:buNone/>
            </a:pPr>
            <a:r>
              <a:rPr b="0" i="0" lang="en-US" sz="1200" u="none" cap="none" strike="noStrike">
                <a:solidFill>
                  <a:schemeClr val="dk1"/>
                </a:solidFill>
                <a:latin typeface="Nunito"/>
                <a:ea typeface="Nunito"/>
                <a:cs typeface="Nunito"/>
                <a:sym typeface="Nunito"/>
              </a:rPr>
              <a:t>–Lewis Carroll</a:t>
            </a:r>
            <a:endParaRPr/>
          </a:p>
          <a:p>
            <a:pPr indent="-228600" lvl="0" marL="457200" marR="0" rtl="0" algn="ctr">
              <a:lnSpc>
                <a:spcPct val="100000"/>
              </a:lnSpc>
              <a:spcBef>
                <a:spcPts val="0"/>
              </a:spcBef>
              <a:spcAft>
                <a:spcPts val="0"/>
              </a:spcAft>
              <a:buClr>
                <a:schemeClr val="dk1"/>
              </a:buClr>
              <a:buSzPts val="1400"/>
              <a:buFont typeface="Nunito"/>
              <a:buNone/>
            </a:pPr>
            <a:r>
              <a:t/>
            </a:r>
            <a:endParaRPr b="0" i="1" sz="1200" u="none" cap="none" strike="noStrike">
              <a:solidFill>
                <a:schemeClr val="dk1"/>
              </a:solidFill>
              <a:latin typeface="Nunito"/>
              <a:ea typeface="Nunito"/>
              <a:cs typeface="Nunito"/>
              <a:sym typeface="Nunito"/>
            </a:endParaRPr>
          </a:p>
        </p:txBody>
      </p:sp>
      <p:sp>
        <p:nvSpPr>
          <p:cNvPr id="1437" name="Google Shape;1437;p5"/>
          <p:cNvSpPr txBox="1"/>
          <p:nvPr/>
        </p:nvSpPr>
        <p:spPr>
          <a:xfrm>
            <a:off x="2513315" y="2284720"/>
            <a:ext cx="3677700" cy="6141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000"/>
              <a:buFont typeface="Dosis"/>
              <a:buNone/>
            </a:pPr>
            <a:r>
              <a:rPr b="0" i="0" lang="en-US" sz="3000" u="none" cap="none" strike="noStrike">
                <a:solidFill>
                  <a:schemeClr val="dk1"/>
                </a:solidFill>
                <a:latin typeface="Dosis"/>
                <a:ea typeface="Dosis"/>
                <a:cs typeface="Dosis"/>
                <a:sym typeface="Dosis"/>
              </a:rPr>
              <a:t> INTRODUCTION</a:t>
            </a:r>
            <a:endParaRPr b="0" i="0" sz="3000" u="none" cap="none" strike="noStrike">
              <a:solidFill>
                <a:schemeClr val="dk1"/>
              </a:solidFill>
              <a:latin typeface="Dosis"/>
              <a:ea typeface="Dosis"/>
              <a:cs typeface="Dosis"/>
              <a:sym typeface="Dosis"/>
            </a:endParaRPr>
          </a:p>
        </p:txBody>
      </p:sp>
      <p:sp>
        <p:nvSpPr>
          <p:cNvPr id="1438" name="Google Shape;1438;p5"/>
          <p:cNvSpPr txBox="1"/>
          <p:nvPr/>
        </p:nvSpPr>
        <p:spPr>
          <a:xfrm>
            <a:off x="4095171" y="539276"/>
            <a:ext cx="1734748" cy="120032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7200" u="none" cap="none" strike="noStrike">
                <a:solidFill>
                  <a:srgbClr val="EB9253"/>
                </a:solidFill>
                <a:latin typeface="Dosis"/>
                <a:ea typeface="Dosis"/>
                <a:cs typeface="Dosis"/>
                <a:sym typeface="Dosis"/>
              </a:rPr>
              <a:t>I.</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2" name="Shape 1442"/>
        <p:cNvGrpSpPr/>
        <p:nvPr/>
      </p:nvGrpSpPr>
      <p:grpSpPr>
        <a:xfrm>
          <a:off x="0" y="0"/>
          <a:ext cx="0" cy="0"/>
          <a:chOff x="0" y="0"/>
          <a:chExt cx="0" cy="0"/>
        </a:xfrm>
      </p:grpSpPr>
      <p:sp>
        <p:nvSpPr>
          <p:cNvPr id="1443" name="Google Shape;1443;p6"/>
          <p:cNvSpPr txBox="1"/>
          <p:nvPr>
            <p:ph type="title"/>
          </p:nvPr>
        </p:nvSpPr>
        <p:spPr>
          <a:xfrm>
            <a:off x="713225" y="445025"/>
            <a:ext cx="7717800" cy="5727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3000"/>
              <a:buNone/>
            </a:pPr>
            <a:r>
              <a:rPr lang="en-US"/>
              <a:t>Cyclostationarity Intuition</a:t>
            </a:r>
            <a:endParaRPr/>
          </a:p>
        </p:txBody>
      </p:sp>
      <p:sp>
        <p:nvSpPr>
          <p:cNvPr id="1444" name="Google Shape;1444;p6"/>
          <p:cNvSpPr txBox="1"/>
          <p:nvPr>
            <p:ph idx="1" type="body"/>
          </p:nvPr>
        </p:nvSpPr>
        <p:spPr>
          <a:xfrm>
            <a:off x="713325" y="1256175"/>
            <a:ext cx="7717800" cy="3447600"/>
          </a:xfrm>
          <a:prstGeom prst="rect">
            <a:avLst/>
          </a:prstGeom>
          <a:noFill/>
          <a:ln>
            <a:noFill/>
          </a:ln>
        </p:spPr>
        <p:txBody>
          <a:bodyPr anchorCtr="0" anchor="ctr" bIns="91425" lIns="91425" spcFirstLastPara="1" rIns="91425" wrap="square" tIns="91425">
            <a:noAutofit/>
          </a:bodyPr>
          <a:lstStyle/>
          <a:p>
            <a:pPr indent="-317500" lvl="0" marL="457200" rtl="0" algn="l">
              <a:lnSpc>
                <a:spcPct val="100000"/>
              </a:lnSpc>
              <a:spcBef>
                <a:spcPts val="0"/>
              </a:spcBef>
              <a:spcAft>
                <a:spcPts val="0"/>
              </a:spcAft>
              <a:buSzPts val="1400"/>
              <a:buAutoNum type="arabicPeriod"/>
            </a:pPr>
            <a:r>
              <a:rPr b="0" i="0" lang="en-US" sz="1600">
                <a:solidFill>
                  <a:schemeClr val="dk1"/>
                </a:solidFill>
                <a:latin typeface="Nunito"/>
                <a:ea typeface="Nunito"/>
                <a:cs typeface="Nunito"/>
                <a:sym typeface="Nunito"/>
              </a:rPr>
              <a:t>The maximum daily temperature in New York City can be modeled as a </a:t>
            </a:r>
            <a:r>
              <a:rPr b="1" i="0" lang="en-US" sz="1600">
                <a:solidFill>
                  <a:schemeClr val="lt2"/>
                </a:solidFill>
                <a:latin typeface="Nunito"/>
                <a:ea typeface="Nunito"/>
                <a:cs typeface="Nunito"/>
                <a:sym typeface="Nunito"/>
              </a:rPr>
              <a:t>cyclostationary process</a:t>
            </a:r>
            <a:r>
              <a:rPr b="0" i="0" lang="en-US" sz="1600">
                <a:solidFill>
                  <a:schemeClr val="dk1"/>
                </a:solidFill>
                <a:latin typeface="Nunito"/>
                <a:ea typeface="Nunito"/>
                <a:cs typeface="Nunito"/>
                <a:sym typeface="Nunito"/>
              </a:rPr>
              <a:t>: </a:t>
            </a:r>
            <a:endParaRPr/>
          </a:p>
          <a:p>
            <a:pPr indent="-317500" lvl="1" marL="914400" rtl="0" algn="l">
              <a:lnSpc>
                <a:spcPct val="100000"/>
              </a:lnSpc>
              <a:spcBef>
                <a:spcPts val="1600"/>
              </a:spcBef>
              <a:spcAft>
                <a:spcPts val="0"/>
              </a:spcAft>
              <a:buSzPts val="1400"/>
              <a:buAutoNum type="alphaLcPeriod"/>
            </a:pPr>
            <a:r>
              <a:rPr b="0" i="0" lang="en-US">
                <a:solidFill>
                  <a:schemeClr val="dk1"/>
                </a:solidFill>
                <a:latin typeface="Nunito"/>
                <a:ea typeface="Nunito"/>
                <a:cs typeface="Nunito"/>
                <a:sym typeface="Nunito"/>
              </a:rPr>
              <a:t>The maximum temperature on </a:t>
            </a:r>
            <a:r>
              <a:rPr b="0" i="0" lang="en-US">
                <a:solidFill>
                  <a:srgbClr val="EB9253"/>
                </a:solidFill>
                <a:latin typeface="Nunito"/>
                <a:ea typeface="Nunito"/>
                <a:cs typeface="Nunito"/>
                <a:sym typeface="Nunito"/>
              </a:rPr>
              <a:t>July 21 </a:t>
            </a:r>
            <a:r>
              <a:rPr b="0" i="0" lang="en-US">
                <a:solidFill>
                  <a:schemeClr val="dk1"/>
                </a:solidFill>
                <a:latin typeface="Nunito"/>
                <a:ea typeface="Nunito"/>
                <a:cs typeface="Nunito"/>
                <a:sym typeface="Nunito"/>
              </a:rPr>
              <a:t>is </a:t>
            </a:r>
            <a:r>
              <a:rPr b="0" i="0" lang="en-US">
                <a:solidFill>
                  <a:schemeClr val="accent6"/>
                </a:solidFill>
                <a:latin typeface="Nunito"/>
                <a:ea typeface="Nunito"/>
                <a:cs typeface="Nunito"/>
                <a:sym typeface="Nunito"/>
              </a:rPr>
              <a:t>statistically different </a:t>
            </a:r>
            <a:r>
              <a:rPr b="0" i="0" lang="en-US">
                <a:solidFill>
                  <a:schemeClr val="dk1"/>
                </a:solidFill>
                <a:latin typeface="Nunito"/>
                <a:ea typeface="Nunito"/>
                <a:cs typeface="Nunito"/>
                <a:sym typeface="Nunito"/>
              </a:rPr>
              <a:t>from the temperature on </a:t>
            </a:r>
            <a:r>
              <a:rPr b="0" i="0" lang="en-US">
                <a:solidFill>
                  <a:srgbClr val="EB9253"/>
                </a:solidFill>
                <a:latin typeface="Nunito"/>
                <a:ea typeface="Nunito"/>
                <a:cs typeface="Nunito"/>
                <a:sym typeface="Nunito"/>
              </a:rPr>
              <a:t>December 20</a:t>
            </a:r>
            <a:r>
              <a:rPr b="0" i="0" lang="en-US">
                <a:solidFill>
                  <a:schemeClr val="dk1"/>
                </a:solidFill>
                <a:latin typeface="Nunito"/>
                <a:ea typeface="Nunito"/>
                <a:cs typeface="Nunito"/>
                <a:sym typeface="Nunito"/>
              </a:rPr>
              <a:t>.</a:t>
            </a:r>
            <a:endParaRPr/>
          </a:p>
          <a:p>
            <a:pPr indent="-317500" lvl="1" marL="914400" rtl="0" algn="l">
              <a:lnSpc>
                <a:spcPct val="100000"/>
              </a:lnSpc>
              <a:spcBef>
                <a:spcPts val="1600"/>
              </a:spcBef>
              <a:spcAft>
                <a:spcPts val="0"/>
              </a:spcAft>
              <a:buSzPts val="1400"/>
              <a:buAutoNum type="alphaLcPeriod"/>
            </a:pPr>
            <a:r>
              <a:rPr b="0" i="0" lang="en-US">
                <a:solidFill>
                  <a:schemeClr val="dk1"/>
                </a:solidFill>
                <a:latin typeface="Nunito"/>
                <a:ea typeface="Nunito"/>
                <a:cs typeface="Nunito"/>
                <a:sym typeface="Nunito"/>
              </a:rPr>
              <a:t>However, it is a reasonable approximation that the temperature on </a:t>
            </a:r>
            <a:r>
              <a:rPr b="0" i="0" lang="en-US">
                <a:solidFill>
                  <a:srgbClr val="EB9253"/>
                </a:solidFill>
                <a:latin typeface="Nunito"/>
                <a:ea typeface="Nunito"/>
                <a:cs typeface="Nunito"/>
                <a:sym typeface="Nunito"/>
              </a:rPr>
              <a:t>December 20 of different years </a:t>
            </a:r>
            <a:r>
              <a:rPr b="0" i="0" lang="en-US">
                <a:solidFill>
                  <a:schemeClr val="dk1"/>
                </a:solidFill>
                <a:latin typeface="Nunito"/>
                <a:ea typeface="Nunito"/>
                <a:cs typeface="Nunito"/>
                <a:sym typeface="Nunito"/>
              </a:rPr>
              <a:t>has </a:t>
            </a:r>
            <a:r>
              <a:rPr b="0" i="0" lang="en-US">
                <a:solidFill>
                  <a:schemeClr val="accent6"/>
                </a:solidFill>
                <a:latin typeface="Nunito"/>
                <a:ea typeface="Nunito"/>
                <a:cs typeface="Nunito"/>
                <a:sym typeface="Nunito"/>
              </a:rPr>
              <a:t>identical statistics</a:t>
            </a:r>
            <a:r>
              <a:rPr b="0" i="0" lang="en-US">
                <a:solidFill>
                  <a:schemeClr val="dk1"/>
                </a:solidFill>
                <a:latin typeface="Nunito"/>
                <a:ea typeface="Nunito"/>
                <a:cs typeface="Nunito"/>
                <a:sym typeface="Nunito"/>
              </a:rPr>
              <a:t>.</a:t>
            </a:r>
            <a:endParaRPr/>
          </a:p>
          <a:p>
            <a:pPr indent="-317500" lvl="1" marL="914400" rtl="0" algn="l">
              <a:lnSpc>
                <a:spcPct val="100000"/>
              </a:lnSpc>
              <a:spcBef>
                <a:spcPts val="1600"/>
              </a:spcBef>
              <a:spcAft>
                <a:spcPts val="0"/>
              </a:spcAft>
              <a:buSzPts val="1400"/>
              <a:buAutoNum type="alphaLcPeriod"/>
            </a:pPr>
            <a:r>
              <a:rPr b="0" i="0" lang="en-US">
                <a:solidFill>
                  <a:schemeClr val="dk1"/>
                </a:solidFill>
                <a:latin typeface="Nunito"/>
                <a:ea typeface="Nunito"/>
                <a:cs typeface="Nunito"/>
                <a:sym typeface="Nunito"/>
              </a:rPr>
              <a:t>Thus, we can view the random process composed of daily maximum temperatures as </a:t>
            </a:r>
            <a:r>
              <a:rPr b="1" i="0" lang="en-US">
                <a:solidFill>
                  <a:schemeClr val="lt2"/>
                </a:solidFill>
                <a:latin typeface="Nunito"/>
                <a:ea typeface="Nunito"/>
                <a:cs typeface="Nunito"/>
                <a:sym typeface="Nunito"/>
              </a:rPr>
              <a:t>365 interleaved stationary processes</a:t>
            </a:r>
            <a:r>
              <a:rPr b="0" i="0" lang="en-US">
                <a:solidFill>
                  <a:schemeClr val="dk1"/>
                </a:solidFill>
                <a:latin typeface="Nunito"/>
                <a:ea typeface="Nunito"/>
                <a:cs typeface="Nunito"/>
                <a:sym typeface="Nunito"/>
              </a:rPr>
              <a:t>, each of which takes on a new value once per year.</a:t>
            </a:r>
            <a:endParaRPr>
              <a:solidFill>
                <a:schemeClr val="dk1"/>
              </a:solidFill>
              <a:latin typeface="Nunito"/>
              <a:ea typeface="Nunito"/>
              <a:cs typeface="Nunito"/>
              <a:sym typeface="Nunito"/>
            </a:endParaRPr>
          </a:p>
          <a:p>
            <a:pPr indent="-228600" lvl="0" marL="457200" rtl="0" algn="l">
              <a:lnSpc>
                <a:spcPct val="100000"/>
              </a:lnSpc>
              <a:spcBef>
                <a:spcPts val="0"/>
              </a:spcBef>
              <a:spcAft>
                <a:spcPts val="0"/>
              </a:spcAft>
              <a:buSzPts val="1400"/>
              <a:buNone/>
            </a:pPr>
            <a:r>
              <a:t/>
            </a:r>
            <a:endParaRPr/>
          </a:p>
        </p:txBody>
      </p:sp>
      <p:sp>
        <p:nvSpPr>
          <p:cNvPr id="1445" name="Google Shape;1445;p6"/>
          <p:cNvSpPr txBox="1"/>
          <p:nvPr/>
        </p:nvSpPr>
        <p:spPr>
          <a:xfrm>
            <a:off x="0" y="5634603"/>
            <a:ext cx="6787661" cy="215444"/>
          </a:xfrm>
          <a:prstGeom prst="rect">
            <a:avLst/>
          </a:prstGeom>
          <a:noFill/>
          <a:ln>
            <a:noFill/>
          </a:ln>
        </p:spPr>
        <p:txBody>
          <a:bodyPr anchorCtr="0" anchor="t" bIns="45700" lIns="91425" spcFirstLastPara="1" rIns="91425" wrap="square" tIns="45700">
            <a:spAutoFit/>
          </a:bodyPr>
          <a:lstStyle/>
          <a:p>
            <a:pPr indent="-171450" lvl="0" marL="171450" marR="0" rtl="0" algn="l">
              <a:lnSpc>
                <a:spcPct val="100000"/>
              </a:lnSpc>
              <a:spcBef>
                <a:spcPts val="0"/>
              </a:spcBef>
              <a:spcAft>
                <a:spcPts val="0"/>
              </a:spcAft>
              <a:buClr>
                <a:schemeClr val="dk1"/>
              </a:buClr>
              <a:buSzPts val="800"/>
              <a:buFont typeface="Noto Sans Symbols"/>
              <a:buChar char="❖"/>
            </a:pPr>
            <a:r>
              <a:rPr b="0" i="1" lang="en-US" sz="800" u="none" cap="none" strike="noStrike">
                <a:solidFill>
                  <a:schemeClr val="dk1"/>
                </a:solidFill>
                <a:latin typeface="Nunito"/>
                <a:ea typeface="Nunito"/>
                <a:cs typeface="Nunito"/>
                <a:sym typeface="Nunito"/>
              </a:rPr>
              <a:t>Example taken from </a:t>
            </a:r>
            <a:r>
              <a:rPr b="0" i="1" lang="en-US" sz="800" u="sng" cap="none" strike="noStrike">
                <a:solidFill>
                  <a:schemeClr val="dk1"/>
                </a:solidFill>
                <a:latin typeface="Nunito"/>
                <a:ea typeface="Nunito"/>
                <a:cs typeface="Nunito"/>
                <a:sym typeface="Nunito"/>
                <a:hlinkClick r:id="rId3">
                  <a:extLst>
                    <a:ext uri="{A12FA001-AC4F-418D-AE19-62706E023703}">
                      <ahyp:hlinkClr val="tx"/>
                    </a:ext>
                  </a:extLst>
                </a:hlinkClick>
              </a:rPr>
              <a:t>Cyclostationary process – Wikipedia</a:t>
            </a:r>
            <a:r>
              <a:rPr b="0" i="1" lang="en-US" sz="800" u="none" cap="none" strike="noStrike">
                <a:solidFill>
                  <a:schemeClr val="dk1"/>
                </a:solidFill>
                <a:latin typeface="Nunito"/>
                <a:ea typeface="Nunito"/>
                <a:cs typeface="Nunito"/>
                <a:sym typeface="Nunito"/>
              </a:rPr>
              <a:t>.  No citation listed.</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CC00"/>
        </a:solidFill>
      </p:bgPr>
    </p:bg>
    <p:spTree>
      <p:nvGrpSpPr>
        <p:cNvPr id="1449" name="Shape 1449"/>
        <p:cNvGrpSpPr/>
        <p:nvPr/>
      </p:nvGrpSpPr>
      <p:grpSpPr>
        <a:xfrm>
          <a:off x="0" y="0"/>
          <a:ext cx="0" cy="0"/>
          <a:chOff x="0" y="0"/>
          <a:chExt cx="0" cy="0"/>
        </a:xfrm>
      </p:grpSpPr>
      <p:sp>
        <p:nvSpPr>
          <p:cNvPr id="1450" name="Google Shape;1450;p7"/>
          <p:cNvSpPr txBox="1"/>
          <p:nvPr>
            <p:ph type="title"/>
          </p:nvPr>
        </p:nvSpPr>
        <p:spPr>
          <a:xfrm>
            <a:off x="713099" y="141967"/>
            <a:ext cx="7717800" cy="5727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3000"/>
              <a:buNone/>
            </a:pPr>
            <a:r>
              <a:rPr lang="en-US"/>
              <a:t>Relationship to Digital Communications</a:t>
            </a:r>
            <a:endParaRPr/>
          </a:p>
        </p:txBody>
      </p:sp>
      <p:sp>
        <p:nvSpPr>
          <p:cNvPr id="1451" name="Google Shape;1451;p7"/>
          <p:cNvSpPr txBox="1"/>
          <p:nvPr>
            <p:ph idx="1" type="body"/>
          </p:nvPr>
        </p:nvSpPr>
        <p:spPr>
          <a:xfrm>
            <a:off x="1049070" y="846023"/>
            <a:ext cx="7717800" cy="925997"/>
          </a:xfrm>
          <a:prstGeom prst="rect">
            <a:avLst/>
          </a:prstGeom>
          <a:noFill/>
          <a:ln>
            <a:noFill/>
          </a:ln>
        </p:spPr>
        <p:txBody>
          <a:bodyPr anchorCtr="0" anchor="ctr" bIns="91425" lIns="91425" spcFirstLastPara="1" rIns="91425" wrap="square" tIns="91425">
            <a:noAutofit/>
          </a:bodyPr>
          <a:lstStyle/>
          <a:p>
            <a:pPr indent="-342900" lvl="0" marL="342900" rtl="0" algn="l">
              <a:lnSpc>
                <a:spcPct val="100000"/>
              </a:lnSpc>
              <a:spcBef>
                <a:spcPts val="0"/>
              </a:spcBef>
              <a:spcAft>
                <a:spcPts val="0"/>
              </a:spcAft>
              <a:buSzPts val="1400"/>
              <a:buAutoNum type="alphaLcParenBoth"/>
            </a:pPr>
            <a:r>
              <a:rPr lang="en-US" sz="1800"/>
              <a:t>AM waveform exhibiting </a:t>
            </a:r>
            <a:r>
              <a:rPr lang="en-US" sz="1800">
                <a:solidFill>
                  <a:schemeClr val="accent6"/>
                </a:solidFill>
              </a:rPr>
              <a:t>cyclostationary features</a:t>
            </a:r>
            <a:endParaRPr/>
          </a:p>
          <a:p>
            <a:pPr indent="-342900" lvl="0" marL="342900" rtl="0" algn="l">
              <a:lnSpc>
                <a:spcPct val="100000"/>
              </a:lnSpc>
              <a:spcBef>
                <a:spcPts val="0"/>
              </a:spcBef>
              <a:spcAft>
                <a:spcPts val="0"/>
              </a:spcAft>
              <a:buSzPts val="1400"/>
              <a:buAutoNum type="alphaLcParenBoth"/>
            </a:pPr>
            <a:r>
              <a:rPr lang="en-US" sz="1800"/>
              <a:t>Its’ frequency spectrum. </a:t>
            </a:r>
            <a:endParaRPr/>
          </a:p>
        </p:txBody>
      </p:sp>
      <p:pic>
        <p:nvPicPr>
          <p:cNvPr descr="See the source image" id="1452" name="Google Shape;1452;p7"/>
          <p:cNvPicPr preferRelativeResize="0"/>
          <p:nvPr/>
        </p:nvPicPr>
        <p:blipFill rotWithShape="1">
          <a:blip r:embed="rId3">
            <a:alphaModFix/>
          </a:blip>
          <a:srcRect b="50449" l="12397" r="15785" t="0"/>
          <a:stretch/>
        </p:blipFill>
        <p:spPr>
          <a:xfrm>
            <a:off x="2360543" y="1903377"/>
            <a:ext cx="4422913" cy="2268947"/>
          </a:xfrm>
          <a:prstGeom prst="roundRect">
            <a:avLst>
              <a:gd fmla="val 8594" name="adj"/>
            </a:avLst>
          </a:prstGeom>
          <a:solidFill>
            <a:srgbClr val="ECECEC"/>
          </a:solidFill>
          <a:ln>
            <a:noFill/>
          </a:ln>
          <a:effectLst>
            <a:reflection blurRad="0" dir="5400000" dist="5000" endA="0" endPos="28000" kx="0" rotWithShape="0" algn="bl" stA="38000" stPos="0" sy="-100000" ky="0"/>
          </a:effectLst>
        </p:spPr>
      </p:pic>
      <p:sp>
        <p:nvSpPr>
          <p:cNvPr id="1453" name="Google Shape;1453;p7"/>
          <p:cNvSpPr txBox="1"/>
          <p:nvPr/>
        </p:nvSpPr>
        <p:spPr>
          <a:xfrm>
            <a:off x="-4205" y="5498811"/>
            <a:ext cx="6787661" cy="369332"/>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chemeClr val="dk1"/>
              </a:buClr>
              <a:buSzPts val="800"/>
              <a:buFont typeface="Noto Sans Symbols"/>
              <a:buChar char="❖"/>
            </a:pPr>
            <a:r>
              <a:rPr b="0" i="1" lang="en-US" sz="800" u="none" cap="none" strike="noStrike">
                <a:solidFill>
                  <a:schemeClr val="dk1"/>
                </a:solidFill>
                <a:latin typeface="Arial"/>
                <a:ea typeface="Arial"/>
                <a:cs typeface="Arial"/>
                <a:sym typeface="Arial"/>
              </a:rPr>
              <a:t>Example taken from </a:t>
            </a:r>
            <a:r>
              <a:rPr b="0" i="0" lang="en-US" sz="800" u="sng" cap="none" strike="noStrike">
                <a:solidFill>
                  <a:schemeClr val="dk1"/>
                </a:solidFill>
                <a:latin typeface="Arial"/>
                <a:ea typeface="Arial"/>
                <a:cs typeface="Arial"/>
                <a:sym typeface="Arial"/>
                <a:hlinkClick r:id="rId4">
                  <a:extLst>
                    <a:ext uri="{A12FA001-AC4F-418D-AE19-62706E023703}">
                      <ahyp:hlinkClr val="tx"/>
                    </a:ext>
                  </a:extLst>
                </a:hlinkClick>
              </a:rPr>
              <a:t>Fast computation of the spectral correlation — Research Gate</a:t>
            </a:r>
            <a:r>
              <a:rPr b="0" i="1" lang="en-US" sz="1800" u="none" cap="none" strike="noStrike">
                <a:solidFill>
                  <a:schemeClr val="dk1"/>
                </a:solidFill>
                <a:latin typeface="Arial"/>
                <a:ea typeface="Arial"/>
                <a:cs typeface="Arial"/>
                <a:sym typeface="Arial"/>
              </a:rPr>
              <a:t>.</a:t>
            </a:r>
            <a:endParaRPr b="0" i="0" sz="1000" u="none" cap="none" strike="noStrike">
              <a:solidFill>
                <a:schemeClr val="dk1"/>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7" name="Shape 1457"/>
        <p:cNvGrpSpPr/>
        <p:nvPr/>
      </p:nvGrpSpPr>
      <p:grpSpPr>
        <a:xfrm>
          <a:off x="0" y="0"/>
          <a:ext cx="0" cy="0"/>
          <a:chOff x="0" y="0"/>
          <a:chExt cx="0" cy="0"/>
        </a:xfrm>
      </p:grpSpPr>
      <p:sp>
        <p:nvSpPr>
          <p:cNvPr id="1458" name="Google Shape;1458;p8"/>
          <p:cNvSpPr/>
          <p:nvPr/>
        </p:nvSpPr>
        <p:spPr>
          <a:xfrm>
            <a:off x="721700" y="1981800"/>
            <a:ext cx="2337000" cy="3161700"/>
          </a:xfrm>
          <a:prstGeom prst="rect">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9" name="Google Shape;1459;p8"/>
          <p:cNvSpPr/>
          <p:nvPr/>
        </p:nvSpPr>
        <p:spPr>
          <a:xfrm>
            <a:off x="3405774" y="1981800"/>
            <a:ext cx="2337000" cy="3161700"/>
          </a:xfrm>
          <a:prstGeom prst="rect">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0" name="Google Shape;1460;p8"/>
          <p:cNvSpPr/>
          <p:nvPr/>
        </p:nvSpPr>
        <p:spPr>
          <a:xfrm>
            <a:off x="6089849" y="1981800"/>
            <a:ext cx="2337000" cy="3161700"/>
          </a:xfrm>
          <a:prstGeom prst="rect">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1" name="Google Shape;1461;p8"/>
          <p:cNvSpPr txBox="1"/>
          <p:nvPr>
            <p:ph idx="1" type="subTitle"/>
          </p:nvPr>
        </p:nvSpPr>
        <p:spPr>
          <a:xfrm>
            <a:off x="3766224" y="2571758"/>
            <a:ext cx="1616100" cy="356700"/>
          </a:xfrm>
          <a:prstGeom prst="rect">
            <a:avLst/>
          </a:prstGeom>
          <a:solidFill>
            <a:srgbClr val="EB9253"/>
          </a:solid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2400"/>
              <a:buNone/>
            </a:pPr>
            <a:r>
              <a:rPr lang="en-US"/>
              <a:t>Problem</a:t>
            </a:r>
            <a:endParaRPr/>
          </a:p>
        </p:txBody>
      </p:sp>
      <p:sp>
        <p:nvSpPr>
          <p:cNvPr id="1462" name="Google Shape;1462;p8"/>
          <p:cNvSpPr txBox="1"/>
          <p:nvPr>
            <p:ph idx="2" type="subTitle"/>
          </p:nvPr>
        </p:nvSpPr>
        <p:spPr>
          <a:xfrm>
            <a:off x="3447475" y="2996738"/>
            <a:ext cx="2253600" cy="2146761"/>
          </a:xfrm>
          <a:prstGeom prst="rect">
            <a:avLst/>
          </a:prstGeom>
          <a:noFill/>
          <a:ln>
            <a:noFill/>
          </a:ln>
        </p:spPr>
        <p:txBody>
          <a:bodyPr anchorCtr="0" anchor="ctr" bIns="91425" lIns="228600" spcFirstLastPara="1" rIns="228600" wrap="square" tIns="91425">
            <a:noAutofit/>
          </a:bodyPr>
          <a:lstStyle/>
          <a:p>
            <a:pPr indent="0" lvl="0" marL="0" rtl="0" algn="ctr">
              <a:lnSpc>
                <a:spcPct val="100000"/>
              </a:lnSpc>
              <a:spcBef>
                <a:spcPts val="0"/>
              </a:spcBef>
              <a:spcAft>
                <a:spcPts val="0"/>
              </a:spcAft>
              <a:buSzPts val="1600"/>
              <a:buNone/>
            </a:pPr>
            <a:r>
              <a:rPr lang="en-US"/>
              <a:t>CSP realizations are very computationally complex.</a:t>
            </a:r>
            <a:endParaRPr/>
          </a:p>
        </p:txBody>
      </p:sp>
      <p:sp>
        <p:nvSpPr>
          <p:cNvPr id="1463" name="Google Shape;1463;p8"/>
          <p:cNvSpPr txBox="1"/>
          <p:nvPr>
            <p:ph idx="3" type="subTitle"/>
          </p:nvPr>
        </p:nvSpPr>
        <p:spPr>
          <a:xfrm>
            <a:off x="1080350" y="2571758"/>
            <a:ext cx="1619700" cy="356700"/>
          </a:xfrm>
          <a:prstGeom prst="rect">
            <a:avLst/>
          </a:prstGeom>
          <a:solidFill>
            <a:srgbClr val="EB9253"/>
          </a:solid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2400"/>
              <a:buNone/>
            </a:pPr>
            <a:r>
              <a:rPr lang="en-US"/>
              <a:t>Objective</a:t>
            </a:r>
            <a:endParaRPr/>
          </a:p>
        </p:txBody>
      </p:sp>
      <p:sp>
        <p:nvSpPr>
          <p:cNvPr id="1464" name="Google Shape;1464;p8"/>
          <p:cNvSpPr txBox="1"/>
          <p:nvPr>
            <p:ph idx="4" type="subTitle"/>
          </p:nvPr>
        </p:nvSpPr>
        <p:spPr>
          <a:xfrm>
            <a:off x="763400" y="2996738"/>
            <a:ext cx="2253600" cy="2146762"/>
          </a:xfrm>
          <a:prstGeom prst="rect">
            <a:avLst/>
          </a:prstGeom>
          <a:noFill/>
          <a:ln>
            <a:noFill/>
          </a:ln>
        </p:spPr>
        <p:txBody>
          <a:bodyPr anchorCtr="0" anchor="ctr" bIns="91425" lIns="228600" spcFirstLastPara="1" rIns="228600" wrap="square" tIns="91425">
            <a:noAutofit/>
          </a:bodyPr>
          <a:lstStyle/>
          <a:p>
            <a:pPr indent="0" lvl="0" marL="0" rtl="0" algn="ctr">
              <a:lnSpc>
                <a:spcPct val="100000"/>
              </a:lnSpc>
              <a:spcBef>
                <a:spcPts val="0"/>
              </a:spcBef>
              <a:spcAft>
                <a:spcPts val="0"/>
              </a:spcAft>
              <a:buSzPts val="1600"/>
              <a:buNone/>
            </a:pPr>
            <a:r>
              <a:rPr lang="en-US"/>
              <a:t>Use cyclostationary signal processing (CSP) to extract the RF features of a waveform.</a:t>
            </a:r>
            <a:endParaRPr/>
          </a:p>
        </p:txBody>
      </p:sp>
      <p:sp>
        <p:nvSpPr>
          <p:cNvPr id="1465" name="Google Shape;1465;p8"/>
          <p:cNvSpPr txBox="1"/>
          <p:nvPr>
            <p:ph type="title"/>
          </p:nvPr>
        </p:nvSpPr>
        <p:spPr>
          <a:xfrm>
            <a:off x="713225" y="445025"/>
            <a:ext cx="7717800" cy="5727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3000"/>
              <a:buNone/>
            </a:pPr>
            <a:r>
              <a:rPr lang="en-US"/>
              <a:t>Motivation</a:t>
            </a:r>
            <a:endParaRPr/>
          </a:p>
        </p:txBody>
      </p:sp>
      <p:sp>
        <p:nvSpPr>
          <p:cNvPr id="1466" name="Google Shape;1466;p8"/>
          <p:cNvSpPr txBox="1"/>
          <p:nvPr>
            <p:ph idx="5" type="subTitle"/>
          </p:nvPr>
        </p:nvSpPr>
        <p:spPr>
          <a:xfrm>
            <a:off x="6448499" y="2571758"/>
            <a:ext cx="1619700" cy="356700"/>
          </a:xfrm>
          <a:prstGeom prst="rect">
            <a:avLst/>
          </a:prstGeom>
          <a:solidFill>
            <a:srgbClr val="EB9253"/>
          </a:solid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2400"/>
              <a:buNone/>
            </a:pPr>
            <a:r>
              <a:rPr lang="en-US"/>
              <a:t>Solution</a:t>
            </a:r>
            <a:endParaRPr/>
          </a:p>
        </p:txBody>
      </p:sp>
      <p:sp>
        <p:nvSpPr>
          <p:cNvPr id="1467" name="Google Shape;1467;p8"/>
          <p:cNvSpPr txBox="1"/>
          <p:nvPr>
            <p:ph idx="6" type="subTitle"/>
          </p:nvPr>
        </p:nvSpPr>
        <p:spPr>
          <a:xfrm>
            <a:off x="6131550" y="2996738"/>
            <a:ext cx="2253600" cy="2146761"/>
          </a:xfrm>
          <a:prstGeom prst="rect">
            <a:avLst/>
          </a:prstGeom>
          <a:noFill/>
          <a:ln>
            <a:noFill/>
          </a:ln>
        </p:spPr>
        <p:txBody>
          <a:bodyPr anchorCtr="0" anchor="ctr" bIns="91425" lIns="228600" spcFirstLastPara="1" rIns="228600" wrap="square" tIns="91425">
            <a:noAutofit/>
          </a:bodyPr>
          <a:lstStyle/>
          <a:p>
            <a:pPr indent="0" lvl="0" marL="0" rtl="0" algn="ctr">
              <a:lnSpc>
                <a:spcPct val="100000"/>
              </a:lnSpc>
              <a:spcBef>
                <a:spcPts val="0"/>
              </a:spcBef>
              <a:spcAft>
                <a:spcPts val="0"/>
              </a:spcAft>
              <a:buSzPts val="1600"/>
              <a:buNone/>
            </a:pPr>
            <a:r>
              <a:rPr lang="en-US"/>
              <a:t>Design a low complexity CSP realization by narrowing the scope of its use.</a:t>
            </a:r>
            <a:endParaRPr/>
          </a:p>
        </p:txBody>
      </p:sp>
      <p:grpSp>
        <p:nvGrpSpPr>
          <p:cNvPr id="1468" name="Google Shape;1468;p8"/>
          <p:cNvGrpSpPr/>
          <p:nvPr/>
        </p:nvGrpSpPr>
        <p:grpSpPr>
          <a:xfrm>
            <a:off x="1529600" y="1620646"/>
            <a:ext cx="721200" cy="721200"/>
            <a:chOff x="637025" y="1546150"/>
            <a:chExt cx="721200" cy="721200"/>
          </a:xfrm>
        </p:grpSpPr>
        <p:grpSp>
          <p:nvGrpSpPr>
            <p:cNvPr id="1469" name="Google Shape;1469;p8"/>
            <p:cNvGrpSpPr/>
            <p:nvPr/>
          </p:nvGrpSpPr>
          <p:grpSpPr>
            <a:xfrm>
              <a:off x="637025" y="1546150"/>
              <a:ext cx="721200" cy="721200"/>
              <a:chOff x="271975" y="1017725"/>
              <a:chExt cx="721200" cy="721200"/>
            </a:xfrm>
          </p:grpSpPr>
          <p:sp>
            <p:nvSpPr>
              <p:cNvPr id="1470" name="Google Shape;1470;p8"/>
              <p:cNvSpPr/>
              <p:nvPr/>
            </p:nvSpPr>
            <p:spPr>
              <a:xfrm>
                <a:off x="271975" y="1017725"/>
                <a:ext cx="721200" cy="721200"/>
              </a:xfrm>
              <a:prstGeom prst="ellipse">
                <a:avLst/>
              </a:prstGeom>
              <a:solidFill>
                <a:srgbClr val="000000"/>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1" name="Google Shape;1471;p8"/>
              <p:cNvSpPr/>
              <p:nvPr/>
            </p:nvSpPr>
            <p:spPr>
              <a:xfrm>
                <a:off x="343675" y="1089425"/>
                <a:ext cx="577800" cy="577800"/>
              </a:xfrm>
              <a:prstGeom prst="ellipse">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472" name="Google Shape;1472;p8"/>
            <p:cNvSpPr/>
            <p:nvPr/>
          </p:nvSpPr>
          <p:spPr>
            <a:xfrm>
              <a:off x="1194200" y="1584375"/>
              <a:ext cx="71100" cy="71100"/>
            </a:xfrm>
            <a:prstGeom prst="ellipse">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3" name="Google Shape;1473;p8"/>
            <p:cNvSpPr/>
            <p:nvPr/>
          </p:nvSpPr>
          <p:spPr>
            <a:xfrm>
              <a:off x="713225" y="2151950"/>
              <a:ext cx="71100" cy="71100"/>
            </a:xfrm>
            <a:prstGeom prst="ellipse">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474" name="Google Shape;1474;p8"/>
          <p:cNvGrpSpPr/>
          <p:nvPr/>
        </p:nvGrpSpPr>
        <p:grpSpPr>
          <a:xfrm flipH="1">
            <a:off x="4213674" y="1620646"/>
            <a:ext cx="721200" cy="721200"/>
            <a:chOff x="637025" y="1546150"/>
            <a:chExt cx="721200" cy="721200"/>
          </a:xfrm>
        </p:grpSpPr>
        <p:grpSp>
          <p:nvGrpSpPr>
            <p:cNvPr id="1475" name="Google Shape;1475;p8"/>
            <p:cNvGrpSpPr/>
            <p:nvPr/>
          </p:nvGrpSpPr>
          <p:grpSpPr>
            <a:xfrm>
              <a:off x="637025" y="1546150"/>
              <a:ext cx="721200" cy="721200"/>
              <a:chOff x="271975" y="1017725"/>
              <a:chExt cx="721200" cy="721200"/>
            </a:xfrm>
          </p:grpSpPr>
          <p:sp>
            <p:nvSpPr>
              <p:cNvPr id="1476" name="Google Shape;1476;p8"/>
              <p:cNvSpPr/>
              <p:nvPr/>
            </p:nvSpPr>
            <p:spPr>
              <a:xfrm>
                <a:off x="271975" y="1017725"/>
                <a:ext cx="721200" cy="721200"/>
              </a:xfrm>
              <a:prstGeom prst="ellipse">
                <a:avLst/>
              </a:prstGeom>
              <a:solidFill>
                <a:srgbClr val="000000"/>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7" name="Google Shape;1477;p8"/>
              <p:cNvSpPr/>
              <p:nvPr/>
            </p:nvSpPr>
            <p:spPr>
              <a:xfrm>
                <a:off x="343675" y="1089425"/>
                <a:ext cx="577800" cy="577800"/>
              </a:xfrm>
              <a:prstGeom prst="ellipse">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478" name="Google Shape;1478;p8"/>
            <p:cNvSpPr/>
            <p:nvPr/>
          </p:nvSpPr>
          <p:spPr>
            <a:xfrm>
              <a:off x="1194200" y="1584375"/>
              <a:ext cx="71100" cy="71100"/>
            </a:xfrm>
            <a:prstGeom prst="ellipse">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9" name="Google Shape;1479;p8"/>
            <p:cNvSpPr/>
            <p:nvPr/>
          </p:nvSpPr>
          <p:spPr>
            <a:xfrm>
              <a:off x="713225" y="2151950"/>
              <a:ext cx="71100" cy="71100"/>
            </a:xfrm>
            <a:prstGeom prst="ellipse">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480" name="Google Shape;1480;p8"/>
          <p:cNvGrpSpPr/>
          <p:nvPr/>
        </p:nvGrpSpPr>
        <p:grpSpPr>
          <a:xfrm>
            <a:off x="6897749" y="1620646"/>
            <a:ext cx="721200" cy="721200"/>
            <a:chOff x="637025" y="1546150"/>
            <a:chExt cx="721200" cy="721200"/>
          </a:xfrm>
        </p:grpSpPr>
        <p:grpSp>
          <p:nvGrpSpPr>
            <p:cNvPr id="1481" name="Google Shape;1481;p8"/>
            <p:cNvGrpSpPr/>
            <p:nvPr/>
          </p:nvGrpSpPr>
          <p:grpSpPr>
            <a:xfrm>
              <a:off x="637025" y="1546150"/>
              <a:ext cx="721200" cy="721200"/>
              <a:chOff x="271975" y="1017725"/>
              <a:chExt cx="721200" cy="721200"/>
            </a:xfrm>
          </p:grpSpPr>
          <p:sp>
            <p:nvSpPr>
              <p:cNvPr id="1482" name="Google Shape;1482;p8"/>
              <p:cNvSpPr/>
              <p:nvPr/>
            </p:nvSpPr>
            <p:spPr>
              <a:xfrm>
                <a:off x="271975" y="1017725"/>
                <a:ext cx="721200" cy="721200"/>
              </a:xfrm>
              <a:prstGeom prst="ellipse">
                <a:avLst/>
              </a:prstGeom>
              <a:solidFill>
                <a:srgbClr val="000000"/>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3" name="Google Shape;1483;p8"/>
              <p:cNvSpPr/>
              <p:nvPr/>
            </p:nvSpPr>
            <p:spPr>
              <a:xfrm>
                <a:off x="343675" y="1089425"/>
                <a:ext cx="577800" cy="577800"/>
              </a:xfrm>
              <a:prstGeom prst="ellipse">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484" name="Google Shape;1484;p8"/>
            <p:cNvSpPr/>
            <p:nvPr/>
          </p:nvSpPr>
          <p:spPr>
            <a:xfrm>
              <a:off x="1194200" y="1584375"/>
              <a:ext cx="71100" cy="71100"/>
            </a:xfrm>
            <a:prstGeom prst="ellipse">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5" name="Google Shape;1485;p8"/>
            <p:cNvSpPr/>
            <p:nvPr/>
          </p:nvSpPr>
          <p:spPr>
            <a:xfrm>
              <a:off x="713225" y="2151950"/>
              <a:ext cx="71100" cy="71100"/>
            </a:xfrm>
            <a:prstGeom prst="ellipse">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486" name="Google Shape;1486;p8"/>
          <p:cNvSpPr/>
          <p:nvPr/>
        </p:nvSpPr>
        <p:spPr>
          <a:xfrm>
            <a:off x="2859475" y="-220600"/>
            <a:ext cx="14325" cy="14350"/>
          </a:xfrm>
          <a:custGeom>
            <a:rect b="b" l="l" r="r" t="t"/>
            <a:pathLst>
              <a:path extrusionOk="0" h="574" w="573">
                <a:moveTo>
                  <a:pt x="275" y="1"/>
                </a:moveTo>
                <a:lnTo>
                  <a:pt x="0" y="298"/>
                </a:lnTo>
                <a:lnTo>
                  <a:pt x="275" y="573"/>
                </a:lnTo>
                <a:lnTo>
                  <a:pt x="573" y="298"/>
                </a:lnTo>
                <a:lnTo>
                  <a:pt x="275"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487" name="Google Shape;1487;p8"/>
          <p:cNvGrpSpPr/>
          <p:nvPr/>
        </p:nvGrpSpPr>
        <p:grpSpPr>
          <a:xfrm>
            <a:off x="1724555" y="1814994"/>
            <a:ext cx="374730" cy="332504"/>
            <a:chOff x="849686" y="2909570"/>
            <a:chExt cx="374730" cy="332504"/>
          </a:xfrm>
        </p:grpSpPr>
        <p:sp>
          <p:nvSpPr>
            <p:cNvPr id="1488" name="Google Shape;1488;p8"/>
            <p:cNvSpPr/>
            <p:nvPr/>
          </p:nvSpPr>
          <p:spPr>
            <a:xfrm>
              <a:off x="1006747" y="2909570"/>
              <a:ext cx="217669" cy="181483"/>
            </a:xfrm>
            <a:custGeom>
              <a:rect b="b" l="l" r="r" t="t"/>
              <a:pathLst>
                <a:path extrusionOk="0" h="6911" w="8289">
                  <a:moveTo>
                    <a:pt x="460" y="1"/>
                  </a:moveTo>
                  <a:cubicBezTo>
                    <a:pt x="211" y="1"/>
                    <a:pt x="0" y="211"/>
                    <a:pt x="0" y="469"/>
                  </a:cubicBezTo>
                  <a:lnTo>
                    <a:pt x="0" y="6451"/>
                  </a:lnTo>
                  <a:cubicBezTo>
                    <a:pt x="0" y="6700"/>
                    <a:pt x="211" y="6910"/>
                    <a:pt x="469" y="6910"/>
                  </a:cubicBezTo>
                  <a:lnTo>
                    <a:pt x="7829" y="6910"/>
                  </a:lnTo>
                  <a:cubicBezTo>
                    <a:pt x="8087" y="6901"/>
                    <a:pt x="8288" y="6700"/>
                    <a:pt x="8288" y="6451"/>
                  </a:cubicBezTo>
                  <a:lnTo>
                    <a:pt x="8288" y="469"/>
                  </a:lnTo>
                  <a:cubicBezTo>
                    <a:pt x="8288" y="211"/>
                    <a:pt x="8078" y="1"/>
                    <a:pt x="7829" y="1"/>
                  </a:cubicBezTo>
                  <a:close/>
                </a:path>
              </a:pathLst>
            </a:custGeom>
            <a:solidFill>
              <a:srgbClr val="E2E9E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9" name="Google Shape;1489;p8"/>
            <p:cNvSpPr/>
            <p:nvPr/>
          </p:nvSpPr>
          <p:spPr>
            <a:xfrm>
              <a:off x="849686" y="3053580"/>
              <a:ext cx="217905" cy="188494"/>
            </a:xfrm>
            <a:custGeom>
              <a:rect b="b" l="l" r="r" t="t"/>
              <a:pathLst>
                <a:path extrusionOk="0" h="7178" w="8298">
                  <a:moveTo>
                    <a:pt x="8117" y="0"/>
                  </a:moveTo>
                  <a:cubicBezTo>
                    <a:pt x="8073" y="0"/>
                    <a:pt x="8029" y="19"/>
                    <a:pt x="8001" y="58"/>
                  </a:cubicBezTo>
                  <a:lnTo>
                    <a:pt x="3809" y="4058"/>
                  </a:lnTo>
                  <a:cubicBezTo>
                    <a:pt x="3723" y="4135"/>
                    <a:pt x="3608" y="4183"/>
                    <a:pt x="3493" y="4183"/>
                  </a:cubicBezTo>
                  <a:lnTo>
                    <a:pt x="3445" y="4183"/>
                  </a:lnTo>
                  <a:cubicBezTo>
                    <a:pt x="3196" y="4183"/>
                    <a:pt x="2996" y="3982"/>
                    <a:pt x="2996" y="3723"/>
                  </a:cubicBezTo>
                  <a:lnTo>
                    <a:pt x="2996" y="3493"/>
                  </a:lnTo>
                  <a:lnTo>
                    <a:pt x="1608" y="3493"/>
                  </a:lnTo>
                  <a:lnTo>
                    <a:pt x="1608" y="3723"/>
                  </a:lnTo>
                  <a:cubicBezTo>
                    <a:pt x="1608" y="3934"/>
                    <a:pt x="1474" y="4116"/>
                    <a:pt x="1282" y="4173"/>
                  </a:cubicBezTo>
                  <a:lnTo>
                    <a:pt x="498" y="4393"/>
                  </a:lnTo>
                  <a:cubicBezTo>
                    <a:pt x="201" y="4470"/>
                    <a:pt x="0" y="4747"/>
                    <a:pt x="0" y="5053"/>
                  </a:cubicBezTo>
                  <a:lnTo>
                    <a:pt x="0" y="6948"/>
                  </a:lnTo>
                  <a:cubicBezTo>
                    <a:pt x="0" y="7073"/>
                    <a:pt x="105" y="7178"/>
                    <a:pt x="230" y="7178"/>
                  </a:cubicBezTo>
                  <a:lnTo>
                    <a:pt x="3455" y="7178"/>
                  </a:lnTo>
                  <a:cubicBezTo>
                    <a:pt x="3579" y="7178"/>
                    <a:pt x="3685" y="7073"/>
                    <a:pt x="3685" y="6948"/>
                  </a:cubicBezTo>
                  <a:lnTo>
                    <a:pt x="3685" y="5953"/>
                  </a:lnTo>
                  <a:cubicBezTo>
                    <a:pt x="3685" y="5704"/>
                    <a:pt x="3780" y="5474"/>
                    <a:pt x="3953" y="5302"/>
                  </a:cubicBezTo>
                  <a:lnTo>
                    <a:pt x="7867" y="1378"/>
                  </a:lnTo>
                  <a:cubicBezTo>
                    <a:pt x="7982" y="1264"/>
                    <a:pt x="8029" y="1101"/>
                    <a:pt x="7991" y="938"/>
                  </a:cubicBezTo>
                  <a:lnTo>
                    <a:pt x="7905" y="613"/>
                  </a:lnTo>
                  <a:lnTo>
                    <a:pt x="8230" y="287"/>
                  </a:lnTo>
                  <a:cubicBezTo>
                    <a:pt x="8297" y="230"/>
                    <a:pt x="8297" y="115"/>
                    <a:pt x="8240" y="58"/>
                  </a:cubicBezTo>
                  <a:cubicBezTo>
                    <a:pt x="8207" y="19"/>
                    <a:pt x="8161" y="0"/>
                    <a:pt x="8117" y="0"/>
                  </a:cubicBezTo>
                  <a:close/>
                </a:path>
              </a:pathLst>
            </a:custGeom>
            <a:solidFill>
              <a:srgbClr val="AAB8C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0" name="Google Shape;1490;p8"/>
            <p:cNvSpPr/>
            <p:nvPr/>
          </p:nvSpPr>
          <p:spPr>
            <a:xfrm>
              <a:off x="889391" y="3145306"/>
              <a:ext cx="41491" cy="18119"/>
            </a:xfrm>
            <a:custGeom>
              <a:rect b="b" l="l" r="r" t="t"/>
              <a:pathLst>
                <a:path extrusionOk="0" h="690" w="1580">
                  <a:moveTo>
                    <a:pt x="96" y="0"/>
                  </a:moveTo>
                  <a:lnTo>
                    <a:pt x="96" y="230"/>
                  </a:lnTo>
                  <a:cubicBezTo>
                    <a:pt x="96" y="335"/>
                    <a:pt x="67" y="431"/>
                    <a:pt x="0" y="517"/>
                  </a:cubicBezTo>
                  <a:cubicBezTo>
                    <a:pt x="249" y="632"/>
                    <a:pt x="517" y="690"/>
                    <a:pt x="785" y="690"/>
                  </a:cubicBezTo>
                  <a:cubicBezTo>
                    <a:pt x="1062" y="690"/>
                    <a:pt x="1330" y="632"/>
                    <a:pt x="1579" y="517"/>
                  </a:cubicBezTo>
                  <a:cubicBezTo>
                    <a:pt x="1512" y="431"/>
                    <a:pt x="1484" y="335"/>
                    <a:pt x="1484" y="230"/>
                  </a:cubicBezTo>
                  <a:lnTo>
                    <a:pt x="1484" y="0"/>
                  </a:lnTo>
                  <a:close/>
                </a:path>
              </a:pathLst>
            </a:custGeom>
            <a:solidFill>
              <a:srgbClr val="99A8B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1" name="Google Shape;1491;p8"/>
            <p:cNvSpPr/>
            <p:nvPr/>
          </p:nvSpPr>
          <p:spPr>
            <a:xfrm>
              <a:off x="867779" y="3060617"/>
              <a:ext cx="30435" cy="66622"/>
            </a:xfrm>
            <a:custGeom>
              <a:rect b="b" l="l" r="r" t="t"/>
              <a:pathLst>
                <a:path extrusionOk="0" h="2537" w="1159">
                  <a:moveTo>
                    <a:pt x="689" y="0"/>
                  </a:moveTo>
                  <a:cubicBezTo>
                    <a:pt x="306" y="0"/>
                    <a:pt x="0" y="316"/>
                    <a:pt x="0" y="699"/>
                  </a:cubicBezTo>
                  <a:lnTo>
                    <a:pt x="0" y="862"/>
                  </a:lnTo>
                  <a:cubicBezTo>
                    <a:pt x="0" y="1063"/>
                    <a:pt x="29" y="1254"/>
                    <a:pt x="96" y="1445"/>
                  </a:cubicBezTo>
                  <a:lnTo>
                    <a:pt x="459" y="2536"/>
                  </a:lnTo>
                  <a:lnTo>
                    <a:pt x="1158" y="2536"/>
                  </a:lnTo>
                  <a:lnTo>
                    <a:pt x="1158" y="0"/>
                  </a:lnTo>
                  <a:close/>
                </a:path>
              </a:pathLst>
            </a:custGeom>
            <a:solidFill>
              <a:srgbClr val="657A8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2" name="Google Shape;1492;p8"/>
            <p:cNvSpPr/>
            <p:nvPr/>
          </p:nvSpPr>
          <p:spPr>
            <a:xfrm>
              <a:off x="879832" y="3054577"/>
              <a:ext cx="72661" cy="72661"/>
            </a:xfrm>
            <a:custGeom>
              <a:rect b="b" l="l" r="r" t="t"/>
              <a:pathLst>
                <a:path extrusionOk="0" h="2767" w="2767">
                  <a:moveTo>
                    <a:pt x="689" y="1"/>
                  </a:moveTo>
                  <a:cubicBezTo>
                    <a:pt x="316" y="1"/>
                    <a:pt x="0" y="316"/>
                    <a:pt x="0" y="690"/>
                  </a:cubicBezTo>
                  <a:cubicBezTo>
                    <a:pt x="0" y="948"/>
                    <a:pt x="211" y="1159"/>
                    <a:pt x="460" y="1159"/>
                  </a:cubicBezTo>
                  <a:lnTo>
                    <a:pt x="2307" y="2766"/>
                  </a:lnTo>
                  <a:lnTo>
                    <a:pt x="2690" y="1407"/>
                  </a:lnTo>
                  <a:cubicBezTo>
                    <a:pt x="2738" y="1235"/>
                    <a:pt x="2766" y="1072"/>
                    <a:pt x="2766" y="900"/>
                  </a:cubicBezTo>
                  <a:lnTo>
                    <a:pt x="2766" y="470"/>
                  </a:lnTo>
                  <a:cubicBezTo>
                    <a:pt x="2766" y="211"/>
                    <a:pt x="2556" y="1"/>
                    <a:pt x="2307" y="1"/>
                  </a:cubicBezTo>
                  <a:close/>
                </a:path>
              </a:pathLst>
            </a:custGeom>
            <a:solidFill>
              <a:srgbClr val="657A8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3" name="Google Shape;1493;p8"/>
            <p:cNvSpPr/>
            <p:nvPr/>
          </p:nvSpPr>
          <p:spPr>
            <a:xfrm>
              <a:off x="873793" y="3084986"/>
              <a:ext cx="72661" cy="66385"/>
            </a:xfrm>
            <a:custGeom>
              <a:rect b="b" l="l" r="r" t="t"/>
              <a:pathLst>
                <a:path extrusionOk="0" h="2528" w="2767">
                  <a:moveTo>
                    <a:pt x="891" y="1"/>
                  </a:moveTo>
                  <a:cubicBezTo>
                    <a:pt x="766" y="1"/>
                    <a:pt x="642" y="48"/>
                    <a:pt x="556" y="135"/>
                  </a:cubicBezTo>
                  <a:lnTo>
                    <a:pt x="135" y="556"/>
                  </a:lnTo>
                  <a:cubicBezTo>
                    <a:pt x="49" y="642"/>
                    <a:pt x="1" y="757"/>
                    <a:pt x="1" y="881"/>
                  </a:cubicBezTo>
                  <a:lnTo>
                    <a:pt x="1" y="1149"/>
                  </a:lnTo>
                  <a:cubicBezTo>
                    <a:pt x="1" y="1915"/>
                    <a:pt x="623" y="2527"/>
                    <a:pt x="1379" y="2527"/>
                  </a:cubicBezTo>
                  <a:cubicBezTo>
                    <a:pt x="2144" y="2527"/>
                    <a:pt x="2767" y="1915"/>
                    <a:pt x="2767" y="1149"/>
                  </a:cubicBezTo>
                  <a:lnTo>
                    <a:pt x="2767" y="852"/>
                  </a:lnTo>
                  <a:cubicBezTo>
                    <a:pt x="2767" y="738"/>
                    <a:pt x="2719" y="613"/>
                    <a:pt x="2633" y="527"/>
                  </a:cubicBezTo>
                  <a:cubicBezTo>
                    <a:pt x="2278" y="182"/>
                    <a:pt x="1628" y="20"/>
                    <a:pt x="891" y="1"/>
                  </a:cubicBezTo>
                  <a:close/>
                </a:path>
              </a:pathLst>
            </a:custGeom>
            <a:solidFill>
              <a:srgbClr val="BBC6C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4" name="Google Shape;1494;p8"/>
            <p:cNvSpPr/>
            <p:nvPr/>
          </p:nvSpPr>
          <p:spPr>
            <a:xfrm>
              <a:off x="873793" y="3084986"/>
              <a:ext cx="72399" cy="65125"/>
            </a:xfrm>
            <a:custGeom>
              <a:rect b="b" l="l" r="r" t="t"/>
              <a:pathLst>
                <a:path extrusionOk="0" h="2480" w="2757">
                  <a:moveTo>
                    <a:pt x="891" y="1"/>
                  </a:moveTo>
                  <a:cubicBezTo>
                    <a:pt x="766" y="1"/>
                    <a:pt x="642" y="48"/>
                    <a:pt x="556" y="135"/>
                  </a:cubicBezTo>
                  <a:lnTo>
                    <a:pt x="135" y="556"/>
                  </a:lnTo>
                  <a:cubicBezTo>
                    <a:pt x="49" y="642"/>
                    <a:pt x="1" y="757"/>
                    <a:pt x="1" y="881"/>
                  </a:cubicBezTo>
                  <a:lnTo>
                    <a:pt x="1" y="1149"/>
                  </a:lnTo>
                  <a:cubicBezTo>
                    <a:pt x="1" y="1762"/>
                    <a:pt x="412" y="2307"/>
                    <a:pt x="996" y="2479"/>
                  </a:cubicBezTo>
                  <a:cubicBezTo>
                    <a:pt x="795" y="2230"/>
                    <a:pt x="690" y="1924"/>
                    <a:pt x="690" y="1608"/>
                  </a:cubicBezTo>
                  <a:lnTo>
                    <a:pt x="690" y="938"/>
                  </a:lnTo>
                  <a:cubicBezTo>
                    <a:pt x="690" y="682"/>
                    <a:pt x="900" y="478"/>
                    <a:pt x="1145" y="478"/>
                  </a:cubicBezTo>
                  <a:cubicBezTo>
                    <a:pt x="1156" y="478"/>
                    <a:pt x="1167" y="478"/>
                    <a:pt x="1178" y="479"/>
                  </a:cubicBezTo>
                  <a:cubicBezTo>
                    <a:pt x="1647" y="508"/>
                    <a:pt x="2336" y="584"/>
                    <a:pt x="2757" y="785"/>
                  </a:cubicBezTo>
                  <a:cubicBezTo>
                    <a:pt x="2747" y="690"/>
                    <a:pt x="2700" y="604"/>
                    <a:pt x="2633" y="537"/>
                  </a:cubicBezTo>
                  <a:cubicBezTo>
                    <a:pt x="2278" y="182"/>
                    <a:pt x="1628" y="29"/>
                    <a:pt x="891" y="1"/>
                  </a:cubicBezTo>
                  <a:close/>
                </a:path>
              </a:pathLst>
            </a:custGeom>
            <a:solidFill>
              <a:srgbClr val="AAB8C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5" name="Google Shape;1495;p8"/>
            <p:cNvSpPr/>
            <p:nvPr/>
          </p:nvSpPr>
          <p:spPr>
            <a:xfrm>
              <a:off x="849686" y="3080706"/>
              <a:ext cx="199313" cy="161368"/>
            </a:xfrm>
            <a:custGeom>
              <a:rect b="b" l="l" r="r" t="t"/>
              <a:pathLst>
                <a:path extrusionOk="0" h="6145" w="7590">
                  <a:moveTo>
                    <a:pt x="6977" y="1"/>
                  </a:moveTo>
                  <a:lnTo>
                    <a:pt x="3819" y="3025"/>
                  </a:lnTo>
                  <a:cubicBezTo>
                    <a:pt x="3761" y="3083"/>
                    <a:pt x="3685" y="3121"/>
                    <a:pt x="3608" y="3140"/>
                  </a:cubicBezTo>
                  <a:cubicBezTo>
                    <a:pt x="3356" y="3653"/>
                    <a:pt x="2864" y="3912"/>
                    <a:pt x="2372" y="3912"/>
                  </a:cubicBezTo>
                  <a:cubicBezTo>
                    <a:pt x="1891" y="3912"/>
                    <a:pt x="1409" y="3665"/>
                    <a:pt x="1148" y="3169"/>
                  </a:cubicBezTo>
                  <a:lnTo>
                    <a:pt x="498" y="3360"/>
                  </a:lnTo>
                  <a:cubicBezTo>
                    <a:pt x="201" y="3446"/>
                    <a:pt x="0" y="3714"/>
                    <a:pt x="0" y="4020"/>
                  </a:cubicBezTo>
                  <a:lnTo>
                    <a:pt x="0" y="5915"/>
                  </a:lnTo>
                  <a:cubicBezTo>
                    <a:pt x="0" y="6040"/>
                    <a:pt x="105" y="6145"/>
                    <a:pt x="230" y="6145"/>
                  </a:cubicBezTo>
                  <a:lnTo>
                    <a:pt x="3455" y="6145"/>
                  </a:lnTo>
                  <a:cubicBezTo>
                    <a:pt x="3579" y="6145"/>
                    <a:pt x="3685" y="6040"/>
                    <a:pt x="3685" y="5915"/>
                  </a:cubicBezTo>
                  <a:lnTo>
                    <a:pt x="3685" y="4920"/>
                  </a:lnTo>
                  <a:cubicBezTo>
                    <a:pt x="3685" y="4671"/>
                    <a:pt x="3780" y="4441"/>
                    <a:pt x="3953" y="4269"/>
                  </a:cubicBezTo>
                  <a:lnTo>
                    <a:pt x="7589" y="623"/>
                  </a:lnTo>
                  <a:lnTo>
                    <a:pt x="6977" y="1"/>
                  </a:lnTo>
                  <a:close/>
                </a:path>
              </a:pathLst>
            </a:custGeom>
            <a:solidFill>
              <a:srgbClr val="5D748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6" name="Google Shape;1496;p8"/>
            <p:cNvSpPr/>
            <p:nvPr/>
          </p:nvSpPr>
          <p:spPr>
            <a:xfrm>
              <a:off x="849686" y="3175715"/>
              <a:ext cx="24133" cy="66359"/>
            </a:xfrm>
            <a:custGeom>
              <a:rect b="b" l="l" r="r" t="t"/>
              <a:pathLst>
                <a:path extrusionOk="0" h="2527" w="919">
                  <a:moveTo>
                    <a:pt x="134" y="0"/>
                  </a:moveTo>
                  <a:cubicBezTo>
                    <a:pt x="48" y="115"/>
                    <a:pt x="0" y="259"/>
                    <a:pt x="0" y="402"/>
                  </a:cubicBezTo>
                  <a:lnTo>
                    <a:pt x="0" y="2297"/>
                  </a:lnTo>
                  <a:cubicBezTo>
                    <a:pt x="0" y="2422"/>
                    <a:pt x="105" y="2527"/>
                    <a:pt x="230" y="2527"/>
                  </a:cubicBezTo>
                  <a:lnTo>
                    <a:pt x="919" y="2527"/>
                  </a:lnTo>
                  <a:lnTo>
                    <a:pt x="919" y="1072"/>
                  </a:lnTo>
                  <a:cubicBezTo>
                    <a:pt x="919" y="890"/>
                    <a:pt x="852" y="709"/>
                    <a:pt x="718" y="584"/>
                  </a:cubicBezTo>
                  <a:lnTo>
                    <a:pt x="134" y="0"/>
                  </a:lnTo>
                  <a:close/>
                </a:path>
              </a:pathLst>
            </a:custGeom>
            <a:solidFill>
              <a:srgbClr val="8297A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7" name="Google Shape;1497;p8"/>
            <p:cNvSpPr/>
            <p:nvPr/>
          </p:nvSpPr>
          <p:spPr>
            <a:xfrm>
              <a:off x="946428" y="3080706"/>
              <a:ext cx="102572" cy="129199"/>
            </a:xfrm>
            <a:custGeom>
              <a:rect b="b" l="l" r="r" t="t"/>
              <a:pathLst>
                <a:path extrusionOk="0" h="4920" w="3906">
                  <a:moveTo>
                    <a:pt x="3293" y="1"/>
                  </a:moveTo>
                  <a:lnTo>
                    <a:pt x="221" y="2949"/>
                  </a:lnTo>
                  <a:cubicBezTo>
                    <a:pt x="77" y="3236"/>
                    <a:pt x="1" y="3551"/>
                    <a:pt x="1" y="3867"/>
                  </a:cubicBezTo>
                  <a:lnTo>
                    <a:pt x="1" y="4920"/>
                  </a:lnTo>
                  <a:cubicBezTo>
                    <a:pt x="1" y="4671"/>
                    <a:pt x="96" y="4441"/>
                    <a:pt x="269" y="4269"/>
                  </a:cubicBezTo>
                  <a:lnTo>
                    <a:pt x="3905" y="623"/>
                  </a:lnTo>
                  <a:lnTo>
                    <a:pt x="3293" y="1"/>
                  </a:lnTo>
                  <a:close/>
                </a:path>
              </a:pathLst>
            </a:custGeom>
            <a:solidFill>
              <a:srgbClr val="8297A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8" name="Google Shape;1498;p8"/>
            <p:cNvSpPr/>
            <p:nvPr/>
          </p:nvSpPr>
          <p:spPr>
            <a:xfrm>
              <a:off x="1023343" y="2936723"/>
              <a:ext cx="180327" cy="115544"/>
            </a:xfrm>
            <a:custGeom>
              <a:rect b="b" l="l" r="r" t="t"/>
              <a:pathLst>
                <a:path extrusionOk="0" h="4400" w="6867">
                  <a:moveTo>
                    <a:pt x="5359" y="0"/>
                  </a:moveTo>
                  <a:cubicBezTo>
                    <a:pt x="4929" y="29"/>
                    <a:pt x="4929" y="670"/>
                    <a:pt x="5359" y="689"/>
                  </a:cubicBezTo>
                  <a:lnTo>
                    <a:pt x="5675" y="689"/>
                  </a:lnTo>
                  <a:lnTo>
                    <a:pt x="3637" y="2737"/>
                  </a:lnTo>
                  <a:lnTo>
                    <a:pt x="2728" y="1828"/>
                  </a:lnTo>
                  <a:cubicBezTo>
                    <a:pt x="2661" y="1761"/>
                    <a:pt x="2572" y="1728"/>
                    <a:pt x="2484" y="1728"/>
                  </a:cubicBezTo>
                  <a:cubicBezTo>
                    <a:pt x="2395" y="1728"/>
                    <a:pt x="2307" y="1761"/>
                    <a:pt x="2240" y="1828"/>
                  </a:cubicBezTo>
                  <a:lnTo>
                    <a:pt x="278" y="3790"/>
                  </a:lnTo>
                  <a:cubicBezTo>
                    <a:pt x="0" y="4031"/>
                    <a:pt x="241" y="4400"/>
                    <a:pt x="515" y="4400"/>
                  </a:cubicBezTo>
                  <a:cubicBezTo>
                    <a:pt x="600" y="4400"/>
                    <a:pt x="689" y="4364"/>
                    <a:pt x="766" y="4278"/>
                  </a:cubicBezTo>
                  <a:lnTo>
                    <a:pt x="2479" y="2565"/>
                  </a:lnTo>
                  <a:lnTo>
                    <a:pt x="3388" y="3465"/>
                  </a:lnTo>
                  <a:cubicBezTo>
                    <a:pt x="3455" y="3536"/>
                    <a:pt x="3543" y="3572"/>
                    <a:pt x="3632" y="3572"/>
                  </a:cubicBezTo>
                  <a:cubicBezTo>
                    <a:pt x="3721" y="3572"/>
                    <a:pt x="3809" y="3536"/>
                    <a:pt x="3876" y="3465"/>
                  </a:cubicBezTo>
                  <a:lnTo>
                    <a:pt x="6163" y="1177"/>
                  </a:lnTo>
                  <a:lnTo>
                    <a:pt x="6163" y="1493"/>
                  </a:lnTo>
                  <a:cubicBezTo>
                    <a:pt x="6149" y="1737"/>
                    <a:pt x="6328" y="1859"/>
                    <a:pt x="6508" y="1859"/>
                  </a:cubicBezTo>
                  <a:cubicBezTo>
                    <a:pt x="6687" y="1859"/>
                    <a:pt x="6867" y="1737"/>
                    <a:pt x="6852" y="1493"/>
                  </a:cubicBezTo>
                  <a:lnTo>
                    <a:pt x="6852" y="345"/>
                  </a:lnTo>
                  <a:cubicBezTo>
                    <a:pt x="6852" y="153"/>
                    <a:pt x="6699" y="0"/>
                    <a:pt x="6508" y="0"/>
                  </a:cubicBezTo>
                  <a:close/>
                </a:path>
              </a:pathLst>
            </a:custGeom>
            <a:solidFill>
              <a:srgbClr val="30496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499" name="Google Shape;1499;p8"/>
          <p:cNvGrpSpPr/>
          <p:nvPr/>
        </p:nvGrpSpPr>
        <p:grpSpPr>
          <a:xfrm>
            <a:off x="4379471" y="1814994"/>
            <a:ext cx="377252" cy="324233"/>
            <a:chOff x="3531462" y="3824599"/>
            <a:chExt cx="377252" cy="324233"/>
          </a:xfrm>
        </p:grpSpPr>
        <p:sp>
          <p:nvSpPr>
            <p:cNvPr id="1500" name="Google Shape;1500;p8"/>
            <p:cNvSpPr/>
            <p:nvPr/>
          </p:nvSpPr>
          <p:spPr>
            <a:xfrm>
              <a:off x="3573189" y="3854772"/>
              <a:ext cx="294059" cy="294059"/>
            </a:xfrm>
            <a:custGeom>
              <a:rect b="b" l="l" r="r" t="t"/>
              <a:pathLst>
                <a:path extrusionOk="0" h="11198" w="11198">
                  <a:moveTo>
                    <a:pt x="5599" y="0"/>
                  </a:moveTo>
                  <a:cubicBezTo>
                    <a:pt x="2508" y="0"/>
                    <a:pt x="0" y="2508"/>
                    <a:pt x="0" y="5599"/>
                  </a:cubicBezTo>
                  <a:cubicBezTo>
                    <a:pt x="0" y="8690"/>
                    <a:pt x="2508" y="11197"/>
                    <a:pt x="5599" y="11197"/>
                  </a:cubicBezTo>
                  <a:cubicBezTo>
                    <a:pt x="8690" y="11197"/>
                    <a:pt x="11198" y="8690"/>
                    <a:pt x="11198" y="5599"/>
                  </a:cubicBezTo>
                  <a:cubicBezTo>
                    <a:pt x="11198" y="2508"/>
                    <a:pt x="8690" y="0"/>
                    <a:pt x="5599" y="0"/>
                  </a:cubicBezTo>
                  <a:close/>
                </a:path>
              </a:pathLst>
            </a:custGeom>
            <a:solidFill>
              <a:srgbClr val="566D8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1" name="Google Shape;1501;p8"/>
            <p:cNvSpPr/>
            <p:nvPr/>
          </p:nvSpPr>
          <p:spPr>
            <a:xfrm>
              <a:off x="3719457" y="3939461"/>
              <a:ext cx="78439" cy="102808"/>
            </a:xfrm>
            <a:custGeom>
              <a:rect b="b" l="l" r="r" t="t"/>
              <a:pathLst>
                <a:path extrusionOk="0" h="3915" w="2987">
                  <a:moveTo>
                    <a:pt x="0" y="0"/>
                  </a:moveTo>
                  <a:lnTo>
                    <a:pt x="39" y="2403"/>
                  </a:lnTo>
                  <a:lnTo>
                    <a:pt x="1838" y="3915"/>
                  </a:lnTo>
                  <a:lnTo>
                    <a:pt x="1981" y="3704"/>
                  </a:lnTo>
                  <a:cubicBezTo>
                    <a:pt x="2986" y="2221"/>
                    <a:pt x="2039" y="201"/>
                    <a:pt x="259" y="29"/>
                  </a:cubicBezTo>
                  <a:lnTo>
                    <a:pt x="0" y="0"/>
                  </a:lnTo>
                  <a:close/>
                </a:path>
              </a:pathLst>
            </a:custGeom>
            <a:solidFill>
              <a:srgbClr val="ACB9C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2" name="Google Shape;1502;p8"/>
            <p:cNvSpPr/>
            <p:nvPr/>
          </p:nvSpPr>
          <p:spPr>
            <a:xfrm>
              <a:off x="3719195" y="3878144"/>
              <a:ext cx="156851" cy="203594"/>
            </a:xfrm>
            <a:custGeom>
              <a:rect b="b" l="l" r="r" t="t"/>
              <a:pathLst>
                <a:path extrusionOk="0" h="7753" w="5973">
                  <a:moveTo>
                    <a:pt x="1" y="0"/>
                  </a:moveTo>
                  <a:lnTo>
                    <a:pt x="20" y="2374"/>
                  </a:lnTo>
                  <a:lnTo>
                    <a:pt x="230" y="2393"/>
                  </a:lnTo>
                  <a:cubicBezTo>
                    <a:pt x="1436" y="2498"/>
                    <a:pt x="2365" y="3503"/>
                    <a:pt x="2365" y="4709"/>
                  </a:cubicBezTo>
                  <a:cubicBezTo>
                    <a:pt x="2365" y="5187"/>
                    <a:pt x="2221" y="5656"/>
                    <a:pt x="1943" y="6049"/>
                  </a:cubicBezTo>
                  <a:lnTo>
                    <a:pt x="1819" y="6231"/>
                  </a:lnTo>
                  <a:lnTo>
                    <a:pt x="3637" y="7752"/>
                  </a:lnTo>
                  <a:lnTo>
                    <a:pt x="3781" y="7561"/>
                  </a:lnTo>
                  <a:lnTo>
                    <a:pt x="3800" y="7542"/>
                  </a:lnTo>
                  <a:lnTo>
                    <a:pt x="3858" y="7465"/>
                  </a:lnTo>
                  <a:cubicBezTo>
                    <a:pt x="5973" y="4527"/>
                    <a:pt x="4125" y="412"/>
                    <a:pt x="537" y="29"/>
                  </a:cubicBezTo>
                  <a:lnTo>
                    <a:pt x="403" y="19"/>
                  </a:lnTo>
                  <a:lnTo>
                    <a:pt x="374" y="19"/>
                  </a:lnTo>
                  <a:lnTo>
                    <a:pt x="269" y="10"/>
                  </a:lnTo>
                  <a:lnTo>
                    <a:pt x="1" y="0"/>
                  </a:lnTo>
                  <a:close/>
                </a:path>
              </a:pathLst>
            </a:custGeom>
            <a:solidFill>
              <a:srgbClr val="203B5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3" name="Google Shape;1503;p8"/>
            <p:cNvSpPr/>
            <p:nvPr/>
          </p:nvSpPr>
          <p:spPr>
            <a:xfrm>
              <a:off x="3718959" y="3824599"/>
              <a:ext cx="189755" cy="287048"/>
            </a:xfrm>
            <a:custGeom>
              <a:rect b="b" l="l" r="r" t="t"/>
              <a:pathLst>
                <a:path extrusionOk="0" h="10931" w="7226">
                  <a:moveTo>
                    <a:pt x="421" y="1"/>
                  </a:moveTo>
                  <a:cubicBezTo>
                    <a:pt x="192" y="10"/>
                    <a:pt x="0" y="192"/>
                    <a:pt x="0" y="432"/>
                  </a:cubicBezTo>
                  <a:lnTo>
                    <a:pt x="10" y="2068"/>
                  </a:lnTo>
                  <a:lnTo>
                    <a:pt x="239" y="2078"/>
                  </a:lnTo>
                  <a:cubicBezTo>
                    <a:pt x="4020" y="2231"/>
                    <a:pt x="6068" y="6595"/>
                    <a:pt x="3752" y="9600"/>
                  </a:cubicBezTo>
                  <a:lnTo>
                    <a:pt x="3618" y="9772"/>
                  </a:lnTo>
                  <a:lnTo>
                    <a:pt x="4871" y="10834"/>
                  </a:lnTo>
                  <a:cubicBezTo>
                    <a:pt x="4948" y="10892"/>
                    <a:pt x="5044" y="10930"/>
                    <a:pt x="5149" y="10930"/>
                  </a:cubicBezTo>
                  <a:lnTo>
                    <a:pt x="5197" y="10930"/>
                  </a:lnTo>
                  <a:cubicBezTo>
                    <a:pt x="5312" y="10921"/>
                    <a:pt x="5417" y="10863"/>
                    <a:pt x="5484" y="10767"/>
                  </a:cubicBezTo>
                  <a:cubicBezTo>
                    <a:pt x="6958" y="8777"/>
                    <a:pt x="7226" y="6135"/>
                    <a:pt x="6173" y="3886"/>
                  </a:cubicBezTo>
                  <a:cubicBezTo>
                    <a:pt x="5120" y="1637"/>
                    <a:pt x="2919" y="154"/>
                    <a:pt x="450" y="1"/>
                  </a:cubicBezTo>
                  <a:close/>
                </a:path>
              </a:pathLst>
            </a:custGeom>
            <a:solidFill>
              <a:srgbClr val="657A8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4" name="Google Shape;1504;p8"/>
            <p:cNvSpPr/>
            <p:nvPr/>
          </p:nvSpPr>
          <p:spPr>
            <a:xfrm>
              <a:off x="3576708" y="3855008"/>
              <a:ext cx="144036" cy="147555"/>
            </a:xfrm>
            <a:custGeom>
              <a:rect b="b" l="l" r="r" t="t"/>
              <a:pathLst>
                <a:path extrusionOk="0" h="5619" w="5485">
                  <a:moveTo>
                    <a:pt x="5455" y="1"/>
                  </a:moveTo>
                  <a:cubicBezTo>
                    <a:pt x="2833" y="1"/>
                    <a:pt x="565" y="1829"/>
                    <a:pt x="0" y="4394"/>
                  </a:cubicBezTo>
                  <a:lnTo>
                    <a:pt x="5484" y="5619"/>
                  </a:lnTo>
                  <a:lnTo>
                    <a:pt x="5455" y="1"/>
                  </a:lnTo>
                  <a:close/>
                </a:path>
              </a:pathLst>
            </a:custGeom>
            <a:solidFill>
              <a:srgbClr val="657A8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5" name="Google Shape;1505;p8"/>
            <p:cNvSpPr/>
            <p:nvPr/>
          </p:nvSpPr>
          <p:spPr>
            <a:xfrm>
              <a:off x="3573426" y="3969870"/>
              <a:ext cx="147319" cy="173684"/>
            </a:xfrm>
            <a:custGeom>
              <a:rect b="b" l="l" r="r" t="t"/>
              <a:pathLst>
                <a:path extrusionOk="0" h="6614" w="5610">
                  <a:moveTo>
                    <a:pt x="125" y="0"/>
                  </a:moveTo>
                  <a:cubicBezTo>
                    <a:pt x="39" y="402"/>
                    <a:pt x="1" y="804"/>
                    <a:pt x="1" y="1216"/>
                  </a:cubicBezTo>
                  <a:cubicBezTo>
                    <a:pt x="1" y="3733"/>
                    <a:pt x="1676" y="5944"/>
                    <a:pt x="4107" y="6614"/>
                  </a:cubicBezTo>
                  <a:lnTo>
                    <a:pt x="5609" y="1245"/>
                  </a:lnTo>
                  <a:lnTo>
                    <a:pt x="125" y="0"/>
                  </a:lnTo>
                  <a:close/>
                </a:path>
              </a:pathLst>
            </a:custGeom>
            <a:solidFill>
              <a:srgbClr val="ACB9C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6" name="Google Shape;1506;p8"/>
            <p:cNvSpPr/>
            <p:nvPr/>
          </p:nvSpPr>
          <p:spPr>
            <a:xfrm>
              <a:off x="3664417" y="4122178"/>
              <a:ext cx="77940" cy="26654"/>
            </a:xfrm>
            <a:custGeom>
              <a:rect b="b" l="l" r="r" t="t"/>
              <a:pathLst>
                <a:path extrusionOk="0" h="1015" w="2968">
                  <a:moveTo>
                    <a:pt x="594" y="0"/>
                  </a:moveTo>
                  <a:lnTo>
                    <a:pt x="0" y="593"/>
                  </a:lnTo>
                  <a:cubicBezTo>
                    <a:pt x="680" y="871"/>
                    <a:pt x="1398" y="1014"/>
                    <a:pt x="2135" y="1014"/>
                  </a:cubicBezTo>
                  <a:cubicBezTo>
                    <a:pt x="2412" y="1014"/>
                    <a:pt x="2690" y="995"/>
                    <a:pt x="2967" y="957"/>
                  </a:cubicBezTo>
                  <a:cubicBezTo>
                    <a:pt x="2115" y="823"/>
                    <a:pt x="1302" y="498"/>
                    <a:pt x="594" y="0"/>
                  </a:cubicBezTo>
                  <a:close/>
                </a:path>
              </a:pathLst>
            </a:custGeom>
            <a:solidFill>
              <a:srgbClr val="50687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7" name="Google Shape;1507;p8"/>
            <p:cNvSpPr/>
            <p:nvPr/>
          </p:nvSpPr>
          <p:spPr>
            <a:xfrm>
              <a:off x="3576708" y="3854772"/>
              <a:ext cx="143275" cy="124919"/>
            </a:xfrm>
            <a:custGeom>
              <a:rect b="b" l="l" r="r" t="t"/>
              <a:pathLst>
                <a:path extrusionOk="0" h="4757" w="5456">
                  <a:moveTo>
                    <a:pt x="5455" y="0"/>
                  </a:moveTo>
                  <a:cubicBezTo>
                    <a:pt x="2833" y="10"/>
                    <a:pt x="565" y="1838"/>
                    <a:pt x="0" y="4403"/>
                  </a:cubicBezTo>
                  <a:lnTo>
                    <a:pt x="1618" y="4757"/>
                  </a:lnTo>
                  <a:cubicBezTo>
                    <a:pt x="1934" y="2651"/>
                    <a:pt x="3426" y="909"/>
                    <a:pt x="5455" y="268"/>
                  </a:cubicBezTo>
                  <a:lnTo>
                    <a:pt x="5455" y="0"/>
                  </a:lnTo>
                  <a:close/>
                </a:path>
              </a:pathLst>
            </a:custGeom>
            <a:solidFill>
              <a:srgbClr val="657A8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8" name="Google Shape;1508;p8"/>
            <p:cNvSpPr/>
            <p:nvPr/>
          </p:nvSpPr>
          <p:spPr>
            <a:xfrm>
              <a:off x="3531462" y="3831217"/>
              <a:ext cx="144561" cy="112393"/>
            </a:xfrm>
            <a:custGeom>
              <a:rect b="b" l="l" r="r" t="t"/>
              <a:pathLst>
                <a:path extrusionOk="0" h="4280" w="5505">
                  <a:moveTo>
                    <a:pt x="230" y="0"/>
                  </a:moveTo>
                  <a:cubicBezTo>
                    <a:pt x="116" y="0"/>
                    <a:pt x="1" y="79"/>
                    <a:pt x="10" y="237"/>
                  </a:cubicBezTo>
                  <a:lnTo>
                    <a:pt x="10" y="1414"/>
                  </a:lnTo>
                  <a:cubicBezTo>
                    <a:pt x="20" y="1548"/>
                    <a:pt x="125" y="1615"/>
                    <a:pt x="230" y="1615"/>
                  </a:cubicBezTo>
                  <a:cubicBezTo>
                    <a:pt x="336" y="1615"/>
                    <a:pt x="441" y="1548"/>
                    <a:pt x="450" y="1414"/>
                  </a:cubicBezTo>
                  <a:lnTo>
                    <a:pt x="450" y="1041"/>
                  </a:lnTo>
                  <a:lnTo>
                    <a:pt x="3322" y="1041"/>
                  </a:lnTo>
                  <a:lnTo>
                    <a:pt x="5016" y="4151"/>
                  </a:lnTo>
                  <a:cubicBezTo>
                    <a:pt x="5059" y="4242"/>
                    <a:pt x="5132" y="4280"/>
                    <a:pt x="5205" y="4280"/>
                  </a:cubicBezTo>
                  <a:cubicBezTo>
                    <a:pt x="5354" y="4280"/>
                    <a:pt x="5504" y="4121"/>
                    <a:pt x="5408" y="3941"/>
                  </a:cubicBezTo>
                  <a:lnTo>
                    <a:pt x="5408" y="3941"/>
                  </a:lnTo>
                  <a:lnTo>
                    <a:pt x="5408" y="3950"/>
                  </a:lnTo>
                  <a:lnTo>
                    <a:pt x="3647" y="725"/>
                  </a:lnTo>
                  <a:cubicBezTo>
                    <a:pt x="3609" y="648"/>
                    <a:pt x="3532" y="610"/>
                    <a:pt x="3456" y="601"/>
                  </a:cubicBezTo>
                  <a:lnTo>
                    <a:pt x="450" y="601"/>
                  </a:lnTo>
                  <a:lnTo>
                    <a:pt x="450" y="237"/>
                  </a:lnTo>
                  <a:cubicBezTo>
                    <a:pt x="460" y="79"/>
                    <a:pt x="345" y="0"/>
                    <a:pt x="230" y="0"/>
                  </a:cubicBezTo>
                  <a:close/>
                </a:path>
              </a:pathLst>
            </a:custGeom>
            <a:solidFill>
              <a:srgbClr val="50687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9" name="Google Shape;1509;p8"/>
            <p:cNvSpPr/>
            <p:nvPr/>
          </p:nvSpPr>
          <p:spPr>
            <a:xfrm>
              <a:off x="3653098" y="3932318"/>
              <a:ext cx="36711" cy="31538"/>
            </a:xfrm>
            <a:custGeom>
              <a:rect b="b" l="l" r="r" t="t"/>
              <a:pathLst>
                <a:path extrusionOk="0" h="1201" w="1398">
                  <a:moveTo>
                    <a:pt x="798" y="1"/>
                  </a:moveTo>
                  <a:cubicBezTo>
                    <a:pt x="650" y="1"/>
                    <a:pt x="498" y="55"/>
                    <a:pt x="374" y="177"/>
                  </a:cubicBezTo>
                  <a:cubicBezTo>
                    <a:pt x="1" y="550"/>
                    <a:pt x="269" y="1201"/>
                    <a:pt x="805" y="1201"/>
                  </a:cubicBezTo>
                  <a:cubicBezTo>
                    <a:pt x="1130" y="1201"/>
                    <a:pt x="1398" y="933"/>
                    <a:pt x="1398" y="598"/>
                  </a:cubicBezTo>
                  <a:cubicBezTo>
                    <a:pt x="1398" y="236"/>
                    <a:pt x="1106" y="1"/>
                    <a:pt x="798" y="1"/>
                  </a:cubicBezTo>
                  <a:close/>
                </a:path>
              </a:pathLst>
            </a:custGeom>
            <a:solidFill>
              <a:srgbClr val="96A7B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10" name="Google Shape;1510;p8"/>
            <p:cNvSpPr/>
            <p:nvPr/>
          </p:nvSpPr>
          <p:spPr>
            <a:xfrm>
              <a:off x="3559875" y="3969870"/>
              <a:ext cx="126179" cy="173684"/>
            </a:xfrm>
            <a:custGeom>
              <a:rect b="b" l="l" r="r" t="t"/>
              <a:pathLst>
                <a:path extrusionOk="0" h="6614" w="4805">
                  <a:moveTo>
                    <a:pt x="641" y="0"/>
                  </a:moveTo>
                  <a:cubicBezTo>
                    <a:pt x="0" y="2910"/>
                    <a:pt x="1742" y="5819"/>
                    <a:pt x="4613" y="6614"/>
                  </a:cubicBezTo>
                  <a:lnTo>
                    <a:pt x="4804" y="5953"/>
                  </a:lnTo>
                  <a:cubicBezTo>
                    <a:pt x="3177" y="4920"/>
                    <a:pt x="2192" y="3139"/>
                    <a:pt x="2192" y="1216"/>
                  </a:cubicBezTo>
                  <a:cubicBezTo>
                    <a:pt x="2192" y="938"/>
                    <a:pt x="2211" y="651"/>
                    <a:pt x="2259" y="374"/>
                  </a:cubicBezTo>
                  <a:lnTo>
                    <a:pt x="641" y="0"/>
                  </a:lnTo>
                  <a:close/>
                </a:path>
              </a:pathLst>
            </a:custGeom>
            <a:solidFill>
              <a:srgbClr val="96A7B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511" name="Google Shape;1511;p8"/>
          <p:cNvGrpSpPr/>
          <p:nvPr/>
        </p:nvGrpSpPr>
        <p:grpSpPr>
          <a:xfrm>
            <a:off x="7058208" y="1751353"/>
            <a:ext cx="427322" cy="440517"/>
            <a:chOff x="3542281" y="1505605"/>
            <a:chExt cx="366196" cy="357004"/>
          </a:xfrm>
        </p:grpSpPr>
        <p:sp>
          <p:nvSpPr>
            <p:cNvPr id="1512" name="Google Shape;1512;p8"/>
            <p:cNvSpPr/>
            <p:nvPr/>
          </p:nvSpPr>
          <p:spPr>
            <a:xfrm>
              <a:off x="3612133" y="1573592"/>
              <a:ext cx="226466" cy="226703"/>
            </a:xfrm>
            <a:custGeom>
              <a:rect b="b" l="l" r="r" t="t"/>
              <a:pathLst>
                <a:path extrusionOk="0" h="8633" w="8624">
                  <a:moveTo>
                    <a:pt x="4317" y="0"/>
                  </a:moveTo>
                  <a:cubicBezTo>
                    <a:pt x="1924" y="0"/>
                    <a:pt x="1" y="1933"/>
                    <a:pt x="1" y="4316"/>
                  </a:cubicBezTo>
                  <a:cubicBezTo>
                    <a:pt x="1" y="6699"/>
                    <a:pt x="1924" y="8632"/>
                    <a:pt x="4317" y="8632"/>
                  </a:cubicBezTo>
                  <a:cubicBezTo>
                    <a:pt x="6700" y="8632"/>
                    <a:pt x="8624" y="6699"/>
                    <a:pt x="8624" y="4316"/>
                  </a:cubicBezTo>
                  <a:cubicBezTo>
                    <a:pt x="8624" y="1933"/>
                    <a:pt x="6700" y="0"/>
                    <a:pt x="4317" y="0"/>
                  </a:cubicBezTo>
                  <a:close/>
                </a:path>
              </a:pathLst>
            </a:custGeom>
            <a:solidFill>
              <a:srgbClr val="B9C3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13" name="Google Shape;1513;p8"/>
            <p:cNvSpPr/>
            <p:nvPr/>
          </p:nvSpPr>
          <p:spPr>
            <a:xfrm>
              <a:off x="3657379" y="1652740"/>
              <a:ext cx="135974" cy="136001"/>
            </a:xfrm>
            <a:custGeom>
              <a:rect b="b" l="l" r="r" t="t"/>
              <a:pathLst>
                <a:path extrusionOk="0" h="5179" w="5178">
                  <a:moveTo>
                    <a:pt x="2594" y="1"/>
                  </a:moveTo>
                  <a:cubicBezTo>
                    <a:pt x="1158" y="1"/>
                    <a:pt x="0" y="1159"/>
                    <a:pt x="0" y="2594"/>
                  </a:cubicBezTo>
                  <a:cubicBezTo>
                    <a:pt x="0" y="4020"/>
                    <a:pt x="1158" y="5178"/>
                    <a:pt x="2594" y="5178"/>
                  </a:cubicBezTo>
                  <a:cubicBezTo>
                    <a:pt x="4020" y="5178"/>
                    <a:pt x="5178" y="4020"/>
                    <a:pt x="5178" y="2594"/>
                  </a:cubicBezTo>
                  <a:cubicBezTo>
                    <a:pt x="5178" y="1159"/>
                    <a:pt x="4020" y="1"/>
                    <a:pt x="2594"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14" name="Google Shape;1514;p8"/>
            <p:cNvSpPr/>
            <p:nvPr/>
          </p:nvSpPr>
          <p:spPr>
            <a:xfrm>
              <a:off x="3542281" y="1681153"/>
              <a:ext cx="54805" cy="11318"/>
            </a:xfrm>
            <a:custGeom>
              <a:rect b="b" l="l" r="r" t="t"/>
              <a:pathLst>
                <a:path extrusionOk="0" h="431" w="2087">
                  <a:moveTo>
                    <a:pt x="287" y="0"/>
                  </a:moveTo>
                  <a:cubicBezTo>
                    <a:pt x="0" y="0"/>
                    <a:pt x="0" y="431"/>
                    <a:pt x="287" y="431"/>
                  </a:cubicBezTo>
                  <a:lnTo>
                    <a:pt x="1799" y="431"/>
                  </a:lnTo>
                  <a:cubicBezTo>
                    <a:pt x="2087" y="431"/>
                    <a:pt x="2087" y="0"/>
                    <a:pt x="1799" y="0"/>
                  </a:cubicBezTo>
                  <a:close/>
                </a:path>
              </a:pathLst>
            </a:custGeom>
            <a:solidFill>
              <a:srgbClr val="B9C3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15" name="Google Shape;1515;p8"/>
            <p:cNvSpPr/>
            <p:nvPr/>
          </p:nvSpPr>
          <p:spPr>
            <a:xfrm>
              <a:off x="3853909" y="1681153"/>
              <a:ext cx="54568" cy="11318"/>
            </a:xfrm>
            <a:custGeom>
              <a:rect b="b" l="l" r="r" t="t"/>
              <a:pathLst>
                <a:path extrusionOk="0" h="431" w="2078">
                  <a:moveTo>
                    <a:pt x="287" y="0"/>
                  </a:moveTo>
                  <a:cubicBezTo>
                    <a:pt x="0" y="0"/>
                    <a:pt x="0" y="431"/>
                    <a:pt x="287" y="431"/>
                  </a:cubicBezTo>
                  <a:lnTo>
                    <a:pt x="1790" y="431"/>
                  </a:lnTo>
                  <a:cubicBezTo>
                    <a:pt x="2077" y="431"/>
                    <a:pt x="2077" y="0"/>
                    <a:pt x="1790" y="0"/>
                  </a:cubicBezTo>
                  <a:close/>
                </a:path>
              </a:pathLst>
            </a:custGeom>
            <a:solidFill>
              <a:srgbClr val="B9C3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16" name="Google Shape;1516;p8"/>
            <p:cNvSpPr/>
            <p:nvPr/>
          </p:nvSpPr>
          <p:spPr>
            <a:xfrm>
              <a:off x="3719694" y="1505605"/>
              <a:ext cx="11344" cy="50918"/>
            </a:xfrm>
            <a:custGeom>
              <a:rect b="b" l="l" r="r" t="t"/>
              <a:pathLst>
                <a:path extrusionOk="0" h="1939" w="432">
                  <a:moveTo>
                    <a:pt x="216" y="0"/>
                  </a:moveTo>
                  <a:cubicBezTo>
                    <a:pt x="108" y="0"/>
                    <a:pt x="1" y="72"/>
                    <a:pt x="1" y="216"/>
                  </a:cubicBezTo>
                  <a:lnTo>
                    <a:pt x="1" y="1728"/>
                  </a:lnTo>
                  <a:cubicBezTo>
                    <a:pt x="1" y="1843"/>
                    <a:pt x="97" y="1938"/>
                    <a:pt x="221" y="1938"/>
                  </a:cubicBezTo>
                  <a:cubicBezTo>
                    <a:pt x="336" y="1938"/>
                    <a:pt x="431" y="1843"/>
                    <a:pt x="431" y="1728"/>
                  </a:cubicBezTo>
                  <a:lnTo>
                    <a:pt x="431" y="216"/>
                  </a:lnTo>
                  <a:cubicBezTo>
                    <a:pt x="431" y="72"/>
                    <a:pt x="324" y="0"/>
                    <a:pt x="216" y="0"/>
                  </a:cubicBezTo>
                  <a:close/>
                </a:path>
              </a:pathLst>
            </a:custGeom>
            <a:solidFill>
              <a:srgbClr val="B9C3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17" name="Google Shape;1517;p8"/>
            <p:cNvSpPr/>
            <p:nvPr/>
          </p:nvSpPr>
          <p:spPr>
            <a:xfrm>
              <a:off x="3639023" y="1798850"/>
              <a:ext cx="25814" cy="31092"/>
            </a:xfrm>
            <a:custGeom>
              <a:rect b="b" l="l" r="r" t="t"/>
              <a:pathLst>
                <a:path extrusionOk="0" h="1184" w="983">
                  <a:moveTo>
                    <a:pt x="693" y="0"/>
                  </a:moveTo>
                  <a:cubicBezTo>
                    <a:pt x="626" y="0"/>
                    <a:pt x="560" y="33"/>
                    <a:pt x="518" y="112"/>
                  </a:cubicBezTo>
                  <a:lnTo>
                    <a:pt x="77" y="858"/>
                  </a:lnTo>
                  <a:cubicBezTo>
                    <a:pt x="1" y="1002"/>
                    <a:pt x="96" y="1184"/>
                    <a:pt x="269" y="1184"/>
                  </a:cubicBezTo>
                  <a:cubicBezTo>
                    <a:pt x="345" y="1174"/>
                    <a:pt x="412" y="1136"/>
                    <a:pt x="451" y="1069"/>
                  </a:cubicBezTo>
                  <a:lnTo>
                    <a:pt x="891" y="322"/>
                  </a:lnTo>
                  <a:cubicBezTo>
                    <a:pt x="982" y="152"/>
                    <a:pt x="837" y="0"/>
                    <a:pt x="693" y="0"/>
                  </a:cubicBezTo>
                  <a:close/>
                </a:path>
              </a:pathLst>
            </a:custGeom>
            <a:solidFill>
              <a:srgbClr val="E1E7E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18" name="Google Shape;1518;p8"/>
            <p:cNvSpPr/>
            <p:nvPr/>
          </p:nvSpPr>
          <p:spPr>
            <a:xfrm>
              <a:off x="3786053" y="1543761"/>
              <a:ext cx="25971" cy="31092"/>
            </a:xfrm>
            <a:custGeom>
              <a:rect b="b" l="l" r="r" t="t"/>
              <a:pathLst>
                <a:path extrusionOk="0" h="1184" w="989">
                  <a:moveTo>
                    <a:pt x="699" y="1"/>
                  </a:moveTo>
                  <a:cubicBezTo>
                    <a:pt x="631" y="1"/>
                    <a:pt x="563" y="33"/>
                    <a:pt x="517" y="112"/>
                  </a:cubicBezTo>
                  <a:lnTo>
                    <a:pt x="87" y="859"/>
                  </a:lnTo>
                  <a:cubicBezTo>
                    <a:pt x="0" y="1002"/>
                    <a:pt x="106" y="1184"/>
                    <a:pt x="278" y="1184"/>
                  </a:cubicBezTo>
                  <a:cubicBezTo>
                    <a:pt x="354" y="1184"/>
                    <a:pt x="421" y="1136"/>
                    <a:pt x="460" y="1069"/>
                  </a:cubicBezTo>
                  <a:lnTo>
                    <a:pt x="890" y="323"/>
                  </a:lnTo>
                  <a:cubicBezTo>
                    <a:pt x="988" y="153"/>
                    <a:pt x="845" y="1"/>
                    <a:pt x="699" y="1"/>
                  </a:cubicBezTo>
                  <a:close/>
                </a:path>
              </a:pathLst>
            </a:custGeom>
            <a:solidFill>
              <a:srgbClr val="E1E7E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19" name="Google Shape;1519;p8"/>
            <p:cNvSpPr/>
            <p:nvPr/>
          </p:nvSpPr>
          <p:spPr>
            <a:xfrm>
              <a:off x="3579728" y="1601874"/>
              <a:ext cx="35950" cy="22741"/>
            </a:xfrm>
            <a:custGeom>
              <a:rect b="b" l="l" r="r" t="t"/>
              <a:pathLst>
                <a:path extrusionOk="0" h="866" w="1369">
                  <a:moveTo>
                    <a:pt x="309" y="1"/>
                  </a:moveTo>
                  <a:cubicBezTo>
                    <a:pt x="118" y="1"/>
                    <a:pt x="1" y="284"/>
                    <a:pt x="211" y="397"/>
                  </a:cubicBezTo>
                  <a:lnTo>
                    <a:pt x="957" y="837"/>
                  </a:lnTo>
                  <a:cubicBezTo>
                    <a:pt x="986" y="856"/>
                    <a:pt x="1024" y="866"/>
                    <a:pt x="1062" y="866"/>
                  </a:cubicBezTo>
                  <a:cubicBezTo>
                    <a:pt x="1283" y="866"/>
                    <a:pt x="1369" y="569"/>
                    <a:pt x="1168" y="464"/>
                  </a:cubicBezTo>
                  <a:lnTo>
                    <a:pt x="421" y="33"/>
                  </a:lnTo>
                  <a:cubicBezTo>
                    <a:pt x="382" y="11"/>
                    <a:pt x="344" y="1"/>
                    <a:pt x="309" y="1"/>
                  </a:cubicBezTo>
                  <a:close/>
                </a:path>
              </a:pathLst>
            </a:custGeom>
            <a:solidFill>
              <a:srgbClr val="E1E7E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0" name="Google Shape;1520;p8"/>
            <p:cNvSpPr/>
            <p:nvPr/>
          </p:nvSpPr>
          <p:spPr>
            <a:xfrm>
              <a:off x="3834818" y="1749167"/>
              <a:ext cx="35687" cy="22741"/>
            </a:xfrm>
            <a:custGeom>
              <a:rect b="b" l="l" r="r" t="t"/>
              <a:pathLst>
                <a:path extrusionOk="0" h="866" w="1359">
                  <a:moveTo>
                    <a:pt x="318" y="0"/>
                  </a:moveTo>
                  <a:cubicBezTo>
                    <a:pt x="124" y="0"/>
                    <a:pt x="1" y="285"/>
                    <a:pt x="211" y="406"/>
                  </a:cubicBezTo>
                  <a:lnTo>
                    <a:pt x="957" y="836"/>
                  </a:lnTo>
                  <a:cubicBezTo>
                    <a:pt x="986" y="855"/>
                    <a:pt x="1024" y="865"/>
                    <a:pt x="1062" y="865"/>
                  </a:cubicBezTo>
                  <a:cubicBezTo>
                    <a:pt x="1282" y="865"/>
                    <a:pt x="1359" y="568"/>
                    <a:pt x="1168" y="463"/>
                  </a:cubicBezTo>
                  <a:lnTo>
                    <a:pt x="431" y="32"/>
                  </a:lnTo>
                  <a:cubicBezTo>
                    <a:pt x="392" y="10"/>
                    <a:pt x="353" y="0"/>
                    <a:pt x="318" y="0"/>
                  </a:cubicBezTo>
                  <a:close/>
                </a:path>
              </a:pathLst>
            </a:custGeom>
            <a:solidFill>
              <a:srgbClr val="E1E7E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1" name="Google Shape;1521;p8"/>
            <p:cNvSpPr/>
            <p:nvPr/>
          </p:nvSpPr>
          <p:spPr>
            <a:xfrm>
              <a:off x="3786000" y="1798850"/>
              <a:ext cx="25709" cy="31092"/>
            </a:xfrm>
            <a:custGeom>
              <a:rect b="b" l="l" r="r" t="t"/>
              <a:pathLst>
                <a:path extrusionOk="0" h="1184" w="979">
                  <a:moveTo>
                    <a:pt x="289" y="0"/>
                  </a:moveTo>
                  <a:cubicBezTo>
                    <a:pt x="143" y="0"/>
                    <a:pt x="0" y="152"/>
                    <a:pt x="98" y="322"/>
                  </a:cubicBezTo>
                  <a:lnTo>
                    <a:pt x="529" y="1069"/>
                  </a:lnTo>
                  <a:cubicBezTo>
                    <a:pt x="567" y="1136"/>
                    <a:pt x="634" y="1174"/>
                    <a:pt x="711" y="1184"/>
                  </a:cubicBezTo>
                  <a:cubicBezTo>
                    <a:pt x="883" y="1184"/>
                    <a:pt x="979" y="1002"/>
                    <a:pt x="902" y="858"/>
                  </a:cubicBezTo>
                  <a:lnTo>
                    <a:pt x="471" y="112"/>
                  </a:lnTo>
                  <a:cubicBezTo>
                    <a:pt x="426" y="33"/>
                    <a:pt x="357" y="0"/>
                    <a:pt x="289" y="0"/>
                  </a:cubicBezTo>
                  <a:close/>
                </a:path>
              </a:pathLst>
            </a:custGeom>
            <a:solidFill>
              <a:srgbClr val="E1E7E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2" name="Google Shape;1522;p8"/>
            <p:cNvSpPr/>
            <p:nvPr/>
          </p:nvSpPr>
          <p:spPr>
            <a:xfrm>
              <a:off x="3638472" y="1543761"/>
              <a:ext cx="25971" cy="31092"/>
            </a:xfrm>
            <a:custGeom>
              <a:rect b="b" l="l" r="r" t="t"/>
              <a:pathLst>
                <a:path extrusionOk="0" h="1184" w="989">
                  <a:moveTo>
                    <a:pt x="290" y="1"/>
                  </a:moveTo>
                  <a:cubicBezTo>
                    <a:pt x="143" y="1"/>
                    <a:pt x="0" y="153"/>
                    <a:pt x="98" y="323"/>
                  </a:cubicBezTo>
                  <a:lnTo>
                    <a:pt x="539" y="1069"/>
                  </a:lnTo>
                  <a:cubicBezTo>
                    <a:pt x="577" y="1136"/>
                    <a:pt x="644" y="1184"/>
                    <a:pt x="720" y="1184"/>
                  </a:cubicBezTo>
                  <a:cubicBezTo>
                    <a:pt x="883" y="1184"/>
                    <a:pt x="988" y="1002"/>
                    <a:pt x="912" y="859"/>
                  </a:cubicBezTo>
                  <a:lnTo>
                    <a:pt x="472" y="112"/>
                  </a:lnTo>
                  <a:cubicBezTo>
                    <a:pt x="426" y="33"/>
                    <a:pt x="358" y="1"/>
                    <a:pt x="290" y="1"/>
                  </a:cubicBezTo>
                  <a:close/>
                </a:path>
              </a:pathLst>
            </a:custGeom>
            <a:solidFill>
              <a:srgbClr val="E1E7E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3" name="Google Shape;1523;p8"/>
            <p:cNvSpPr/>
            <p:nvPr/>
          </p:nvSpPr>
          <p:spPr>
            <a:xfrm>
              <a:off x="3835317" y="1601507"/>
              <a:ext cx="36291" cy="23109"/>
            </a:xfrm>
            <a:custGeom>
              <a:rect b="b" l="l" r="r" t="t"/>
              <a:pathLst>
                <a:path extrusionOk="0" h="880" w="1382">
                  <a:moveTo>
                    <a:pt x="1059" y="0"/>
                  </a:moveTo>
                  <a:cubicBezTo>
                    <a:pt x="1021" y="0"/>
                    <a:pt x="980" y="11"/>
                    <a:pt x="938" y="38"/>
                  </a:cubicBezTo>
                  <a:lnTo>
                    <a:pt x="192" y="478"/>
                  </a:lnTo>
                  <a:cubicBezTo>
                    <a:pt x="0" y="583"/>
                    <a:pt x="77" y="880"/>
                    <a:pt x="297" y="880"/>
                  </a:cubicBezTo>
                  <a:cubicBezTo>
                    <a:pt x="335" y="880"/>
                    <a:pt x="373" y="870"/>
                    <a:pt x="402" y="851"/>
                  </a:cubicBezTo>
                  <a:lnTo>
                    <a:pt x="1149" y="411"/>
                  </a:lnTo>
                  <a:cubicBezTo>
                    <a:pt x="1381" y="307"/>
                    <a:pt x="1257" y="0"/>
                    <a:pt x="1059" y="0"/>
                  </a:cubicBezTo>
                  <a:close/>
                </a:path>
              </a:pathLst>
            </a:custGeom>
            <a:solidFill>
              <a:srgbClr val="E1E7E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4" name="Google Shape;1524;p8"/>
            <p:cNvSpPr/>
            <p:nvPr/>
          </p:nvSpPr>
          <p:spPr>
            <a:xfrm>
              <a:off x="3579964" y="1749167"/>
              <a:ext cx="35950" cy="22741"/>
            </a:xfrm>
            <a:custGeom>
              <a:rect b="b" l="l" r="r" t="t"/>
              <a:pathLst>
                <a:path extrusionOk="0" h="866" w="1369">
                  <a:moveTo>
                    <a:pt x="1057" y="0"/>
                  </a:moveTo>
                  <a:cubicBezTo>
                    <a:pt x="1023" y="0"/>
                    <a:pt x="986" y="10"/>
                    <a:pt x="948" y="32"/>
                  </a:cubicBezTo>
                  <a:lnTo>
                    <a:pt x="202" y="463"/>
                  </a:lnTo>
                  <a:cubicBezTo>
                    <a:pt x="1" y="568"/>
                    <a:pt x="87" y="865"/>
                    <a:pt x="307" y="865"/>
                  </a:cubicBezTo>
                  <a:cubicBezTo>
                    <a:pt x="345" y="865"/>
                    <a:pt x="384" y="855"/>
                    <a:pt x="412" y="836"/>
                  </a:cubicBezTo>
                  <a:lnTo>
                    <a:pt x="1159" y="406"/>
                  </a:lnTo>
                  <a:cubicBezTo>
                    <a:pt x="1369" y="285"/>
                    <a:pt x="1245" y="0"/>
                    <a:pt x="1057" y="0"/>
                  </a:cubicBezTo>
                  <a:close/>
                </a:path>
              </a:pathLst>
            </a:custGeom>
            <a:solidFill>
              <a:srgbClr val="E1E7E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5" name="Google Shape;1525;p8"/>
            <p:cNvSpPr/>
            <p:nvPr/>
          </p:nvSpPr>
          <p:spPr>
            <a:xfrm>
              <a:off x="3737209" y="1591764"/>
              <a:ext cx="80776" cy="68302"/>
            </a:xfrm>
            <a:custGeom>
              <a:rect b="b" l="l" r="r" t="t"/>
              <a:pathLst>
                <a:path extrusionOk="0" h="2601" w="3076">
                  <a:moveTo>
                    <a:pt x="388" y="1"/>
                  </a:moveTo>
                  <a:cubicBezTo>
                    <a:pt x="95" y="1"/>
                    <a:pt x="1" y="473"/>
                    <a:pt x="348" y="543"/>
                  </a:cubicBezTo>
                  <a:cubicBezTo>
                    <a:pt x="1324" y="791"/>
                    <a:pt x="2119" y="1490"/>
                    <a:pt x="2502" y="2428"/>
                  </a:cubicBezTo>
                  <a:cubicBezTo>
                    <a:pt x="2540" y="2533"/>
                    <a:pt x="2645" y="2600"/>
                    <a:pt x="2750" y="2600"/>
                  </a:cubicBezTo>
                  <a:cubicBezTo>
                    <a:pt x="2942" y="2600"/>
                    <a:pt x="3076" y="2399"/>
                    <a:pt x="2999" y="2227"/>
                  </a:cubicBezTo>
                  <a:cubicBezTo>
                    <a:pt x="2559" y="1136"/>
                    <a:pt x="1621" y="313"/>
                    <a:pt x="482" y="16"/>
                  </a:cubicBezTo>
                  <a:cubicBezTo>
                    <a:pt x="449" y="6"/>
                    <a:pt x="417" y="1"/>
                    <a:pt x="388"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6" name="Google Shape;1526;p8"/>
            <p:cNvSpPr/>
            <p:nvPr/>
          </p:nvSpPr>
          <p:spPr>
            <a:xfrm>
              <a:off x="3691307" y="1732150"/>
              <a:ext cx="68118" cy="102073"/>
            </a:xfrm>
            <a:custGeom>
              <a:rect b="b" l="l" r="r" t="t"/>
              <a:pathLst>
                <a:path extrusionOk="0" h="3887" w="2594">
                  <a:moveTo>
                    <a:pt x="871" y="1"/>
                  </a:moveTo>
                  <a:lnTo>
                    <a:pt x="871" y="412"/>
                  </a:lnTo>
                  <a:cubicBezTo>
                    <a:pt x="862" y="499"/>
                    <a:pt x="823" y="566"/>
                    <a:pt x="747" y="604"/>
                  </a:cubicBezTo>
                  <a:lnTo>
                    <a:pt x="230" y="872"/>
                  </a:lnTo>
                  <a:cubicBezTo>
                    <a:pt x="87" y="948"/>
                    <a:pt x="0" y="1101"/>
                    <a:pt x="0" y="1264"/>
                  </a:cubicBezTo>
                  <a:lnTo>
                    <a:pt x="0" y="2527"/>
                  </a:lnTo>
                  <a:cubicBezTo>
                    <a:pt x="0" y="2987"/>
                    <a:pt x="134" y="3446"/>
                    <a:pt x="402" y="3839"/>
                  </a:cubicBezTo>
                  <a:lnTo>
                    <a:pt x="431" y="3886"/>
                  </a:lnTo>
                  <a:lnTo>
                    <a:pt x="2154" y="3886"/>
                  </a:lnTo>
                  <a:lnTo>
                    <a:pt x="2192" y="3839"/>
                  </a:lnTo>
                  <a:cubicBezTo>
                    <a:pt x="2450" y="3446"/>
                    <a:pt x="2584" y="2987"/>
                    <a:pt x="2594" y="2527"/>
                  </a:cubicBezTo>
                  <a:lnTo>
                    <a:pt x="2594" y="1255"/>
                  </a:lnTo>
                  <a:cubicBezTo>
                    <a:pt x="2594" y="1101"/>
                    <a:pt x="2498" y="948"/>
                    <a:pt x="2364" y="872"/>
                  </a:cubicBezTo>
                  <a:lnTo>
                    <a:pt x="1847" y="613"/>
                  </a:lnTo>
                  <a:cubicBezTo>
                    <a:pt x="1771" y="575"/>
                    <a:pt x="1733" y="499"/>
                    <a:pt x="1733" y="422"/>
                  </a:cubicBezTo>
                  <a:lnTo>
                    <a:pt x="1733" y="1"/>
                  </a:lnTo>
                  <a:close/>
                </a:path>
              </a:pathLst>
            </a:custGeom>
            <a:solidFill>
              <a:srgbClr val="AAB8C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7" name="Google Shape;1527;p8"/>
            <p:cNvSpPr/>
            <p:nvPr/>
          </p:nvSpPr>
          <p:spPr>
            <a:xfrm>
              <a:off x="3691307" y="1751267"/>
              <a:ext cx="68118" cy="82955"/>
            </a:xfrm>
            <a:custGeom>
              <a:rect b="b" l="l" r="r" t="t"/>
              <a:pathLst>
                <a:path extrusionOk="0" h="3159" w="2594">
                  <a:moveTo>
                    <a:pt x="508" y="0"/>
                  </a:moveTo>
                  <a:lnTo>
                    <a:pt x="240" y="144"/>
                  </a:lnTo>
                  <a:cubicBezTo>
                    <a:pt x="96" y="220"/>
                    <a:pt x="0" y="364"/>
                    <a:pt x="10" y="527"/>
                  </a:cubicBezTo>
                  <a:lnTo>
                    <a:pt x="10" y="1799"/>
                  </a:lnTo>
                  <a:cubicBezTo>
                    <a:pt x="10" y="2259"/>
                    <a:pt x="144" y="2718"/>
                    <a:pt x="402" y="3111"/>
                  </a:cubicBezTo>
                  <a:lnTo>
                    <a:pt x="441" y="3158"/>
                  </a:lnTo>
                  <a:lnTo>
                    <a:pt x="2163" y="3158"/>
                  </a:lnTo>
                  <a:lnTo>
                    <a:pt x="2202" y="3111"/>
                  </a:lnTo>
                  <a:cubicBezTo>
                    <a:pt x="2460" y="2718"/>
                    <a:pt x="2594" y="2259"/>
                    <a:pt x="2594" y="1799"/>
                  </a:cubicBezTo>
                  <a:lnTo>
                    <a:pt x="2594" y="527"/>
                  </a:lnTo>
                  <a:cubicBezTo>
                    <a:pt x="2594" y="373"/>
                    <a:pt x="2508" y="220"/>
                    <a:pt x="2364" y="144"/>
                  </a:cubicBezTo>
                  <a:lnTo>
                    <a:pt x="2087" y="0"/>
                  </a:lnTo>
                  <a:cubicBezTo>
                    <a:pt x="1876" y="230"/>
                    <a:pt x="1589" y="345"/>
                    <a:pt x="1301" y="345"/>
                  </a:cubicBezTo>
                  <a:cubicBezTo>
                    <a:pt x="1012" y="345"/>
                    <a:pt x="723" y="230"/>
                    <a:pt x="508" y="0"/>
                  </a:cubicBezTo>
                  <a:close/>
                </a:path>
              </a:pathLst>
            </a:custGeom>
            <a:solidFill>
              <a:srgbClr val="657A8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8" name="Google Shape;1528;p8"/>
            <p:cNvSpPr/>
            <p:nvPr/>
          </p:nvSpPr>
          <p:spPr>
            <a:xfrm>
              <a:off x="3712656" y="1732150"/>
              <a:ext cx="25420" cy="17122"/>
            </a:xfrm>
            <a:custGeom>
              <a:rect b="b" l="l" r="r" t="t"/>
              <a:pathLst>
                <a:path extrusionOk="0" h="652" w="968">
                  <a:moveTo>
                    <a:pt x="58" y="1"/>
                  </a:moveTo>
                  <a:lnTo>
                    <a:pt x="58" y="412"/>
                  </a:lnTo>
                  <a:cubicBezTo>
                    <a:pt x="49" y="470"/>
                    <a:pt x="39" y="518"/>
                    <a:pt x="1" y="556"/>
                  </a:cubicBezTo>
                  <a:cubicBezTo>
                    <a:pt x="154" y="613"/>
                    <a:pt x="317" y="652"/>
                    <a:pt x="489" y="652"/>
                  </a:cubicBezTo>
                  <a:cubicBezTo>
                    <a:pt x="652" y="652"/>
                    <a:pt x="814" y="613"/>
                    <a:pt x="967" y="556"/>
                  </a:cubicBezTo>
                  <a:cubicBezTo>
                    <a:pt x="929" y="518"/>
                    <a:pt x="910" y="470"/>
                    <a:pt x="910" y="412"/>
                  </a:cubicBezTo>
                  <a:lnTo>
                    <a:pt x="910" y="1"/>
                  </a:lnTo>
                  <a:close/>
                </a:path>
              </a:pathLst>
            </a:custGeom>
            <a:solidFill>
              <a:srgbClr val="99A8B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9" name="Google Shape;1529;p8"/>
            <p:cNvSpPr/>
            <p:nvPr/>
          </p:nvSpPr>
          <p:spPr>
            <a:xfrm>
              <a:off x="3702625" y="1686930"/>
              <a:ext cx="45509" cy="51049"/>
            </a:xfrm>
            <a:custGeom>
              <a:rect b="b" l="l" r="r" t="t"/>
              <a:pathLst>
                <a:path extrusionOk="0" h="1944" w="1733">
                  <a:moveTo>
                    <a:pt x="651" y="0"/>
                  </a:moveTo>
                  <a:cubicBezTo>
                    <a:pt x="297" y="0"/>
                    <a:pt x="0" y="287"/>
                    <a:pt x="0" y="641"/>
                  </a:cubicBezTo>
                  <a:lnTo>
                    <a:pt x="0" y="1072"/>
                  </a:lnTo>
                  <a:cubicBezTo>
                    <a:pt x="0" y="1551"/>
                    <a:pt x="392" y="1943"/>
                    <a:pt x="871" y="1943"/>
                  </a:cubicBezTo>
                  <a:cubicBezTo>
                    <a:pt x="1340" y="1943"/>
                    <a:pt x="1732" y="1551"/>
                    <a:pt x="1732" y="1072"/>
                  </a:cubicBezTo>
                  <a:lnTo>
                    <a:pt x="1732" y="641"/>
                  </a:lnTo>
                  <a:cubicBezTo>
                    <a:pt x="1732" y="287"/>
                    <a:pt x="1436" y="0"/>
                    <a:pt x="1081" y="0"/>
                  </a:cubicBezTo>
                  <a:close/>
                </a:path>
              </a:pathLst>
            </a:custGeom>
            <a:solidFill>
              <a:srgbClr val="BBC6C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0" name="Google Shape;1530;p8"/>
            <p:cNvSpPr/>
            <p:nvPr/>
          </p:nvSpPr>
          <p:spPr>
            <a:xfrm>
              <a:off x="3702625" y="1686930"/>
              <a:ext cx="31171" cy="50944"/>
            </a:xfrm>
            <a:custGeom>
              <a:rect b="b" l="l" r="r" t="t"/>
              <a:pathLst>
                <a:path extrusionOk="0" h="1940" w="1187">
                  <a:moveTo>
                    <a:pt x="651" y="0"/>
                  </a:moveTo>
                  <a:cubicBezTo>
                    <a:pt x="297" y="0"/>
                    <a:pt x="0" y="287"/>
                    <a:pt x="0" y="641"/>
                  </a:cubicBezTo>
                  <a:lnTo>
                    <a:pt x="0" y="1072"/>
                  </a:lnTo>
                  <a:cubicBezTo>
                    <a:pt x="0" y="1569"/>
                    <a:pt x="409" y="1940"/>
                    <a:pt x="865" y="1940"/>
                  </a:cubicBezTo>
                  <a:cubicBezTo>
                    <a:pt x="971" y="1940"/>
                    <a:pt x="1080" y="1919"/>
                    <a:pt x="1187" y="1876"/>
                  </a:cubicBezTo>
                  <a:cubicBezTo>
                    <a:pt x="861" y="1742"/>
                    <a:pt x="651" y="1426"/>
                    <a:pt x="651" y="1072"/>
                  </a:cubicBezTo>
                  <a:lnTo>
                    <a:pt x="651" y="641"/>
                  </a:lnTo>
                  <a:cubicBezTo>
                    <a:pt x="651" y="326"/>
                    <a:pt x="881" y="58"/>
                    <a:pt x="1187" y="10"/>
                  </a:cubicBezTo>
                  <a:cubicBezTo>
                    <a:pt x="1158" y="0"/>
                    <a:pt x="1120" y="0"/>
                    <a:pt x="1081" y="0"/>
                  </a:cubicBezTo>
                  <a:close/>
                </a:path>
              </a:pathLst>
            </a:custGeom>
            <a:solidFill>
              <a:srgbClr val="AAB8C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1" name="Google Shape;1531;p8"/>
            <p:cNvSpPr/>
            <p:nvPr/>
          </p:nvSpPr>
          <p:spPr>
            <a:xfrm>
              <a:off x="3702625" y="1834196"/>
              <a:ext cx="45509" cy="28177"/>
            </a:xfrm>
            <a:custGeom>
              <a:rect b="b" l="l" r="r" t="t"/>
              <a:pathLst>
                <a:path extrusionOk="0" h="1073" w="1733">
                  <a:moveTo>
                    <a:pt x="0" y="0"/>
                  </a:moveTo>
                  <a:lnTo>
                    <a:pt x="0" y="862"/>
                  </a:lnTo>
                  <a:cubicBezTo>
                    <a:pt x="0" y="977"/>
                    <a:pt x="96" y="1072"/>
                    <a:pt x="220" y="1072"/>
                  </a:cubicBezTo>
                  <a:lnTo>
                    <a:pt x="1512" y="1072"/>
                  </a:lnTo>
                  <a:cubicBezTo>
                    <a:pt x="1637" y="1072"/>
                    <a:pt x="1732" y="977"/>
                    <a:pt x="1732" y="862"/>
                  </a:cubicBezTo>
                  <a:lnTo>
                    <a:pt x="1732" y="0"/>
                  </a:lnTo>
                  <a:close/>
                </a:path>
              </a:pathLst>
            </a:custGeom>
            <a:solidFill>
              <a:srgbClr val="74879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2" name="Google Shape;1532;p8"/>
            <p:cNvSpPr/>
            <p:nvPr/>
          </p:nvSpPr>
          <p:spPr>
            <a:xfrm>
              <a:off x="3691307" y="1759303"/>
              <a:ext cx="11344" cy="74920"/>
            </a:xfrm>
            <a:custGeom>
              <a:rect b="b" l="l" r="r" t="t"/>
              <a:pathLst>
                <a:path extrusionOk="0" h="2853" w="432">
                  <a:moveTo>
                    <a:pt x="67" y="1"/>
                  </a:moveTo>
                  <a:cubicBezTo>
                    <a:pt x="29" y="67"/>
                    <a:pt x="0" y="154"/>
                    <a:pt x="0" y="230"/>
                  </a:cubicBezTo>
                  <a:lnTo>
                    <a:pt x="0" y="1493"/>
                  </a:lnTo>
                  <a:cubicBezTo>
                    <a:pt x="0" y="1953"/>
                    <a:pt x="144" y="2412"/>
                    <a:pt x="402" y="2805"/>
                  </a:cubicBezTo>
                  <a:lnTo>
                    <a:pt x="431" y="2852"/>
                  </a:lnTo>
                  <a:lnTo>
                    <a:pt x="431" y="489"/>
                  </a:lnTo>
                  <a:cubicBezTo>
                    <a:pt x="431" y="355"/>
                    <a:pt x="374" y="230"/>
                    <a:pt x="259" y="144"/>
                  </a:cubicBezTo>
                  <a:lnTo>
                    <a:pt x="67" y="1"/>
                  </a:lnTo>
                  <a:close/>
                </a:path>
              </a:pathLst>
            </a:custGeom>
            <a:solidFill>
              <a:srgbClr val="8297A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3" name="Google Shape;1533;p8"/>
            <p:cNvSpPr/>
            <p:nvPr/>
          </p:nvSpPr>
          <p:spPr>
            <a:xfrm>
              <a:off x="3748107" y="1759303"/>
              <a:ext cx="11318" cy="74920"/>
            </a:xfrm>
            <a:custGeom>
              <a:rect b="b" l="l" r="r" t="t"/>
              <a:pathLst>
                <a:path extrusionOk="0" h="2853" w="431">
                  <a:moveTo>
                    <a:pt x="364" y="1"/>
                  </a:moveTo>
                  <a:lnTo>
                    <a:pt x="173" y="144"/>
                  </a:lnTo>
                  <a:cubicBezTo>
                    <a:pt x="58" y="230"/>
                    <a:pt x="0" y="355"/>
                    <a:pt x="0" y="489"/>
                  </a:cubicBezTo>
                  <a:lnTo>
                    <a:pt x="0" y="2852"/>
                  </a:lnTo>
                  <a:lnTo>
                    <a:pt x="29" y="2805"/>
                  </a:lnTo>
                  <a:cubicBezTo>
                    <a:pt x="287" y="2412"/>
                    <a:pt x="431" y="1953"/>
                    <a:pt x="431" y="1493"/>
                  </a:cubicBezTo>
                  <a:lnTo>
                    <a:pt x="431" y="230"/>
                  </a:lnTo>
                  <a:cubicBezTo>
                    <a:pt x="431" y="154"/>
                    <a:pt x="402" y="67"/>
                    <a:pt x="364" y="1"/>
                  </a:cubicBezTo>
                  <a:close/>
                </a:path>
              </a:pathLst>
            </a:custGeom>
            <a:solidFill>
              <a:srgbClr val="8297A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4" name="Google Shape;1534;p8"/>
            <p:cNvSpPr/>
            <p:nvPr/>
          </p:nvSpPr>
          <p:spPr>
            <a:xfrm>
              <a:off x="3722477" y="1845514"/>
              <a:ext cx="5803" cy="17095"/>
            </a:xfrm>
            <a:custGeom>
              <a:rect b="b" l="l" r="r" t="t"/>
              <a:pathLst>
                <a:path extrusionOk="0" h="651" w="221">
                  <a:moveTo>
                    <a:pt x="115" y="0"/>
                  </a:moveTo>
                  <a:cubicBezTo>
                    <a:pt x="48" y="0"/>
                    <a:pt x="0" y="48"/>
                    <a:pt x="0" y="105"/>
                  </a:cubicBezTo>
                  <a:lnTo>
                    <a:pt x="0" y="651"/>
                  </a:lnTo>
                  <a:lnTo>
                    <a:pt x="220" y="651"/>
                  </a:lnTo>
                  <a:lnTo>
                    <a:pt x="220" y="105"/>
                  </a:lnTo>
                  <a:cubicBezTo>
                    <a:pt x="220" y="48"/>
                    <a:pt x="172" y="0"/>
                    <a:pt x="115" y="0"/>
                  </a:cubicBezTo>
                  <a:close/>
                </a:path>
              </a:pathLst>
            </a:custGeom>
            <a:solidFill>
              <a:srgbClr val="61778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5" name="Google Shape;1535;p8"/>
            <p:cNvSpPr/>
            <p:nvPr/>
          </p:nvSpPr>
          <p:spPr>
            <a:xfrm>
              <a:off x="3702625" y="1686930"/>
              <a:ext cx="45509" cy="22662"/>
            </a:xfrm>
            <a:custGeom>
              <a:rect b="b" l="l" r="r" t="t"/>
              <a:pathLst>
                <a:path extrusionOk="0" h="863" w="1733">
                  <a:moveTo>
                    <a:pt x="651" y="0"/>
                  </a:moveTo>
                  <a:cubicBezTo>
                    <a:pt x="297" y="0"/>
                    <a:pt x="0" y="287"/>
                    <a:pt x="0" y="641"/>
                  </a:cubicBezTo>
                  <a:cubicBezTo>
                    <a:pt x="530" y="794"/>
                    <a:pt x="1076" y="862"/>
                    <a:pt x="1624" y="862"/>
                  </a:cubicBezTo>
                  <a:cubicBezTo>
                    <a:pt x="1660" y="862"/>
                    <a:pt x="1696" y="862"/>
                    <a:pt x="1732" y="862"/>
                  </a:cubicBezTo>
                  <a:lnTo>
                    <a:pt x="1732" y="641"/>
                  </a:lnTo>
                  <a:cubicBezTo>
                    <a:pt x="1732" y="287"/>
                    <a:pt x="1436" y="0"/>
                    <a:pt x="1081" y="0"/>
                  </a:cubicBezTo>
                  <a:close/>
                </a:path>
              </a:pathLst>
            </a:custGeom>
            <a:solidFill>
              <a:srgbClr val="657A8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6" name="Google Shape;1536;p8"/>
            <p:cNvSpPr/>
            <p:nvPr/>
          </p:nvSpPr>
          <p:spPr>
            <a:xfrm>
              <a:off x="3702625" y="1686930"/>
              <a:ext cx="31171" cy="20640"/>
            </a:xfrm>
            <a:custGeom>
              <a:rect b="b" l="l" r="r" t="t"/>
              <a:pathLst>
                <a:path extrusionOk="0" h="786" w="1187">
                  <a:moveTo>
                    <a:pt x="651" y="0"/>
                  </a:moveTo>
                  <a:cubicBezTo>
                    <a:pt x="297" y="0"/>
                    <a:pt x="0" y="287"/>
                    <a:pt x="0" y="641"/>
                  </a:cubicBezTo>
                  <a:cubicBezTo>
                    <a:pt x="220" y="708"/>
                    <a:pt x="431" y="756"/>
                    <a:pt x="651" y="785"/>
                  </a:cubicBezTo>
                  <a:lnTo>
                    <a:pt x="651" y="641"/>
                  </a:lnTo>
                  <a:cubicBezTo>
                    <a:pt x="651" y="326"/>
                    <a:pt x="881" y="58"/>
                    <a:pt x="1187" y="10"/>
                  </a:cubicBezTo>
                  <a:cubicBezTo>
                    <a:pt x="1158" y="0"/>
                    <a:pt x="1120" y="0"/>
                    <a:pt x="1081" y="0"/>
                  </a:cubicBezTo>
                  <a:close/>
                </a:path>
              </a:pathLst>
            </a:custGeom>
            <a:solidFill>
              <a:srgbClr val="657A8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0" name="Shape 1540"/>
        <p:cNvGrpSpPr/>
        <p:nvPr/>
      </p:nvGrpSpPr>
      <p:grpSpPr>
        <a:xfrm>
          <a:off x="0" y="0"/>
          <a:ext cx="0" cy="0"/>
          <a:chOff x="0" y="0"/>
          <a:chExt cx="0" cy="0"/>
        </a:xfrm>
      </p:grpSpPr>
      <p:sp>
        <p:nvSpPr>
          <p:cNvPr id="1541" name="Google Shape;1541;p9"/>
          <p:cNvSpPr txBox="1"/>
          <p:nvPr>
            <p:ph type="title"/>
          </p:nvPr>
        </p:nvSpPr>
        <p:spPr>
          <a:xfrm>
            <a:off x="713225" y="445025"/>
            <a:ext cx="7717800" cy="5727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3000"/>
              <a:buNone/>
            </a:pPr>
            <a:r>
              <a:rPr lang="en-US"/>
              <a:t>Method</a:t>
            </a:r>
            <a:endParaRPr/>
          </a:p>
        </p:txBody>
      </p:sp>
      <p:sp>
        <p:nvSpPr>
          <p:cNvPr id="1542" name="Google Shape;1542;p9"/>
          <p:cNvSpPr txBox="1"/>
          <p:nvPr>
            <p:ph idx="1" type="body"/>
          </p:nvPr>
        </p:nvSpPr>
        <p:spPr>
          <a:xfrm>
            <a:off x="713325" y="1256175"/>
            <a:ext cx="7717800" cy="3447600"/>
          </a:xfrm>
          <a:prstGeom prst="rect">
            <a:avLst/>
          </a:prstGeom>
          <a:noFill/>
          <a:ln>
            <a:noFill/>
          </a:ln>
        </p:spPr>
        <p:txBody>
          <a:bodyPr anchorCtr="0" anchor="ctr" bIns="91425" lIns="91425" spcFirstLastPara="1" rIns="91425" wrap="square" tIns="91425">
            <a:noAutofit/>
          </a:bodyPr>
          <a:lstStyle/>
          <a:p>
            <a:pPr indent="-317500" lvl="0" marL="457200" rtl="0" algn="l">
              <a:lnSpc>
                <a:spcPct val="150000"/>
              </a:lnSpc>
              <a:spcBef>
                <a:spcPts val="0"/>
              </a:spcBef>
              <a:spcAft>
                <a:spcPts val="0"/>
              </a:spcAft>
              <a:buSzPts val="1400"/>
              <a:buFont typeface="Arial"/>
              <a:buAutoNum type="arabicParenR"/>
            </a:pPr>
            <a:r>
              <a:rPr lang="en-US" sz="1600">
                <a:solidFill>
                  <a:srgbClr val="EB9253"/>
                </a:solidFill>
              </a:rPr>
              <a:t>Literature review </a:t>
            </a:r>
            <a:r>
              <a:rPr lang="en-US" sz="1600"/>
              <a:t>of existing CSP realization techniques</a:t>
            </a:r>
            <a:endParaRPr/>
          </a:p>
          <a:p>
            <a:pPr indent="-317500" lvl="0" marL="457200" rtl="0" algn="l">
              <a:lnSpc>
                <a:spcPct val="150000"/>
              </a:lnSpc>
              <a:spcBef>
                <a:spcPts val="0"/>
              </a:spcBef>
              <a:spcAft>
                <a:spcPts val="0"/>
              </a:spcAft>
              <a:buSzPts val="1400"/>
              <a:buFont typeface="Arial"/>
              <a:buAutoNum type="arabicParenR"/>
            </a:pPr>
            <a:r>
              <a:rPr lang="en-US" sz="1600"/>
              <a:t>Modify existing techniques to </a:t>
            </a:r>
            <a:r>
              <a:rPr lang="en-US" sz="1600">
                <a:solidFill>
                  <a:schemeClr val="accent6"/>
                </a:solidFill>
              </a:rPr>
              <a:t>reduce complexity</a:t>
            </a:r>
            <a:endParaRPr/>
          </a:p>
          <a:p>
            <a:pPr indent="-317500" lvl="0" marL="457200" rtl="0" algn="l">
              <a:lnSpc>
                <a:spcPct val="150000"/>
              </a:lnSpc>
              <a:spcBef>
                <a:spcPts val="0"/>
              </a:spcBef>
              <a:spcAft>
                <a:spcPts val="0"/>
              </a:spcAft>
              <a:buSzPts val="1400"/>
              <a:buFont typeface="Arial"/>
              <a:buAutoNum type="arabicParenR"/>
            </a:pPr>
            <a:r>
              <a:rPr lang="en-US" sz="1600">
                <a:solidFill>
                  <a:schemeClr val="lt2"/>
                </a:solidFill>
              </a:rPr>
              <a:t>Implement</a:t>
            </a:r>
            <a:r>
              <a:rPr lang="en-US" sz="1600"/>
              <a:t> on a small satellite grade FPGA</a:t>
            </a:r>
            <a:endParaRPr/>
          </a:p>
          <a:p>
            <a:pPr indent="-317500" lvl="0" marL="457200" rtl="0" algn="l">
              <a:lnSpc>
                <a:spcPct val="150000"/>
              </a:lnSpc>
              <a:spcBef>
                <a:spcPts val="0"/>
              </a:spcBef>
              <a:spcAft>
                <a:spcPts val="0"/>
              </a:spcAft>
              <a:buSzPts val="1400"/>
              <a:buFont typeface="Arial"/>
              <a:buAutoNum type="arabicParenR"/>
            </a:pPr>
            <a:r>
              <a:rPr lang="en-US" sz="1600">
                <a:solidFill>
                  <a:srgbClr val="EB9253"/>
                </a:solidFill>
              </a:rPr>
              <a:t>Characterize</a:t>
            </a:r>
            <a:r>
              <a:rPr lang="en-US" sz="1600">
                <a:solidFill>
                  <a:schemeClr val="dk1"/>
                </a:solidFill>
              </a:rPr>
              <a:t> performance</a:t>
            </a:r>
            <a:endParaRPr/>
          </a:p>
          <a:p>
            <a:pPr indent="-317500" lvl="0" marL="457200" rtl="0" algn="l">
              <a:lnSpc>
                <a:spcPct val="150000"/>
              </a:lnSpc>
              <a:spcBef>
                <a:spcPts val="0"/>
              </a:spcBef>
              <a:spcAft>
                <a:spcPts val="0"/>
              </a:spcAft>
              <a:buSzPts val="1400"/>
              <a:buFont typeface="Arial"/>
              <a:buAutoNum type="arabicParenR"/>
            </a:pPr>
            <a:r>
              <a:rPr lang="en-US" sz="1600">
                <a:solidFill>
                  <a:schemeClr val="accent6"/>
                </a:solidFill>
              </a:rPr>
              <a:t>Evaluate</a:t>
            </a:r>
            <a:r>
              <a:rPr lang="en-US" sz="1600"/>
              <a:t> future optimization techniques</a:t>
            </a:r>
            <a:endParaRPr/>
          </a:p>
          <a:p>
            <a:pPr indent="-228600" lvl="0" marL="457200" rtl="0" algn="l">
              <a:lnSpc>
                <a:spcPct val="100000"/>
              </a:lnSpc>
              <a:spcBef>
                <a:spcPts val="0"/>
              </a:spcBef>
              <a:spcAft>
                <a:spcPts val="0"/>
              </a:spcAft>
              <a:buSzPts val="1400"/>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6" name="Shape 1546"/>
        <p:cNvGrpSpPr/>
        <p:nvPr/>
      </p:nvGrpSpPr>
      <p:grpSpPr>
        <a:xfrm>
          <a:off x="0" y="0"/>
          <a:ext cx="0" cy="0"/>
          <a:chOff x="0" y="0"/>
          <a:chExt cx="0" cy="0"/>
        </a:xfrm>
      </p:grpSpPr>
      <p:grpSp>
        <p:nvGrpSpPr>
          <p:cNvPr id="1547" name="Google Shape;1547;p10"/>
          <p:cNvGrpSpPr/>
          <p:nvPr/>
        </p:nvGrpSpPr>
        <p:grpSpPr>
          <a:xfrm rot="5400000">
            <a:off x="3579013" y="444856"/>
            <a:ext cx="1437640" cy="1437712"/>
            <a:chOff x="637025" y="1546150"/>
            <a:chExt cx="721200" cy="721200"/>
          </a:xfrm>
        </p:grpSpPr>
        <p:grpSp>
          <p:nvGrpSpPr>
            <p:cNvPr id="1548" name="Google Shape;1548;p10"/>
            <p:cNvGrpSpPr/>
            <p:nvPr/>
          </p:nvGrpSpPr>
          <p:grpSpPr>
            <a:xfrm>
              <a:off x="637025" y="1546150"/>
              <a:ext cx="721200" cy="721200"/>
              <a:chOff x="271975" y="1017725"/>
              <a:chExt cx="721200" cy="721200"/>
            </a:xfrm>
          </p:grpSpPr>
          <p:sp>
            <p:nvSpPr>
              <p:cNvPr id="1549" name="Google Shape;1549;p10"/>
              <p:cNvSpPr/>
              <p:nvPr/>
            </p:nvSpPr>
            <p:spPr>
              <a:xfrm>
                <a:off x="271975" y="1017725"/>
                <a:ext cx="721200" cy="7212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0" name="Google Shape;1550;p10"/>
              <p:cNvSpPr/>
              <p:nvPr/>
            </p:nvSpPr>
            <p:spPr>
              <a:xfrm>
                <a:off x="343675" y="1089425"/>
                <a:ext cx="577800" cy="577800"/>
              </a:xfrm>
              <a:prstGeom prst="ellips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551" name="Google Shape;1551;p10"/>
            <p:cNvSpPr/>
            <p:nvPr/>
          </p:nvSpPr>
          <p:spPr>
            <a:xfrm>
              <a:off x="1194200" y="1584375"/>
              <a:ext cx="71100" cy="71100"/>
            </a:xfrm>
            <a:prstGeom prst="ellipse">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2" name="Google Shape;1552;p10"/>
            <p:cNvSpPr/>
            <p:nvPr/>
          </p:nvSpPr>
          <p:spPr>
            <a:xfrm>
              <a:off x="713225" y="2151950"/>
              <a:ext cx="71100" cy="71100"/>
            </a:xfrm>
            <a:prstGeom prst="ellipse">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553" name="Google Shape;1553;p10"/>
          <p:cNvSpPr txBox="1"/>
          <p:nvPr/>
        </p:nvSpPr>
        <p:spPr>
          <a:xfrm>
            <a:off x="2513315" y="3310924"/>
            <a:ext cx="3677700" cy="1293300"/>
          </a:xfrm>
          <a:prstGeom prst="rect">
            <a:avLst/>
          </a:prstGeom>
          <a:noFill/>
          <a:ln>
            <a:noFill/>
          </a:ln>
        </p:spPr>
        <p:txBody>
          <a:bodyPr anchorCtr="0" anchor="ctr" bIns="91425" lIns="91425" spcFirstLastPara="1" rIns="91425" wrap="square" tIns="91425">
            <a:noAutofit/>
          </a:bodyPr>
          <a:lstStyle/>
          <a:p>
            <a:pPr indent="0" lvl="0" marL="139700" marR="0" rtl="0" algn="l">
              <a:lnSpc>
                <a:spcPct val="100000"/>
              </a:lnSpc>
              <a:spcBef>
                <a:spcPts val="0"/>
              </a:spcBef>
              <a:spcAft>
                <a:spcPts val="0"/>
              </a:spcAft>
              <a:buClr>
                <a:schemeClr val="dk1"/>
              </a:buClr>
              <a:buSzPts val="1400"/>
              <a:buFont typeface="Nunito"/>
              <a:buNone/>
            </a:pPr>
            <a:r>
              <a:rPr b="0" i="1" lang="en-US" sz="1200" u="none" cap="none" strike="noStrike">
                <a:solidFill>
                  <a:schemeClr val="dk1"/>
                </a:solidFill>
                <a:latin typeface="Nunito"/>
                <a:ea typeface="Nunito"/>
                <a:cs typeface="Nunito"/>
                <a:sym typeface="Nunito"/>
              </a:rPr>
              <a:t>No, no!  The adventures first, the explanations take such a dreadful time.</a:t>
            </a:r>
            <a:endParaRPr/>
          </a:p>
          <a:p>
            <a:pPr indent="-228600" lvl="0" marL="457200" marR="0" rtl="0" algn="ctr">
              <a:lnSpc>
                <a:spcPct val="100000"/>
              </a:lnSpc>
              <a:spcBef>
                <a:spcPts val="0"/>
              </a:spcBef>
              <a:spcAft>
                <a:spcPts val="0"/>
              </a:spcAft>
              <a:buClr>
                <a:schemeClr val="dk1"/>
              </a:buClr>
              <a:buSzPts val="1400"/>
              <a:buFont typeface="Nunito"/>
              <a:buNone/>
            </a:pPr>
            <a:r>
              <a:t/>
            </a:r>
            <a:endParaRPr b="0" i="1" sz="1200" u="none" cap="none" strike="noStrike">
              <a:solidFill>
                <a:schemeClr val="dk1"/>
              </a:solidFill>
              <a:latin typeface="Nunito"/>
              <a:ea typeface="Nunito"/>
              <a:cs typeface="Nunito"/>
              <a:sym typeface="Nunito"/>
            </a:endParaRPr>
          </a:p>
          <a:p>
            <a:pPr indent="0" lvl="0" marL="139700" marR="0" rtl="0" algn="ctr">
              <a:lnSpc>
                <a:spcPct val="100000"/>
              </a:lnSpc>
              <a:spcBef>
                <a:spcPts val="0"/>
              </a:spcBef>
              <a:spcAft>
                <a:spcPts val="0"/>
              </a:spcAft>
              <a:buClr>
                <a:schemeClr val="dk1"/>
              </a:buClr>
              <a:buSzPts val="1400"/>
              <a:buFont typeface="Nunito"/>
              <a:buNone/>
            </a:pPr>
            <a:r>
              <a:rPr b="0" i="0" lang="en-US" sz="1200" u="none" cap="none" strike="noStrike">
                <a:solidFill>
                  <a:schemeClr val="dk1"/>
                </a:solidFill>
                <a:latin typeface="Nunito"/>
                <a:ea typeface="Nunito"/>
                <a:cs typeface="Nunito"/>
                <a:sym typeface="Nunito"/>
              </a:rPr>
              <a:t>–Lewis Carroll</a:t>
            </a:r>
            <a:endParaRPr/>
          </a:p>
          <a:p>
            <a:pPr indent="-228600" lvl="0" marL="457200" marR="0" rtl="0" algn="ctr">
              <a:lnSpc>
                <a:spcPct val="100000"/>
              </a:lnSpc>
              <a:spcBef>
                <a:spcPts val="0"/>
              </a:spcBef>
              <a:spcAft>
                <a:spcPts val="0"/>
              </a:spcAft>
              <a:buClr>
                <a:schemeClr val="dk1"/>
              </a:buClr>
              <a:buSzPts val="1400"/>
              <a:buFont typeface="Nunito"/>
              <a:buNone/>
            </a:pPr>
            <a:r>
              <a:t/>
            </a:r>
            <a:endParaRPr b="0" i="1" sz="1200" u="none" cap="none" strike="noStrike">
              <a:solidFill>
                <a:schemeClr val="dk1"/>
              </a:solidFill>
              <a:latin typeface="Nunito"/>
              <a:ea typeface="Nunito"/>
              <a:cs typeface="Nunito"/>
              <a:sym typeface="Nunito"/>
            </a:endParaRPr>
          </a:p>
        </p:txBody>
      </p:sp>
      <p:sp>
        <p:nvSpPr>
          <p:cNvPr id="1554" name="Google Shape;1554;p10"/>
          <p:cNvSpPr txBox="1"/>
          <p:nvPr/>
        </p:nvSpPr>
        <p:spPr>
          <a:xfrm>
            <a:off x="2513315" y="2284720"/>
            <a:ext cx="3677700" cy="6141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000"/>
              <a:buFont typeface="Dosis"/>
              <a:buNone/>
            </a:pPr>
            <a:r>
              <a:rPr b="0" i="0" lang="en-US" sz="3000" u="none" cap="none" strike="noStrike">
                <a:solidFill>
                  <a:schemeClr val="dk1"/>
                </a:solidFill>
                <a:latin typeface="Dosis"/>
                <a:ea typeface="Dosis"/>
                <a:cs typeface="Dosis"/>
                <a:sym typeface="Dosis"/>
              </a:rPr>
              <a:t> BACKGROUND</a:t>
            </a:r>
            <a:endParaRPr/>
          </a:p>
        </p:txBody>
      </p:sp>
      <p:sp>
        <p:nvSpPr>
          <p:cNvPr id="1555" name="Google Shape;1555;p10"/>
          <p:cNvSpPr txBox="1"/>
          <p:nvPr/>
        </p:nvSpPr>
        <p:spPr>
          <a:xfrm>
            <a:off x="3997762" y="539276"/>
            <a:ext cx="1734748" cy="120032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7200" u="none" cap="none" strike="noStrike">
                <a:solidFill>
                  <a:srgbClr val="EB9253"/>
                </a:solidFill>
                <a:latin typeface="Dosis"/>
                <a:ea typeface="Dosis"/>
                <a:cs typeface="Dosis"/>
                <a:sym typeface="Dosis"/>
              </a:rPr>
              <a:t>II.</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9" name="Shape 1559"/>
        <p:cNvGrpSpPr/>
        <p:nvPr/>
      </p:nvGrpSpPr>
      <p:grpSpPr>
        <a:xfrm>
          <a:off x="0" y="0"/>
          <a:ext cx="0" cy="0"/>
          <a:chOff x="0" y="0"/>
          <a:chExt cx="0" cy="0"/>
        </a:xfrm>
      </p:grpSpPr>
      <p:sp>
        <p:nvSpPr>
          <p:cNvPr id="1560" name="Google Shape;1560;p11"/>
          <p:cNvSpPr txBox="1"/>
          <p:nvPr>
            <p:ph type="title"/>
          </p:nvPr>
        </p:nvSpPr>
        <p:spPr>
          <a:xfrm>
            <a:off x="273423" y="2177527"/>
            <a:ext cx="4069977" cy="5727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3000"/>
              <a:buNone/>
            </a:pPr>
            <a:r>
              <a:rPr lang="en-US">
                <a:solidFill>
                  <a:schemeClr val="accent6"/>
                </a:solidFill>
              </a:rPr>
              <a:t>Cyclostationary Signal Processing (CSP):</a:t>
            </a:r>
            <a:br>
              <a:rPr lang="en-US"/>
            </a:br>
            <a:r>
              <a:rPr lang="en-US">
                <a:solidFill>
                  <a:schemeClr val="dk2"/>
                </a:solidFill>
              </a:rPr>
              <a:t>Quadrature Amplitude Modulation (QAM)</a:t>
            </a:r>
            <a:endParaRPr/>
          </a:p>
        </p:txBody>
      </p:sp>
      <p:pic>
        <p:nvPicPr>
          <p:cNvPr id="1561" name="Google Shape;1561;p11"/>
          <p:cNvPicPr preferRelativeResize="0"/>
          <p:nvPr/>
        </p:nvPicPr>
        <p:blipFill rotWithShape="1">
          <a:blip r:embed="rId3">
            <a:alphaModFix/>
          </a:blip>
          <a:srcRect b="0" l="0" r="0" t="0"/>
          <a:stretch/>
        </p:blipFill>
        <p:spPr>
          <a:xfrm>
            <a:off x="4459940" y="1489266"/>
            <a:ext cx="4069977" cy="3180788"/>
          </a:xfrm>
          <a:prstGeom prst="roundRect">
            <a:avLst>
              <a:gd fmla="val 8594" name="adj"/>
            </a:avLst>
          </a:prstGeom>
          <a:solidFill>
            <a:srgbClr val="ECECEC"/>
          </a:solidFill>
          <a:ln>
            <a:noFill/>
          </a:ln>
          <a:effectLst>
            <a:reflection blurRad="0" dir="5400000" dist="5000" endA="0" endPos="28000" kx="0" rotWithShape="0" algn="bl" stA="38000" stPos="0" sy="-100000" ky="0"/>
          </a:effectLst>
        </p:spPr>
      </p:pic>
      <p:pic>
        <p:nvPicPr>
          <p:cNvPr id="1562" name="Google Shape;1562;p11"/>
          <p:cNvPicPr preferRelativeResize="0"/>
          <p:nvPr/>
        </p:nvPicPr>
        <p:blipFill rotWithShape="1">
          <a:blip r:embed="rId4">
            <a:alphaModFix/>
          </a:blip>
          <a:srcRect b="0" l="0" r="0" t="0"/>
          <a:stretch/>
        </p:blipFill>
        <p:spPr>
          <a:xfrm>
            <a:off x="273424" y="3712826"/>
            <a:ext cx="4069977" cy="957228"/>
          </a:xfrm>
          <a:prstGeom prst="roundRect">
            <a:avLst>
              <a:gd fmla="val 8594" name="adj"/>
            </a:avLst>
          </a:prstGeom>
          <a:solidFill>
            <a:srgbClr val="ECECEC"/>
          </a:solidFill>
          <a:ln>
            <a:noFill/>
          </a:ln>
          <a:effectLst>
            <a:reflection blurRad="0" dir="5400000" dist="5000" endA="0" endPos="28000" kx="0" rotWithShape="0" algn="bl" stA="38000" stPos="0" sy="-100000" ky="0"/>
          </a:effectLst>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6" name="Shape 1566"/>
        <p:cNvGrpSpPr/>
        <p:nvPr/>
      </p:nvGrpSpPr>
      <p:grpSpPr>
        <a:xfrm>
          <a:off x="0" y="0"/>
          <a:ext cx="0" cy="0"/>
          <a:chOff x="0" y="0"/>
          <a:chExt cx="0" cy="0"/>
        </a:xfrm>
      </p:grpSpPr>
      <p:sp>
        <p:nvSpPr>
          <p:cNvPr id="1567" name="Google Shape;1567;p12"/>
          <p:cNvSpPr txBox="1"/>
          <p:nvPr>
            <p:ph type="title"/>
          </p:nvPr>
        </p:nvSpPr>
        <p:spPr>
          <a:xfrm>
            <a:off x="273423" y="2177527"/>
            <a:ext cx="4069977" cy="5727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3000"/>
              <a:buNone/>
            </a:pPr>
            <a:r>
              <a:rPr lang="en-US">
                <a:solidFill>
                  <a:schemeClr val="accent6"/>
                </a:solidFill>
              </a:rPr>
              <a:t>Cyclostationary Signal Processing (CSP):</a:t>
            </a:r>
            <a:br>
              <a:rPr lang="en-US"/>
            </a:br>
            <a:r>
              <a:rPr lang="en-US">
                <a:solidFill>
                  <a:schemeClr val="dk2"/>
                </a:solidFill>
              </a:rPr>
              <a:t>The Autocorrelation Function (AF)</a:t>
            </a:r>
            <a:endParaRPr/>
          </a:p>
        </p:txBody>
      </p:sp>
      <p:pic>
        <p:nvPicPr>
          <p:cNvPr id="1568" name="Google Shape;1568;p12"/>
          <p:cNvPicPr preferRelativeResize="0"/>
          <p:nvPr/>
        </p:nvPicPr>
        <p:blipFill rotWithShape="1">
          <a:blip r:embed="rId3">
            <a:alphaModFix/>
          </a:blip>
          <a:srcRect b="0" l="0" r="0" t="0"/>
          <a:stretch/>
        </p:blipFill>
        <p:spPr>
          <a:xfrm>
            <a:off x="4572000" y="1153461"/>
            <a:ext cx="4272059" cy="3516593"/>
          </a:xfrm>
          <a:prstGeom prst="roundRect">
            <a:avLst>
              <a:gd fmla="val 8594" name="adj"/>
            </a:avLst>
          </a:prstGeom>
          <a:solidFill>
            <a:srgbClr val="ECECEC"/>
          </a:solidFill>
          <a:ln>
            <a:noFill/>
          </a:ln>
          <a:effectLst>
            <a:reflection blurRad="0" dir="5400000" dist="5000" endA="0" endPos="28000" kx="0" rotWithShape="0" algn="bl" stA="38000" stPos="0" sy="-100000" ky="0"/>
          </a:effectLst>
        </p:spPr>
      </p:pic>
      <p:pic>
        <p:nvPicPr>
          <p:cNvPr id="1569" name="Google Shape;1569;p12"/>
          <p:cNvPicPr preferRelativeResize="0"/>
          <p:nvPr/>
        </p:nvPicPr>
        <p:blipFill rotWithShape="1">
          <a:blip r:embed="rId4">
            <a:alphaModFix/>
          </a:blip>
          <a:srcRect b="0" l="0" r="0" t="0"/>
          <a:stretch/>
        </p:blipFill>
        <p:spPr>
          <a:xfrm>
            <a:off x="81591" y="3792070"/>
            <a:ext cx="4453639" cy="835512"/>
          </a:xfrm>
          <a:prstGeom prst="roundRect">
            <a:avLst>
              <a:gd fmla="val 8594" name="adj"/>
            </a:avLst>
          </a:prstGeom>
          <a:solidFill>
            <a:srgbClr val="ECECEC"/>
          </a:solidFill>
          <a:ln>
            <a:noFill/>
          </a:ln>
          <a:effectLst>
            <a:reflection blurRad="0" dir="5400000" dist="5000" endA="0" endPos="28000" kx="0" rotWithShape="0" algn="bl" stA="38000" stPos="0" sy="-100000" ky="0"/>
          </a:effectLst>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3" name="Shape 1573"/>
        <p:cNvGrpSpPr/>
        <p:nvPr/>
      </p:nvGrpSpPr>
      <p:grpSpPr>
        <a:xfrm>
          <a:off x="0" y="0"/>
          <a:ext cx="0" cy="0"/>
          <a:chOff x="0" y="0"/>
          <a:chExt cx="0" cy="0"/>
        </a:xfrm>
      </p:grpSpPr>
      <p:sp>
        <p:nvSpPr>
          <p:cNvPr id="1574" name="Google Shape;1574;p13"/>
          <p:cNvSpPr txBox="1"/>
          <p:nvPr>
            <p:ph type="title"/>
          </p:nvPr>
        </p:nvSpPr>
        <p:spPr>
          <a:xfrm>
            <a:off x="273423" y="2177527"/>
            <a:ext cx="4069977" cy="5727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3000"/>
              <a:buNone/>
            </a:pPr>
            <a:r>
              <a:rPr lang="en-US">
                <a:solidFill>
                  <a:schemeClr val="accent6"/>
                </a:solidFill>
              </a:rPr>
              <a:t>Cyclostationary Signal Processing (CSP):</a:t>
            </a:r>
            <a:br>
              <a:rPr lang="en-US"/>
            </a:br>
            <a:r>
              <a:rPr lang="en-US">
                <a:solidFill>
                  <a:schemeClr val="dk2"/>
                </a:solidFill>
              </a:rPr>
              <a:t>The Cyclic Autocorrelation Function (CAF)</a:t>
            </a:r>
            <a:endParaRPr/>
          </a:p>
        </p:txBody>
      </p:sp>
      <p:pic>
        <p:nvPicPr>
          <p:cNvPr id="1575" name="Google Shape;1575;p13"/>
          <p:cNvPicPr preferRelativeResize="0"/>
          <p:nvPr/>
        </p:nvPicPr>
        <p:blipFill rotWithShape="1">
          <a:blip r:embed="rId3">
            <a:alphaModFix/>
          </a:blip>
          <a:srcRect b="0" l="0" r="0" t="0"/>
          <a:stretch/>
        </p:blipFill>
        <p:spPr>
          <a:xfrm>
            <a:off x="4449184" y="1151765"/>
            <a:ext cx="4387780" cy="3428160"/>
          </a:xfrm>
          <a:prstGeom prst="roundRect">
            <a:avLst>
              <a:gd fmla="val 8594" name="adj"/>
            </a:avLst>
          </a:prstGeom>
          <a:solidFill>
            <a:srgbClr val="ECECEC"/>
          </a:solidFill>
          <a:ln>
            <a:noFill/>
          </a:ln>
          <a:effectLst>
            <a:reflection blurRad="0" dir="5400000" dist="5000" endA="0" endPos="28000" kx="0" rotWithShape="0" algn="bl" stA="38000" stPos="0" sy="-100000" ky="0"/>
          </a:effectLst>
        </p:spPr>
      </p:pic>
      <p:pic>
        <p:nvPicPr>
          <p:cNvPr id="1576" name="Google Shape;1576;p13"/>
          <p:cNvPicPr preferRelativeResize="0"/>
          <p:nvPr/>
        </p:nvPicPr>
        <p:blipFill rotWithShape="1">
          <a:blip r:embed="rId4">
            <a:alphaModFix/>
          </a:blip>
          <a:srcRect b="0" l="0" r="0" t="0"/>
          <a:stretch/>
        </p:blipFill>
        <p:spPr>
          <a:xfrm>
            <a:off x="138952" y="3746167"/>
            <a:ext cx="4069977" cy="833758"/>
          </a:xfrm>
          <a:prstGeom prst="roundRect">
            <a:avLst>
              <a:gd fmla="val 8594" name="adj"/>
            </a:avLst>
          </a:prstGeom>
          <a:solidFill>
            <a:srgbClr val="ECECEC"/>
          </a:solidFill>
          <a:ln>
            <a:noFill/>
          </a:ln>
          <a:effectLst>
            <a:reflection blurRad="0" dir="5400000" dist="5000" endA="0" endPos="28000" kx="0" rotWithShape="0" algn="bl" stA="38000" stPos="0" sy="-100000" ky="0"/>
          </a:effectLst>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0" name="Shape 1580"/>
        <p:cNvGrpSpPr/>
        <p:nvPr/>
      </p:nvGrpSpPr>
      <p:grpSpPr>
        <a:xfrm>
          <a:off x="0" y="0"/>
          <a:ext cx="0" cy="0"/>
          <a:chOff x="0" y="0"/>
          <a:chExt cx="0" cy="0"/>
        </a:xfrm>
      </p:grpSpPr>
      <p:sp>
        <p:nvSpPr>
          <p:cNvPr id="1581" name="Google Shape;1581;p14"/>
          <p:cNvSpPr txBox="1"/>
          <p:nvPr>
            <p:ph type="title"/>
          </p:nvPr>
        </p:nvSpPr>
        <p:spPr>
          <a:xfrm>
            <a:off x="224118" y="1594573"/>
            <a:ext cx="4069977" cy="5727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3000"/>
              <a:buNone/>
            </a:pPr>
            <a:r>
              <a:rPr lang="en-US">
                <a:solidFill>
                  <a:srgbClr val="EB9253"/>
                </a:solidFill>
              </a:rPr>
              <a:t>Spectral Density:</a:t>
            </a:r>
            <a:br>
              <a:rPr lang="en-US"/>
            </a:br>
            <a:r>
              <a:rPr lang="en-US">
                <a:solidFill>
                  <a:schemeClr val="dk2"/>
                </a:solidFill>
              </a:rPr>
              <a:t>The Periodogram</a:t>
            </a:r>
            <a:endParaRPr/>
          </a:p>
        </p:txBody>
      </p:sp>
      <p:pic>
        <p:nvPicPr>
          <p:cNvPr id="1582" name="Google Shape;1582;p14"/>
          <p:cNvPicPr preferRelativeResize="0"/>
          <p:nvPr/>
        </p:nvPicPr>
        <p:blipFill rotWithShape="1">
          <a:blip r:embed="rId3">
            <a:alphaModFix/>
          </a:blip>
          <a:srcRect b="0" l="0" r="0" t="0"/>
          <a:stretch/>
        </p:blipFill>
        <p:spPr>
          <a:xfrm>
            <a:off x="4343400" y="956223"/>
            <a:ext cx="4459941" cy="3623702"/>
          </a:xfrm>
          <a:prstGeom prst="roundRect">
            <a:avLst>
              <a:gd fmla="val 8594" name="adj"/>
            </a:avLst>
          </a:prstGeom>
          <a:solidFill>
            <a:srgbClr val="ECECEC"/>
          </a:solidFill>
          <a:ln>
            <a:noFill/>
          </a:ln>
          <a:effectLst>
            <a:reflection blurRad="0" dir="5400000" dist="5000" endA="0" endPos="28000" kx="0" rotWithShape="0" algn="bl" stA="38000" stPos="0" sy="-100000" ky="0"/>
          </a:effectLst>
        </p:spPr>
      </p:pic>
      <p:pic>
        <p:nvPicPr>
          <p:cNvPr id="1583" name="Google Shape;1583;p14"/>
          <p:cNvPicPr preferRelativeResize="0"/>
          <p:nvPr/>
        </p:nvPicPr>
        <p:blipFill rotWithShape="1">
          <a:blip r:embed="rId4">
            <a:alphaModFix/>
          </a:blip>
          <a:srcRect b="0" l="0" r="0" t="0"/>
          <a:stretch/>
        </p:blipFill>
        <p:spPr>
          <a:xfrm>
            <a:off x="224118" y="3262577"/>
            <a:ext cx="3868270" cy="1339016"/>
          </a:xfrm>
          <a:prstGeom prst="roundRect">
            <a:avLst>
              <a:gd fmla="val 8594" name="adj"/>
            </a:avLst>
          </a:prstGeom>
          <a:solidFill>
            <a:srgbClr val="ECECEC"/>
          </a:solidFill>
          <a:ln>
            <a:noFill/>
          </a:ln>
          <a:effectLst>
            <a:reflection blurRad="0" dir="5400000" dist="5000" endA="0" endPos="28000" kx="0" rotWithShape="0" algn="bl" stA="38000" stPos="0" sy="-100000" ky="0"/>
          </a:effectLst>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7" name="Shape 1587"/>
        <p:cNvGrpSpPr/>
        <p:nvPr/>
      </p:nvGrpSpPr>
      <p:grpSpPr>
        <a:xfrm>
          <a:off x="0" y="0"/>
          <a:ext cx="0" cy="0"/>
          <a:chOff x="0" y="0"/>
          <a:chExt cx="0" cy="0"/>
        </a:xfrm>
      </p:grpSpPr>
      <p:sp>
        <p:nvSpPr>
          <p:cNvPr id="1588" name="Google Shape;1588;p15"/>
          <p:cNvSpPr txBox="1"/>
          <p:nvPr>
            <p:ph type="title"/>
          </p:nvPr>
        </p:nvSpPr>
        <p:spPr>
          <a:xfrm>
            <a:off x="192742" y="1648362"/>
            <a:ext cx="4069977" cy="5727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3000"/>
              <a:buNone/>
            </a:pPr>
            <a:r>
              <a:rPr lang="en-US">
                <a:solidFill>
                  <a:srgbClr val="EB9253"/>
                </a:solidFill>
              </a:rPr>
              <a:t>Spectral Density:</a:t>
            </a:r>
            <a:br>
              <a:rPr lang="en-US"/>
            </a:br>
            <a:r>
              <a:rPr lang="en-US">
                <a:solidFill>
                  <a:schemeClr val="dk2"/>
                </a:solidFill>
              </a:rPr>
              <a:t>The Power Spectral Density Function (PSD)</a:t>
            </a:r>
            <a:endParaRPr/>
          </a:p>
        </p:txBody>
      </p:sp>
      <p:pic>
        <p:nvPicPr>
          <p:cNvPr id="1589" name="Google Shape;1589;p15"/>
          <p:cNvPicPr preferRelativeResize="0"/>
          <p:nvPr/>
        </p:nvPicPr>
        <p:blipFill rotWithShape="1">
          <a:blip r:embed="rId3">
            <a:alphaModFix/>
          </a:blip>
          <a:srcRect b="0" l="0" r="0" t="0"/>
          <a:stretch/>
        </p:blipFill>
        <p:spPr>
          <a:xfrm>
            <a:off x="4180914" y="753270"/>
            <a:ext cx="4770344" cy="3823558"/>
          </a:xfrm>
          <a:prstGeom prst="roundRect">
            <a:avLst>
              <a:gd fmla="val 8594" name="adj"/>
            </a:avLst>
          </a:prstGeom>
          <a:solidFill>
            <a:srgbClr val="ECECEC"/>
          </a:solidFill>
          <a:ln>
            <a:noFill/>
          </a:ln>
          <a:effectLst>
            <a:reflection blurRad="0" dir="5400000" dist="5000" endA="0" endPos="28000" kx="0" rotWithShape="0" algn="bl" stA="38000" stPos="0" sy="-100000" ky="0"/>
          </a:effectLst>
        </p:spPr>
      </p:pic>
      <p:pic>
        <p:nvPicPr>
          <p:cNvPr id="1590" name="Google Shape;1590;p15"/>
          <p:cNvPicPr preferRelativeResize="0"/>
          <p:nvPr/>
        </p:nvPicPr>
        <p:blipFill rotWithShape="1">
          <a:blip r:embed="rId4">
            <a:alphaModFix/>
          </a:blip>
          <a:srcRect b="0" l="0" r="0" t="0"/>
          <a:stretch/>
        </p:blipFill>
        <p:spPr>
          <a:xfrm>
            <a:off x="107985" y="3616509"/>
            <a:ext cx="3944062" cy="897614"/>
          </a:xfrm>
          <a:prstGeom prst="roundRect">
            <a:avLst>
              <a:gd fmla="val 8594" name="adj"/>
            </a:avLst>
          </a:prstGeom>
          <a:solidFill>
            <a:srgbClr val="ECECEC"/>
          </a:solidFill>
          <a:ln>
            <a:noFill/>
          </a:ln>
          <a:effectLst>
            <a:reflection blurRad="0" dir="5400000" dist="5000" endA="0" endPos="28000" kx="0" rotWithShape="0" algn="bl" stA="38000" stPos="0" sy="-100000" ky="0"/>
          </a:effectLst>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4" name="Shape 1594"/>
        <p:cNvGrpSpPr/>
        <p:nvPr/>
      </p:nvGrpSpPr>
      <p:grpSpPr>
        <a:xfrm>
          <a:off x="0" y="0"/>
          <a:ext cx="0" cy="0"/>
          <a:chOff x="0" y="0"/>
          <a:chExt cx="0" cy="0"/>
        </a:xfrm>
      </p:grpSpPr>
      <p:sp>
        <p:nvSpPr>
          <p:cNvPr id="1595" name="Google Shape;1595;p16"/>
          <p:cNvSpPr txBox="1"/>
          <p:nvPr>
            <p:ph type="title"/>
          </p:nvPr>
        </p:nvSpPr>
        <p:spPr>
          <a:xfrm>
            <a:off x="192742" y="1648362"/>
            <a:ext cx="4069977" cy="5727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3000"/>
              <a:buNone/>
            </a:pPr>
            <a:r>
              <a:rPr lang="en-US">
                <a:solidFill>
                  <a:srgbClr val="EB9253"/>
                </a:solidFill>
              </a:rPr>
              <a:t>Spectral Density:</a:t>
            </a:r>
            <a:br>
              <a:rPr lang="en-US"/>
            </a:br>
            <a:r>
              <a:rPr lang="en-US">
                <a:solidFill>
                  <a:schemeClr val="dk2"/>
                </a:solidFill>
              </a:rPr>
              <a:t>Cyclic Spectral Density Function (CSD)</a:t>
            </a:r>
            <a:endParaRPr/>
          </a:p>
        </p:txBody>
      </p:sp>
      <p:pic>
        <p:nvPicPr>
          <p:cNvPr id="1596" name="Google Shape;1596;p16"/>
          <p:cNvPicPr preferRelativeResize="0"/>
          <p:nvPr/>
        </p:nvPicPr>
        <p:blipFill rotWithShape="1">
          <a:blip r:embed="rId3">
            <a:alphaModFix/>
          </a:blip>
          <a:srcRect b="0" l="0" r="0" t="0"/>
          <a:stretch/>
        </p:blipFill>
        <p:spPr>
          <a:xfrm>
            <a:off x="4170411" y="856129"/>
            <a:ext cx="4780847" cy="3727797"/>
          </a:xfrm>
          <a:prstGeom prst="roundRect">
            <a:avLst>
              <a:gd fmla="val 8594" name="adj"/>
            </a:avLst>
          </a:prstGeom>
          <a:solidFill>
            <a:srgbClr val="ECECEC"/>
          </a:solidFill>
          <a:ln>
            <a:noFill/>
          </a:ln>
          <a:effectLst>
            <a:reflection blurRad="0" dir="5400000" dist="5000" endA="0" endPos="28000" kx="0" rotWithShape="0" algn="bl" stA="38000" stPos="0" sy="-100000" ky="0"/>
          </a:effectLst>
        </p:spPr>
      </p:pic>
      <p:grpSp>
        <p:nvGrpSpPr>
          <p:cNvPr id="1597" name="Google Shape;1597;p16"/>
          <p:cNvGrpSpPr/>
          <p:nvPr/>
        </p:nvGrpSpPr>
        <p:grpSpPr>
          <a:xfrm>
            <a:off x="273424" y="2865376"/>
            <a:ext cx="3708610" cy="1682375"/>
            <a:chOff x="242047" y="2807106"/>
            <a:chExt cx="3708610" cy="1682375"/>
          </a:xfrm>
        </p:grpSpPr>
        <p:pic>
          <p:nvPicPr>
            <p:cNvPr id="1598" name="Google Shape;1598;p16"/>
            <p:cNvPicPr preferRelativeResize="0"/>
            <p:nvPr/>
          </p:nvPicPr>
          <p:blipFill rotWithShape="1">
            <a:blip r:embed="rId4">
              <a:alphaModFix/>
            </a:blip>
            <a:srcRect b="0" l="0" r="0" t="0"/>
            <a:stretch/>
          </p:blipFill>
          <p:spPr>
            <a:xfrm>
              <a:off x="242047" y="2807106"/>
              <a:ext cx="3708610" cy="886280"/>
            </a:xfrm>
            <a:prstGeom prst="roundRect">
              <a:avLst>
                <a:gd fmla="val 8594" name="adj"/>
              </a:avLst>
            </a:prstGeom>
            <a:solidFill>
              <a:srgbClr val="ECECEC"/>
            </a:solidFill>
            <a:ln>
              <a:noFill/>
            </a:ln>
            <a:effectLst>
              <a:reflection blurRad="0" dir="5400000" dist="5000" endA="0" endPos="28000" kx="0" rotWithShape="0" algn="bl" stA="38000" stPos="0" sy="-100000" ky="0"/>
            </a:effectLst>
          </p:spPr>
        </p:pic>
        <p:pic>
          <p:nvPicPr>
            <p:cNvPr id="1599" name="Google Shape;1599;p16"/>
            <p:cNvPicPr preferRelativeResize="0"/>
            <p:nvPr/>
          </p:nvPicPr>
          <p:blipFill rotWithShape="1">
            <a:blip r:embed="rId5">
              <a:alphaModFix/>
            </a:blip>
            <a:srcRect b="0" l="0" r="0" t="0"/>
            <a:stretch/>
          </p:blipFill>
          <p:spPr>
            <a:xfrm>
              <a:off x="242047" y="3640372"/>
              <a:ext cx="3708610" cy="849109"/>
            </a:xfrm>
            <a:prstGeom prst="roundRect">
              <a:avLst>
                <a:gd fmla="val 8594" name="adj"/>
              </a:avLst>
            </a:prstGeom>
            <a:solidFill>
              <a:srgbClr val="ECECEC"/>
            </a:solidFill>
            <a:ln>
              <a:noFill/>
            </a:ln>
            <a:effectLst>
              <a:reflection blurRad="0" dir="5400000" dist="5000" endA="0" endPos="28000" kx="0" rotWithShape="0" algn="bl" stA="38000" stPos="0" sy="-100000" ky="0"/>
            </a:effectLst>
          </p:spPr>
        </p:pic>
      </p:gr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3" name="Shape 1603"/>
        <p:cNvGrpSpPr/>
        <p:nvPr/>
      </p:nvGrpSpPr>
      <p:grpSpPr>
        <a:xfrm>
          <a:off x="0" y="0"/>
          <a:ext cx="0" cy="0"/>
          <a:chOff x="0" y="0"/>
          <a:chExt cx="0" cy="0"/>
        </a:xfrm>
      </p:grpSpPr>
      <p:sp>
        <p:nvSpPr>
          <p:cNvPr id="1604" name="Google Shape;1604;p18"/>
          <p:cNvSpPr txBox="1"/>
          <p:nvPr>
            <p:ph type="title"/>
          </p:nvPr>
        </p:nvSpPr>
        <p:spPr>
          <a:xfrm>
            <a:off x="713225" y="445025"/>
            <a:ext cx="7717800" cy="5727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3000"/>
              <a:buNone/>
            </a:pPr>
            <a:r>
              <a:rPr lang="en-US">
                <a:solidFill>
                  <a:schemeClr val="accent6"/>
                </a:solidFill>
              </a:rPr>
              <a:t>Spectral Correlation Analyzers (SCA):</a:t>
            </a:r>
            <a:br>
              <a:rPr lang="en-US"/>
            </a:br>
            <a:r>
              <a:rPr lang="en-US">
                <a:solidFill>
                  <a:schemeClr val="dk2"/>
                </a:solidFill>
              </a:rPr>
              <a:t>Blind Cycle Frequency-Frequency Estimation</a:t>
            </a:r>
            <a:endParaRPr/>
          </a:p>
        </p:txBody>
      </p:sp>
      <p:pic>
        <p:nvPicPr>
          <p:cNvPr id="1605" name="Google Shape;1605;p18"/>
          <p:cNvPicPr preferRelativeResize="0"/>
          <p:nvPr/>
        </p:nvPicPr>
        <p:blipFill rotWithShape="1">
          <a:blip r:embed="rId3">
            <a:alphaModFix/>
          </a:blip>
          <a:srcRect b="0" l="0" r="0" t="0"/>
          <a:stretch/>
        </p:blipFill>
        <p:spPr>
          <a:xfrm>
            <a:off x="3709137" y="1500214"/>
            <a:ext cx="4876367" cy="747472"/>
          </a:xfrm>
          <a:prstGeom prst="roundRect">
            <a:avLst>
              <a:gd fmla="val 8594" name="adj"/>
            </a:avLst>
          </a:prstGeom>
          <a:solidFill>
            <a:srgbClr val="ECECEC"/>
          </a:solidFill>
          <a:ln>
            <a:noFill/>
          </a:ln>
          <a:effectLst>
            <a:reflection blurRad="0" dir="5400000" dist="5000" endA="0" endPos="28000" kx="0" rotWithShape="0" algn="bl" stA="38000" stPos="0" sy="-100000" ky="0"/>
          </a:effectLst>
        </p:spPr>
      </p:pic>
      <p:pic>
        <p:nvPicPr>
          <p:cNvPr descr="Diagram&#10;&#10;Description automatically generated" id="1606" name="Google Shape;1606;p18"/>
          <p:cNvPicPr preferRelativeResize="0"/>
          <p:nvPr/>
        </p:nvPicPr>
        <p:blipFill rotWithShape="1">
          <a:blip r:embed="rId4">
            <a:alphaModFix/>
          </a:blip>
          <a:srcRect b="0" l="0" r="0" t="0"/>
          <a:stretch/>
        </p:blipFill>
        <p:spPr>
          <a:xfrm>
            <a:off x="498286" y="1760813"/>
            <a:ext cx="8269085" cy="3260174"/>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0" name="Shape 1610"/>
        <p:cNvGrpSpPr/>
        <p:nvPr/>
      </p:nvGrpSpPr>
      <p:grpSpPr>
        <a:xfrm>
          <a:off x="0" y="0"/>
          <a:ext cx="0" cy="0"/>
          <a:chOff x="0" y="0"/>
          <a:chExt cx="0" cy="0"/>
        </a:xfrm>
      </p:grpSpPr>
      <p:sp>
        <p:nvSpPr>
          <p:cNvPr id="1611" name="Google Shape;1611;p19"/>
          <p:cNvSpPr txBox="1"/>
          <p:nvPr>
            <p:ph type="title"/>
          </p:nvPr>
        </p:nvSpPr>
        <p:spPr>
          <a:xfrm>
            <a:off x="713100" y="346467"/>
            <a:ext cx="7717800" cy="5727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3000"/>
              <a:buNone/>
            </a:pPr>
            <a:r>
              <a:rPr lang="en-US">
                <a:solidFill>
                  <a:schemeClr val="accent6"/>
                </a:solidFill>
              </a:rPr>
              <a:t>Spectral Correlation Analyzers (SCA):</a:t>
            </a:r>
            <a:br>
              <a:rPr lang="en-US"/>
            </a:br>
            <a:r>
              <a:rPr lang="en-US">
                <a:solidFill>
                  <a:schemeClr val="dk2"/>
                </a:solidFill>
              </a:rPr>
              <a:t>Blind Symbol Rate-Center Frequency Estimation</a:t>
            </a:r>
            <a:endParaRPr/>
          </a:p>
        </p:txBody>
      </p:sp>
      <p:pic>
        <p:nvPicPr>
          <p:cNvPr id="1612" name="Google Shape;1612;p19"/>
          <p:cNvPicPr preferRelativeResize="0"/>
          <p:nvPr/>
        </p:nvPicPr>
        <p:blipFill rotWithShape="1">
          <a:blip r:embed="rId3">
            <a:alphaModFix/>
          </a:blip>
          <a:srcRect b="0" l="0" r="0" t="0"/>
          <a:stretch/>
        </p:blipFill>
        <p:spPr>
          <a:xfrm>
            <a:off x="4500820" y="1315075"/>
            <a:ext cx="4254108" cy="3528902"/>
          </a:xfrm>
          <a:prstGeom prst="roundRect">
            <a:avLst>
              <a:gd fmla="val 8594" name="adj"/>
            </a:avLst>
          </a:prstGeom>
          <a:solidFill>
            <a:srgbClr val="ECECEC"/>
          </a:solidFill>
          <a:ln>
            <a:noFill/>
          </a:ln>
          <a:effectLst>
            <a:reflection blurRad="0" dir="5400000" dist="5000" endA="0" endPos="28000" kx="0" rotWithShape="0" algn="bl" stA="38000" stPos="0" sy="-100000" ky="0"/>
          </a:effectLst>
        </p:spPr>
      </p:pic>
      <p:pic>
        <p:nvPicPr>
          <p:cNvPr id="1613" name="Google Shape;1613;p19"/>
          <p:cNvPicPr preferRelativeResize="0"/>
          <p:nvPr/>
        </p:nvPicPr>
        <p:blipFill rotWithShape="1">
          <a:blip r:embed="rId4">
            <a:alphaModFix/>
          </a:blip>
          <a:srcRect b="0" l="0" r="0" t="0"/>
          <a:stretch/>
        </p:blipFill>
        <p:spPr>
          <a:xfrm>
            <a:off x="270679" y="1315075"/>
            <a:ext cx="4091076" cy="3528902"/>
          </a:xfrm>
          <a:prstGeom prst="roundRect">
            <a:avLst>
              <a:gd fmla="val 8594" name="adj"/>
            </a:avLst>
          </a:prstGeom>
          <a:solidFill>
            <a:srgbClr val="ECECEC"/>
          </a:solidFill>
          <a:ln>
            <a:noFill/>
          </a:ln>
          <a:effectLst>
            <a:reflection blurRad="0" dir="5400000" dist="5000" endA="0" endPos="28000" kx="0" rotWithShape="0" algn="bl" stA="38000" stPos="0" sy="-100000" ky="0"/>
          </a:effectLst>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7" name="Shape 1617"/>
        <p:cNvGrpSpPr/>
        <p:nvPr/>
      </p:nvGrpSpPr>
      <p:grpSpPr>
        <a:xfrm>
          <a:off x="0" y="0"/>
          <a:ext cx="0" cy="0"/>
          <a:chOff x="0" y="0"/>
          <a:chExt cx="0" cy="0"/>
        </a:xfrm>
      </p:grpSpPr>
      <p:sp>
        <p:nvSpPr>
          <p:cNvPr id="1618" name="Google Shape;1618;p20"/>
          <p:cNvSpPr txBox="1"/>
          <p:nvPr>
            <p:ph type="title"/>
          </p:nvPr>
        </p:nvSpPr>
        <p:spPr>
          <a:xfrm>
            <a:off x="348716" y="440115"/>
            <a:ext cx="8071384" cy="5727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3000"/>
              <a:buNone/>
            </a:pPr>
            <a:r>
              <a:rPr lang="en-US">
                <a:solidFill>
                  <a:schemeClr val="accent6"/>
                </a:solidFill>
              </a:rPr>
              <a:t>Spectral Correlation Analyzers (SCA):</a:t>
            </a:r>
            <a:br>
              <a:rPr lang="en-US"/>
            </a:br>
            <a:r>
              <a:rPr lang="en-US">
                <a:solidFill>
                  <a:schemeClr val="dk2"/>
                </a:solidFill>
              </a:rPr>
              <a:t>Blind Symbol Rate-Center Frequency Estimation</a:t>
            </a:r>
            <a:endParaRPr/>
          </a:p>
        </p:txBody>
      </p:sp>
      <p:pic>
        <p:nvPicPr>
          <p:cNvPr id="1619" name="Google Shape;1619;p20"/>
          <p:cNvPicPr preferRelativeResize="0"/>
          <p:nvPr/>
        </p:nvPicPr>
        <p:blipFill rotWithShape="1">
          <a:blip r:embed="rId3">
            <a:alphaModFix/>
          </a:blip>
          <a:srcRect b="0" l="0" r="0" t="0"/>
          <a:stretch/>
        </p:blipFill>
        <p:spPr>
          <a:xfrm>
            <a:off x="4891147" y="1306379"/>
            <a:ext cx="3528953" cy="811402"/>
          </a:xfrm>
          <a:prstGeom prst="roundRect">
            <a:avLst>
              <a:gd fmla="val 8594" name="adj"/>
            </a:avLst>
          </a:prstGeom>
          <a:solidFill>
            <a:srgbClr val="ECECEC"/>
          </a:solidFill>
          <a:ln>
            <a:noFill/>
          </a:ln>
          <a:effectLst>
            <a:reflection blurRad="0" dir="5400000" dist="5000" endA="0" endPos="28000" kx="0" rotWithShape="0" algn="bl" stA="38000" stPos="0" sy="-100000" ky="0"/>
          </a:effectLst>
        </p:spPr>
      </p:pic>
      <p:pic>
        <p:nvPicPr>
          <p:cNvPr descr="Diagram&#10;&#10;Description automatically generated" id="1620" name="Google Shape;1620;p20"/>
          <p:cNvPicPr preferRelativeResize="0"/>
          <p:nvPr/>
        </p:nvPicPr>
        <p:blipFill rotWithShape="1">
          <a:blip r:embed="rId4">
            <a:alphaModFix/>
          </a:blip>
          <a:srcRect b="0" l="0" r="0" t="0"/>
          <a:stretch/>
        </p:blipFill>
        <p:spPr>
          <a:xfrm>
            <a:off x="348716" y="2411345"/>
            <a:ext cx="6891542" cy="3108966"/>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4" name="Shape 1624"/>
        <p:cNvGrpSpPr/>
        <p:nvPr/>
      </p:nvGrpSpPr>
      <p:grpSpPr>
        <a:xfrm>
          <a:off x="0" y="0"/>
          <a:ext cx="0" cy="0"/>
          <a:chOff x="0" y="0"/>
          <a:chExt cx="0" cy="0"/>
        </a:xfrm>
      </p:grpSpPr>
      <p:sp>
        <p:nvSpPr>
          <p:cNvPr id="1625" name="Google Shape;1625;p21"/>
          <p:cNvSpPr txBox="1"/>
          <p:nvPr>
            <p:ph type="title"/>
          </p:nvPr>
        </p:nvSpPr>
        <p:spPr>
          <a:xfrm>
            <a:off x="325334" y="1539028"/>
            <a:ext cx="4069977" cy="5727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3000"/>
              <a:buNone/>
            </a:pPr>
            <a:r>
              <a:rPr lang="en-US">
                <a:solidFill>
                  <a:srgbClr val="EB9253"/>
                </a:solidFill>
              </a:rPr>
              <a:t>Spectral Sensing:</a:t>
            </a:r>
            <a:br>
              <a:rPr lang="en-US"/>
            </a:br>
            <a:r>
              <a:rPr lang="en-US">
                <a:solidFill>
                  <a:schemeClr val="dk2"/>
                </a:solidFill>
              </a:rPr>
              <a:t>Detection</a:t>
            </a:r>
            <a:endParaRPr/>
          </a:p>
        </p:txBody>
      </p:sp>
      <p:pic>
        <p:nvPicPr>
          <p:cNvPr id="1626" name="Google Shape;1626;p21"/>
          <p:cNvPicPr preferRelativeResize="0"/>
          <p:nvPr/>
        </p:nvPicPr>
        <p:blipFill rotWithShape="1">
          <a:blip r:embed="rId3">
            <a:alphaModFix/>
          </a:blip>
          <a:srcRect b="0" l="0" r="0" t="0"/>
          <a:stretch/>
        </p:blipFill>
        <p:spPr>
          <a:xfrm>
            <a:off x="3993367" y="580398"/>
            <a:ext cx="4825298" cy="3857391"/>
          </a:xfrm>
          <a:prstGeom prst="roundRect">
            <a:avLst>
              <a:gd fmla="val 8594" name="adj"/>
            </a:avLst>
          </a:prstGeom>
          <a:solidFill>
            <a:srgbClr val="ECECEC"/>
          </a:solidFill>
          <a:ln>
            <a:noFill/>
          </a:ln>
          <a:effectLst>
            <a:reflection blurRad="0" dir="5400000" dist="5000" endA="0" endPos="28000" kx="0" rotWithShape="0" algn="bl" stA="38000" stPos="0" sy="-100000" ky="0"/>
          </a:effectLst>
        </p:spPr>
      </p:pic>
      <p:pic>
        <p:nvPicPr>
          <p:cNvPr id="1627" name="Google Shape;1627;p21"/>
          <p:cNvPicPr preferRelativeResize="0"/>
          <p:nvPr/>
        </p:nvPicPr>
        <p:blipFill rotWithShape="1">
          <a:blip r:embed="rId4">
            <a:alphaModFix/>
          </a:blip>
          <a:srcRect b="0" l="0" r="0" t="0"/>
          <a:stretch/>
        </p:blipFill>
        <p:spPr>
          <a:xfrm>
            <a:off x="325334" y="3318122"/>
            <a:ext cx="3561947" cy="1061202"/>
          </a:xfrm>
          <a:prstGeom prst="roundRect">
            <a:avLst>
              <a:gd fmla="val 8594" name="adj"/>
            </a:avLst>
          </a:prstGeom>
          <a:solidFill>
            <a:srgbClr val="ECECEC"/>
          </a:solidFill>
          <a:ln>
            <a:noFill/>
          </a:ln>
          <a:effectLst>
            <a:reflection blurRad="0" dir="5400000" dist="5000" endA="0" endPos="28000" kx="0" rotWithShape="0" algn="bl" stA="38000" stPos="0" sy="-100000" ky="0"/>
          </a:effectLst>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1" name="Shape 1631"/>
        <p:cNvGrpSpPr/>
        <p:nvPr/>
      </p:nvGrpSpPr>
      <p:grpSpPr>
        <a:xfrm>
          <a:off x="0" y="0"/>
          <a:ext cx="0" cy="0"/>
          <a:chOff x="0" y="0"/>
          <a:chExt cx="0" cy="0"/>
        </a:xfrm>
      </p:grpSpPr>
      <p:sp>
        <p:nvSpPr>
          <p:cNvPr id="1632" name="Google Shape;1632;p22"/>
          <p:cNvSpPr txBox="1"/>
          <p:nvPr>
            <p:ph type="title"/>
          </p:nvPr>
        </p:nvSpPr>
        <p:spPr>
          <a:xfrm>
            <a:off x="325334" y="1539028"/>
            <a:ext cx="4069977" cy="5727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3000"/>
              <a:buNone/>
            </a:pPr>
            <a:r>
              <a:rPr lang="en-US">
                <a:solidFill>
                  <a:srgbClr val="EB9253"/>
                </a:solidFill>
              </a:rPr>
              <a:t>Spectral Sensing:</a:t>
            </a:r>
            <a:br>
              <a:rPr lang="en-US"/>
            </a:br>
            <a:r>
              <a:rPr lang="en-US">
                <a:solidFill>
                  <a:schemeClr val="dk2"/>
                </a:solidFill>
              </a:rPr>
              <a:t>The Binary Hypothesis</a:t>
            </a:r>
            <a:endParaRPr/>
          </a:p>
        </p:txBody>
      </p:sp>
      <p:pic>
        <p:nvPicPr>
          <p:cNvPr id="1633" name="Google Shape;1633;p22"/>
          <p:cNvPicPr preferRelativeResize="0"/>
          <p:nvPr/>
        </p:nvPicPr>
        <p:blipFill rotWithShape="1">
          <a:blip r:embed="rId3">
            <a:alphaModFix/>
          </a:blip>
          <a:srcRect b="5763" l="1652" r="2657" t="5456"/>
          <a:stretch/>
        </p:blipFill>
        <p:spPr>
          <a:xfrm>
            <a:off x="4202046" y="1077349"/>
            <a:ext cx="4616620" cy="3301975"/>
          </a:xfrm>
          <a:prstGeom prst="roundRect">
            <a:avLst>
              <a:gd fmla="val 8594" name="adj"/>
            </a:avLst>
          </a:prstGeom>
          <a:solidFill>
            <a:srgbClr val="ECECEC"/>
          </a:solidFill>
          <a:ln>
            <a:noFill/>
          </a:ln>
          <a:effectLst>
            <a:reflection blurRad="0" dir="5400000" dist="5000" endA="0" endPos="28000" kx="0" rotWithShape="0" algn="bl" stA="38000" stPos="0" sy="-100000" ky="0"/>
          </a:effectLst>
        </p:spPr>
      </p:pic>
      <p:pic>
        <p:nvPicPr>
          <p:cNvPr id="1634" name="Google Shape;1634;p22"/>
          <p:cNvPicPr preferRelativeResize="0"/>
          <p:nvPr/>
        </p:nvPicPr>
        <p:blipFill rotWithShape="1">
          <a:blip r:embed="rId4">
            <a:alphaModFix/>
          </a:blip>
          <a:srcRect b="0" l="0" r="0" t="0"/>
          <a:stretch/>
        </p:blipFill>
        <p:spPr>
          <a:xfrm>
            <a:off x="596815" y="3245849"/>
            <a:ext cx="3333750" cy="1133475"/>
          </a:xfrm>
          <a:prstGeom prst="roundRect">
            <a:avLst>
              <a:gd fmla="val 8594" name="adj"/>
            </a:avLst>
          </a:prstGeom>
          <a:solidFill>
            <a:srgbClr val="ECECEC"/>
          </a:solidFill>
          <a:ln>
            <a:noFill/>
          </a:ln>
          <a:effectLst>
            <a:reflection blurRad="0" dir="5400000" dist="5000" endA="0" endPos="28000" kx="0" rotWithShape="0" algn="bl" stA="38000" stPos="0" sy="-100000" ky="0"/>
          </a:effectLst>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8" name="Shape 1638"/>
        <p:cNvGrpSpPr/>
        <p:nvPr/>
      </p:nvGrpSpPr>
      <p:grpSpPr>
        <a:xfrm>
          <a:off x="0" y="0"/>
          <a:ext cx="0" cy="0"/>
          <a:chOff x="0" y="0"/>
          <a:chExt cx="0" cy="0"/>
        </a:xfrm>
      </p:grpSpPr>
      <p:grpSp>
        <p:nvGrpSpPr>
          <p:cNvPr id="1639" name="Google Shape;1639;p23"/>
          <p:cNvGrpSpPr/>
          <p:nvPr/>
        </p:nvGrpSpPr>
        <p:grpSpPr>
          <a:xfrm rot="5400000">
            <a:off x="3579013" y="444856"/>
            <a:ext cx="1437640" cy="1437712"/>
            <a:chOff x="637025" y="1546150"/>
            <a:chExt cx="721200" cy="721200"/>
          </a:xfrm>
        </p:grpSpPr>
        <p:grpSp>
          <p:nvGrpSpPr>
            <p:cNvPr id="1640" name="Google Shape;1640;p23"/>
            <p:cNvGrpSpPr/>
            <p:nvPr/>
          </p:nvGrpSpPr>
          <p:grpSpPr>
            <a:xfrm>
              <a:off x="637025" y="1546150"/>
              <a:ext cx="721200" cy="721200"/>
              <a:chOff x="271975" y="1017725"/>
              <a:chExt cx="721200" cy="721200"/>
            </a:xfrm>
          </p:grpSpPr>
          <p:sp>
            <p:nvSpPr>
              <p:cNvPr id="1641" name="Google Shape;1641;p23"/>
              <p:cNvSpPr/>
              <p:nvPr/>
            </p:nvSpPr>
            <p:spPr>
              <a:xfrm>
                <a:off x="271975" y="1017725"/>
                <a:ext cx="721200" cy="7212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2" name="Google Shape;1642;p23"/>
              <p:cNvSpPr/>
              <p:nvPr/>
            </p:nvSpPr>
            <p:spPr>
              <a:xfrm>
                <a:off x="343675" y="1089425"/>
                <a:ext cx="577800" cy="577800"/>
              </a:xfrm>
              <a:prstGeom prst="ellips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643" name="Google Shape;1643;p23"/>
            <p:cNvSpPr/>
            <p:nvPr/>
          </p:nvSpPr>
          <p:spPr>
            <a:xfrm>
              <a:off x="1194200" y="1584375"/>
              <a:ext cx="71100" cy="71100"/>
            </a:xfrm>
            <a:prstGeom prst="ellipse">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4" name="Google Shape;1644;p23"/>
            <p:cNvSpPr/>
            <p:nvPr/>
          </p:nvSpPr>
          <p:spPr>
            <a:xfrm>
              <a:off x="713225" y="2151950"/>
              <a:ext cx="71100" cy="71100"/>
            </a:xfrm>
            <a:prstGeom prst="ellipse">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645" name="Google Shape;1645;p23"/>
          <p:cNvSpPr txBox="1"/>
          <p:nvPr/>
        </p:nvSpPr>
        <p:spPr>
          <a:xfrm>
            <a:off x="2513315" y="3310924"/>
            <a:ext cx="3677700" cy="1293300"/>
          </a:xfrm>
          <a:prstGeom prst="rect">
            <a:avLst/>
          </a:prstGeom>
          <a:noFill/>
          <a:ln>
            <a:noFill/>
          </a:ln>
        </p:spPr>
        <p:txBody>
          <a:bodyPr anchorCtr="0" anchor="ctr" bIns="91425" lIns="91425" spcFirstLastPara="1" rIns="91425" wrap="square" tIns="91425">
            <a:noAutofit/>
          </a:bodyPr>
          <a:lstStyle/>
          <a:p>
            <a:pPr indent="0" lvl="0" marL="139700" marR="0" rtl="0" algn="l">
              <a:lnSpc>
                <a:spcPct val="100000"/>
              </a:lnSpc>
              <a:spcBef>
                <a:spcPts val="0"/>
              </a:spcBef>
              <a:spcAft>
                <a:spcPts val="0"/>
              </a:spcAft>
              <a:buClr>
                <a:schemeClr val="dk1"/>
              </a:buClr>
              <a:buSzPts val="1400"/>
              <a:buFont typeface="Nunito"/>
              <a:buNone/>
            </a:pPr>
            <a:r>
              <a:rPr b="0" i="1" lang="en-US" sz="1200" u="none" cap="none" strike="noStrike">
                <a:solidFill>
                  <a:schemeClr val="dk1"/>
                </a:solidFill>
                <a:latin typeface="Nunito"/>
                <a:ea typeface="Nunito"/>
                <a:cs typeface="Nunito"/>
                <a:sym typeface="Nunito"/>
              </a:rPr>
              <a:t>If you don’t know where you’re going any road can take you there.</a:t>
            </a:r>
            <a:endParaRPr/>
          </a:p>
          <a:p>
            <a:pPr indent="-228600" lvl="0" marL="457200" marR="0" rtl="0" algn="ctr">
              <a:lnSpc>
                <a:spcPct val="100000"/>
              </a:lnSpc>
              <a:spcBef>
                <a:spcPts val="0"/>
              </a:spcBef>
              <a:spcAft>
                <a:spcPts val="0"/>
              </a:spcAft>
              <a:buClr>
                <a:schemeClr val="dk1"/>
              </a:buClr>
              <a:buSzPts val="1400"/>
              <a:buFont typeface="Nunito"/>
              <a:buNone/>
            </a:pPr>
            <a:r>
              <a:t/>
            </a:r>
            <a:endParaRPr b="0" i="1" sz="1200" u="none" cap="none" strike="noStrike">
              <a:solidFill>
                <a:schemeClr val="dk1"/>
              </a:solidFill>
              <a:latin typeface="Nunito"/>
              <a:ea typeface="Nunito"/>
              <a:cs typeface="Nunito"/>
              <a:sym typeface="Nunito"/>
            </a:endParaRPr>
          </a:p>
          <a:p>
            <a:pPr indent="0" lvl="0" marL="139700" marR="0" rtl="0" algn="ctr">
              <a:lnSpc>
                <a:spcPct val="100000"/>
              </a:lnSpc>
              <a:spcBef>
                <a:spcPts val="0"/>
              </a:spcBef>
              <a:spcAft>
                <a:spcPts val="0"/>
              </a:spcAft>
              <a:buClr>
                <a:schemeClr val="dk1"/>
              </a:buClr>
              <a:buSzPts val="1400"/>
              <a:buFont typeface="Nunito"/>
              <a:buNone/>
            </a:pPr>
            <a:r>
              <a:rPr b="0" i="0" lang="en-US" sz="1200" u="none" cap="none" strike="noStrike">
                <a:solidFill>
                  <a:schemeClr val="dk1"/>
                </a:solidFill>
                <a:latin typeface="Nunito"/>
                <a:ea typeface="Nunito"/>
                <a:cs typeface="Nunito"/>
                <a:sym typeface="Nunito"/>
              </a:rPr>
              <a:t>–Lewis Carroll</a:t>
            </a:r>
            <a:endParaRPr/>
          </a:p>
          <a:p>
            <a:pPr indent="-228600" lvl="0" marL="457200" marR="0" rtl="0" algn="ctr">
              <a:lnSpc>
                <a:spcPct val="100000"/>
              </a:lnSpc>
              <a:spcBef>
                <a:spcPts val="0"/>
              </a:spcBef>
              <a:spcAft>
                <a:spcPts val="0"/>
              </a:spcAft>
              <a:buClr>
                <a:schemeClr val="dk1"/>
              </a:buClr>
              <a:buSzPts val="1400"/>
              <a:buFont typeface="Nunito"/>
              <a:buNone/>
            </a:pPr>
            <a:r>
              <a:t/>
            </a:r>
            <a:endParaRPr b="0" i="1" sz="1200" u="none" cap="none" strike="noStrike">
              <a:solidFill>
                <a:schemeClr val="dk1"/>
              </a:solidFill>
              <a:latin typeface="Nunito"/>
              <a:ea typeface="Nunito"/>
              <a:cs typeface="Nunito"/>
              <a:sym typeface="Nunito"/>
            </a:endParaRPr>
          </a:p>
        </p:txBody>
      </p:sp>
      <p:sp>
        <p:nvSpPr>
          <p:cNvPr id="1646" name="Google Shape;1646;p23"/>
          <p:cNvSpPr txBox="1"/>
          <p:nvPr/>
        </p:nvSpPr>
        <p:spPr>
          <a:xfrm>
            <a:off x="2513315" y="2284720"/>
            <a:ext cx="3677700" cy="6141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000"/>
              <a:buFont typeface="Dosis"/>
              <a:buNone/>
            </a:pPr>
            <a:r>
              <a:rPr b="0" i="0" lang="en-US" sz="3000" u="none" cap="none" strike="noStrike">
                <a:solidFill>
                  <a:schemeClr val="dk1"/>
                </a:solidFill>
                <a:latin typeface="Dosis"/>
                <a:ea typeface="Dosis"/>
                <a:cs typeface="Dosis"/>
                <a:sym typeface="Dosis"/>
              </a:rPr>
              <a:t> IMPLEMENTATION</a:t>
            </a:r>
            <a:endParaRPr/>
          </a:p>
        </p:txBody>
      </p:sp>
      <p:sp>
        <p:nvSpPr>
          <p:cNvPr id="1647" name="Google Shape;1647;p23"/>
          <p:cNvSpPr txBox="1"/>
          <p:nvPr/>
        </p:nvSpPr>
        <p:spPr>
          <a:xfrm>
            <a:off x="3874600" y="539276"/>
            <a:ext cx="1734748" cy="120032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7200" u="none" cap="none" strike="noStrike">
                <a:solidFill>
                  <a:srgbClr val="EB9253"/>
                </a:solidFill>
                <a:latin typeface="Dosis"/>
                <a:ea typeface="Dosis"/>
                <a:cs typeface="Dosis"/>
                <a:sym typeface="Dosis"/>
              </a:rPr>
              <a:t>III.</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1" name="Shape 1651"/>
        <p:cNvGrpSpPr/>
        <p:nvPr/>
      </p:nvGrpSpPr>
      <p:grpSpPr>
        <a:xfrm>
          <a:off x="0" y="0"/>
          <a:ext cx="0" cy="0"/>
          <a:chOff x="0" y="0"/>
          <a:chExt cx="0" cy="0"/>
        </a:xfrm>
      </p:grpSpPr>
      <p:sp>
        <p:nvSpPr>
          <p:cNvPr id="1652" name="Google Shape;1652;p24"/>
          <p:cNvSpPr txBox="1"/>
          <p:nvPr>
            <p:ph type="title"/>
          </p:nvPr>
        </p:nvSpPr>
        <p:spPr>
          <a:xfrm>
            <a:off x="1115279" y="308704"/>
            <a:ext cx="5003144" cy="5727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3000"/>
              <a:buNone/>
            </a:pPr>
            <a:r>
              <a:rPr lang="en-US">
                <a:solidFill>
                  <a:schemeClr val="accent6"/>
                </a:solidFill>
              </a:rPr>
              <a:t>CubeSats:</a:t>
            </a:r>
            <a:br>
              <a:rPr lang="en-US">
                <a:solidFill>
                  <a:schemeClr val="accent6"/>
                </a:solidFill>
              </a:rPr>
            </a:br>
            <a:r>
              <a:rPr lang="en-US">
                <a:solidFill>
                  <a:schemeClr val="dk2"/>
                </a:solidFill>
              </a:rPr>
              <a:t>History</a:t>
            </a:r>
            <a:endParaRPr/>
          </a:p>
        </p:txBody>
      </p:sp>
      <p:grpSp>
        <p:nvGrpSpPr>
          <p:cNvPr id="1653" name="Google Shape;1653;p24"/>
          <p:cNvGrpSpPr/>
          <p:nvPr/>
        </p:nvGrpSpPr>
        <p:grpSpPr>
          <a:xfrm>
            <a:off x="57105" y="1318203"/>
            <a:ext cx="3559746" cy="3570019"/>
            <a:chOff x="553692" y="1269104"/>
            <a:chExt cx="4757493" cy="4771222"/>
          </a:xfrm>
        </p:grpSpPr>
        <p:pic>
          <p:nvPicPr>
            <p:cNvPr id="1654" name="Google Shape;1654;p24" title="Points scored">
              <a:hlinkClick r:id="rId3"/>
            </p:cNvPr>
            <p:cNvPicPr preferRelativeResize="0"/>
            <p:nvPr/>
          </p:nvPicPr>
          <p:blipFill rotWithShape="1">
            <a:blip r:embed="rId4">
              <a:alphaModFix/>
            </a:blip>
            <a:srcRect b="0" l="19674" r="18669" t="0"/>
            <a:stretch/>
          </p:blipFill>
          <p:spPr>
            <a:xfrm flipH="1">
              <a:off x="553692" y="1269104"/>
              <a:ext cx="4757493" cy="4771222"/>
            </a:xfrm>
            <a:prstGeom prst="rect">
              <a:avLst/>
            </a:prstGeom>
            <a:noFill/>
            <a:ln>
              <a:noFill/>
            </a:ln>
            <a:effectLst>
              <a:outerShdw blurRad="57150" rotWithShape="0" algn="bl" dir="5400000" dist="19050">
                <a:srgbClr val="000000">
                  <a:alpha val="49803"/>
                </a:srgbClr>
              </a:outerShdw>
            </a:effectLst>
          </p:spPr>
        </p:pic>
        <p:sp>
          <p:nvSpPr>
            <p:cNvPr id="1655" name="Google Shape;1655;p24"/>
            <p:cNvSpPr/>
            <p:nvPr/>
          </p:nvSpPr>
          <p:spPr>
            <a:xfrm>
              <a:off x="783368" y="1484043"/>
              <a:ext cx="3969320" cy="3805240"/>
            </a:xfrm>
            <a:prstGeom prst="ellipse">
              <a:avLst/>
            </a:prstGeom>
            <a:blipFill rotWithShape="1">
              <a:blip r:embed="rId5">
                <a:alphaModFix amt="96000"/>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grpSp>
      <p:pic>
        <p:nvPicPr>
          <p:cNvPr descr="A picture containing chart&#10;&#10;Description automatically generated" id="1656" name="Google Shape;1656;p24"/>
          <p:cNvPicPr preferRelativeResize="0"/>
          <p:nvPr/>
        </p:nvPicPr>
        <p:blipFill rotWithShape="1">
          <a:blip r:embed="rId6">
            <a:alphaModFix/>
          </a:blip>
          <a:srcRect b="0" l="0" r="0" t="0"/>
          <a:stretch/>
        </p:blipFill>
        <p:spPr>
          <a:xfrm>
            <a:off x="3208614" y="255278"/>
            <a:ext cx="5707442" cy="3317451"/>
          </a:xfrm>
          <a:prstGeom prst="roundRect">
            <a:avLst>
              <a:gd fmla="val 8594" name="adj"/>
            </a:avLst>
          </a:prstGeom>
          <a:solidFill>
            <a:srgbClr val="ECECEC"/>
          </a:solidFill>
          <a:ln>
            <a:noFill/>
          </a:ln>
          <a:effectLst>
            <a:reflection blurRad="0" dir="5400000" dist="5000" endA="0" endPos="28000" kx="0" rotWithShape="0" algn="bl" stA="38000" stPos="0" sy="-100000" ky="0"/>
          </a:effectLst>
        </p:spPr>
      </p:pic>
      <p:sp>
        <p:nvSpPr>
          <p:cNvPr id="1657" name="Google Shape;1657;p24"/>
          <p:cNvSpPr txBox="1"/>
          <p:nvPr/>
        </p:nvSpPr>
        <p:spPr>
          <a:xfrm>
            <a:off x="57105" y="5325021"/>
            <a:ext cx="4162067" cy="49244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800" u="sng" cap="none" strike="noStrike">
              <a:solidFill>
                <a:schemeClr val="dk1"/>
              </a:solidFill>
              <a:latin typeface="Nunito"/>
              <a:ea typeface="Nunito"/>
              <a:cs typeface="Nunito"/>
              <a:sym typeface="Nunito"/>
              <a:hlinkClick r:id="rId7">
                <a:extLst>
                  <a:ext uri="{A12FA001-AC4F-418D-AE19-62706E023703}">
                    <ahyp:hlinkClr val="tx"/>
                  </a:ext>
                </a:extLst>
              </a:hlinkClick>
            </a:endParaRPr>
          </a:p>
          <a:p>
            <a:pPr indent="-285750" lvl="0" marL="285750" marR="0" rtl="0" algn="l">
              <a:lnSpc>
                <a:spcPct val="100000"/>
              </a:lnSpc>
              <a:spcBef>
                <a:spcPts val="0"/>
              </a:spcBef>
              <a:spcAft>
                <a:spcPts val="0"/>
              </a:spcAft>
              <a:buClr>
                <a:schemeClr val="dk1"/>
              </a:buClr>
              <a:buSzPts val="800"/>
              <a:buFont typeface="Noto Sans Symbols"/>
              <a:buChar char="❖"/>
            </a:pPr>
            <a:r>
              <a:rPr b="0" i="0" lang="en-US" sz="800" u="none" cap="none" strike="noStrike">
                <a:solidFill>
                  <a:schemeClr val="dk1"/>
                </a:solidFill>
                <a:latin typeface="Nunito"/>
                <a:ea typeface="Nunito"/>
                <a:cs typeface="Nunito"/>
                <a:sym typeface="Nunito"/>
              </a:rPr>
              <a:t>Left picture from </a:t>
            </a:r>
            <a:r>
              <a:rPr b="0" i="0" lang="en-US" sz="800" u="sng" cap="none" strike="noStrike">
                <a:solidFill>
                  <a:schemeClr val="dk1"/>
                </a:solidFill>
                <a:latin typeface="Nunito"/>
                <a:ea typeface="Nunito"/>
                <a:cs typeface="Nunito"/>
                <a:sym typeface="Nunito"/>
                <a:hlinkClick r:id="rId8">
                  <a:extLst>
                    <a:ext uri="{A12FA001-AC4F-418D-AE19-62706E023703}">
                      <ahyp:hlinkClr val="tx"/>
                    </a:ext>
                  </a:extLst>
                </a:hlinkClick>
              </a:rPr>
              <a:t>CubeSat – Wikipedia</a:t>
            </a:r>
            <a:r>
              <a:rPr b="0" i="0" lang="en-US" sz="800" u="none" cap="none" strike="noStrike">
                <a:solidFill>
                  <a:schemeClr val="dk1"/>
                </a:solidFill>
                <a:latin typeface="Nunito"/>
                <a:ea typeface="Nunito"/>
                <a:cs typeface="Nunito"/>
                <a:sym typeface="Nunito"/>
              </a:rPr>
              <a:t>.  No citation.</a:t>
            </a:r>
            <a:endParaRPr/>
          </a:p>
          <a:p>
            <a:pPr indent="-285750" lvl="0" marL="285750" marR="0" rtl="0" algn="l">
              <a:lnSpc>
                <a:spcPct val="100000"/>
              </a:lnSpc>
              <a:spcBef>
                <a:spcPts val="0"/>
              </a:spcBef>
              <a:spcAft>
                <a:spcPts val="0"/>
              </a:spcAft>
              <a:buClr>
                <a:schemeClr val="dk1"/>
              </a:buClr>
              <a:buSzPts val="800"/>
              <a:buFont typeface="Noto Sans Symbols"/>
              <a:buChar char="❖"/>
            </a:pPr>
            <a:r>
              <a:rPr b="0" i="0" lang="en-US" sz="800" u="none" cap="none" strike="noStrike">
                <a:solidFill>
                  <a:schemeClr val="dk1"/>
                </a:solidFill>
                <a:latin typeface="Nunito"/>
                <a:ea typeface="Nunito"/>
                <a:cs typeface="Nunito"/>
                <a:sym typeface="Nunito"/>
              </a:rPr>
              <a:t>Right figure from </a:t>
            </a:r>
            <a:r>
              <a:rPr b="0" i="0" lang="en-US" sz="1000" u="sng" cap="none" strike="noStrike">
                <a:solidFill>
                  <a:srgbClr val="000000"/>
                </a:solidFill>
                <a:latin typeface="Nunito"/>
                <a:ea typeface="Nunito"/>
                <a:cs typeface="Nunito"/>
                <a:sym typeface="Nunito"/>
                <a:hlinkClick r:id="rId9">
                  <a:extLst>
                    <a:ext uri="{A12FA001-AC4F-418D-AE19-62706E023703}">
                      <ahyp:hlinkClr val="tx"/>
                    </a:ext>
                  </a:extLst>
                </a:hlinkClick>
              </a:rPr>
              <a:t>Nanosats Database</a:t>
            </a:r>
            <a:endParaRPr b="0" i="0" sz="800" u="none" cap="none" strike="noStrike">
              <a:solidFill>
                <a:schemeClr val="dk1"/>
              </a:solidFill>
              <a:latin typeface="Nunito"/>
              <a:ea typeface="Nunito"/>
              <a:cs typeface="Nunito"/>
              <a:sym typeface="Nunito"/>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1" name="Shape 1661"/>
        <p:cNvGrpSpPr/>
        <p:nvPr/>
      </p:nvGrpSpPr>
      <p:grpSpPr>
        <a:xfrm>
          <a:off x="0" y="0"/>
          <a:ext cx="0" cy="0"/>
          <a:chOff x="0" y="0"/>
          <a:chExt cx="0" cy="0"/>
        </a:xfrm>
      </p:grpSpPr>
      <p:sp>
        <p:nvSpPr>
          <p:cNvPr id="1662" name="Google Shape;1662;p25"/>
          <p:cNvSpPr txBox="1"/>
          <p:nvPr>
            <p:ph type="title"/>
          </p:nvPr>
        </p:nvSpPr>
        <p:spPr>
          <a:xfrm>
            <a:off x="1285018" y="330607"/>
            <a:ext cx="5003144" cy="5727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3000"/>
              <a:buNone/>
            </a:pPr>
            <a:r>
              <a:rPr lang="en-US">
                <a:solidFill>
                  <a:schemeClr val="accent6"/>
                </a:solidFill>
              </a:rPr>
              <a:t>CubeSats:</a:t>
            </a:r>
            <a:br>
              <a:rPr lang="en-US">
                <a:solidFill>
                  <a:schemeClr val="accent6"/>
                </a:solidFill>
              </a:rPr>
            </a:br>
            <a:r>
              <a:rPr lang="en-US">
                <a:solidFill>
                  <a:schemeClr val="dk2"/>
                </a:solidFill>
              </a:rPr>
              <a:t>Formation Flying</a:t>
            </a:r>
            <a:endParaRPr/>
          </a:p>
        </p:txBody>
      </p:sp>
      <p:pic>
        <p:nvPicPr>
          <p:cNvPr id="1663" name="Google Shape;1663;p25"/>
          <p:cNvPicPr preferRelativeResize="0"/>
          <p:nvPr/>
        </p:nvPicPr>
        <p:blipFill rotWithShape="1">
          <a:blip r:embed="rId3">
            <a:alphaModFix/>
          </a:blip>
          <a:srcRect b="0" l="729" r="416" t="0"/>
          <a:stretch/>
        </p:blipFill>
        <p:spPr>
          <a:xfrm>
            <a:off x="0" y="1654958"/>
            <a:ext cx="9144000" cy="4242217"/>
          </a:xfrm>
          <a:prstGeom prst="rect">
            <a:avLst/>
          </a:prstGeom>
          <a:noFill/>
          <a:ln>
            <a:noFill/>
          </a:ln>
        </p:spPr>
      </p:pic>
      <p:sp>
        <p:nvSpPr>
          <p:cNvPr id="1664" name="Google Shape;1664;p25"/>
          <p:cNvSpPr txBox="1"/>
          <p:nvPr/>
        </p:nvSpPr>
        <p:spPr>
          <a:xfrm>
            <a:off x="0" y="5681731"/>
            <a:ext cx="3028950" cy="215444"/>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chemeClr val="dk1"/>
              </a:buClr>
              <a:buSzPts val="800"/>
              <a:buFont typeface="Noto Sans Symbols"/>
              <a:buChar char="❖"/>
            </a:pPr>
            <a:r>
              <a:rPr b="0" i="0" lang="en-US" sz="800" u="none" cap="none" strike="noStrike">
                <a:solidFill>
                  <a:schemeClr val="dk1"/>
                </a:solidFill>
                <a:latin typeface="Nunito"/>
                <a:ea typeface="Nunito"/>
                <a:cs typeface="Nunito"/>
                <a:sym typeface="Nunito"/>
              </a:rPr>
              <a:t>Figures from </a:t>
            </a:r>
            <a:r>
              <a:rPr b="0" i="0" lang="en-US" sz="800" u="sng" cap="none" strike="noStrike">
                <a:solidFill>
                  <a:srgbClr val="000000"/>
                </a:solidFill>
                <a:latin typeface="Nunito"/>
                <a:ea typeface="Nunito"/>
                <a:cs typeface="Nunito"/>
                <a:sym typeface="Nunito"/>
                <a:hlinkClick r:id="rId4">
                  <a:extLst>
                    <a:ext uri="{A12FA001-AC4F-418D-AE19-62706E023703}">
                      <ahyp:hlinkClr val="tx"/>
                    </a:ext>
                  </a:extLst>
                </a:hlinkClick>
              </a:rPr>
              <a:t>NASA Technical Reports Server (NTRS)</a:t>
            </a:r>
            <a:endParaRPr b="0" i="0" sz="800" u="none" cap="none" strike="noStrike">
              <a:solidFill>
                <a:schemeClr val="dk1"/>
              </a:solidFill>
              <a:latin typeface="Nunito"/>
              <a:ea typeface="Nunito"/>
              <a:cs typeface="Nunito"/>
              <a:sym typeface="Nunito"/>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8" name="Shape 1668"/>
        <p:cNvGrpSpPr/>
        <p:nvPr/>
      </p:nvGrpSpPr>
      <p:grpSpPr>
        <a:xfrm>
          <a:off x="0" y="0"/>
          <a:ext cx="0" cy="0"/>
          <a:chOff x="0" y="0"/>
          <a:chExt cx="0" cy="0"/>
        </a:xfrm>
      </p:grpSpPr>
      <p:sp>
        <p:nvSpPr>
          <p:cNvPr id="1669" name="Google Shape;1669;p26"/>
          <p:cNvSpPr txBox="1"/>
          <p:nvPr>
            <p:ph type="title"/>
          </p:nvPr>
        </p:nvSpPr>
        <p:spPr>
          <a:xfrm>
            <a:off x="713225" y="445025"/>
            <a:ext cx="7717800" cy="5727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3000"/>
              <a:buNone/>
            </a:pPr>
            <a:r>
              <a:rPr lang="en-US">
                <a:solidFill>
                  <a:schemeClr val="accent6"/>
                </a:solidFill>
              </a:rPr>
              <a:t>CubeSats:</a:t>
            </a:r>
            <a:br>
              <a:rPr lang="en-US">
                <a:solidFill>
                  <a:schemeClr val="accent6"/>
                </a:solidFill>
              </a:rPr>
            </a:br>
            <a:r>
              <a:rPr lang="en-US">
                <a:solidFill>
                  <a:schemeClr val="dk2"/>
                </a:solidFill>
              </a:rPr>
              <a:t>Limitations</a:t>
            </a:r>
            <a:endParaRPr/>
          </a:p>
        </p:txBody>
      </p:sp>
      <p:sp>
        <p:nvSpPr>
          <p:cNvPr id="1670" name="Google Shape;1670;p26"/>
          <p:cNvSpPr txBox="1"/>
          <p:nvPr>
            <p:ph idx="1" type="body"/>
          </p:nvPr>
        </p:nvSpPr>
        <p:spPr>
          <a:xfrm>
            <a:off x="713225" y="1371159"/>
            <a:ext cx="7717800" cy="3447600"/>
          </a:xfrm>
          <a:prstGeom prst="rect">
            <a:avLst/>
          </a:prstGeom>
          <a:noFill/>
          <a:ln>
            <a:noFill/>
          </a:ln>
        </p:spPr>
        <p:txBody>
          <a:bodyPr anchorCtr="0" anchor="ctr" bIns="91425" lIns="91425" spcFirstLastPara="1" rIns="91425" wrap="square" tIns="91425">
            <a:noAutofit/>
          </a:bodyPr>
          <a:lstStyle/>
          <a:p>
            <a:pPr indent="-317500" lvl="0" marL="457200" rtl="0" algn="l">
              <a:lnSpc>
                <a:spcPct val="150000"/>
              </a:lnSpc>
              <a:spcBef>
                <a:spcPts val="0"/>
              </a:spcBef>
              <a:spcAft>
                <a:spcPts val="0"/>
              </a:spcAft>
              <a:buSzPts val="1400"/>
              <a:buFont typeface="Courier New"/>
              <a:buChar char="o"/>
            </a:pPr>
            <a:r>
              <a:rPr lang="en-US" sz="1400"/>
              <a:t>Common SCAs utilize many FFTs</a:t>
            </a:r>
            <a:endParaRPr/>
          </a:p>
          <a:p>
            <a:pPr indent="-317500" lvl="1" marL="914400" rtl="0" algn="l">
              <a:lnSpc>
                <a:spcPct val="150000"/>
              </a:lnSpc>
              <a:spcBef>
                <a:spcPts val="0"/>
              </a:spcBef>
              <a:spcAft>
                <a:spcPts val="0"/>
              </a:spcAft>
              <a:buSzPts val="1400"/>
              <a:buFont typeface="Courier New"/>
              <a:buChar char="o"/>
            </a:pPr>
            <a:r>
              <a:rPr lang="en-US"/>
              <a:t>Very fast, but large BRAM is needed to store all input/output samples of an FFT at once.</a:t>
            </a:r>
            <a:endParaRPr/>
          </a:p>
          <a:p>
            <a:pPr indent="-317500" lvl="1" marL="914400" rtl="0" algn="l">
              <a:lnSpc>
                <a:spcPct val="150000"/>
              </a:lnSpc>
              <a:spcBef>
                <a:spcPts val="0"/>
              </a:spcBef>
              <a:spcAft>
                <a:spcPts val="0"/>
              </a:spcAft>
              <a:buSzPts val="1400"/>
              <a:buFont typeface="Courier New"/>
              <a:buChar char="o"/>
            </a:pPr>
            <a:r>
              <a:rPr lang="en-US"/>
              <a:t>CSP algorithms require large sample sizes, regardless of implementation</a:t>
            </a:r>
            <a:endParaRPr/>
          </a:p>
          <a:p>
            <a:pPr indent="-317500" lvl="0" marL="457200" rtl="0" algn="l">
              <a:lnSpc>
                <a:spcPct val="150000"/>
              </a:lnSpc>
              <a:spcBef>
                <a:spcPts val="0"/>
              </a:spcBef>
              <a:spcAft>
                <a:spcPts val="0"/>
              </a:spcAft>
              <a:buSzPts val="1400"/>
              <a:buFont typeface="Courier New"/>
              <a:buChar char="o"/>
            </a:pPr>
            <a:r>
              <a:rPr lang="en-US" sz="1400"/>
              <a:t>Nominal CubeSat FPGA</a:t>
            </a:r>
            <a:endParaRPr/>
          </a:p>
          <a:p>
            <a:pPr indent="-317500" lvl="1" marL="914400" rtl="0" algn="l">
              <a:lnSpc>
                <a:spcPct val="150000"/>
              </a:lnSpc>
              <a:spcBef>
                <a:spcPts val="0"/>
              </a:spcBef>
              <a:spcAft>
                <a:spcPts val="0"/>
              </a:spcAft>
              <a:buSzPts val="1400"/>
              <a:buFont typeface="Courier New"/>
              <a:buChar char="o"/>
            </a:pPr>
            <a:r>
              <a:rPr lang="en-US"/>
              <a:t>xc7z045fbg676-1</a:t>
            </a:r>
            <a:endParaRPr/>
          </a:p>
          <a:p>
            <a:pPr indent="-317500" lvl="1" marL="914400" rtl="0" algn="l">
              <a:lnSpc>
                <a:spcPct val="150000"/>
              </a:lnSpc>
              <a:spcBef>
                <a:spcPts val="0"/>
              </a:spcBef>
              <a:spcAft>
                <a:spcPts val="0"/>
              </a:spcAft>
              <a:buSzPts val="1400"/>
              <a:buFont typeface="Courier New"/>
              <a:buChar char="o"/>
            </a:pPr>
            <a:r>
              <a:rPr lang="en-US">
                <a:solidFill>
                  <a:srgbClr val="EB9253"/>
                </a:solidFill>
              </a:rPr>
              <a:t>19.2Mb</a:t>
            </a:r>
            <a:r>
              <a:rPr lang="en-US"/>
              <a:t> of BRAM</a:t>
            </a:r>
            <a:endParaRPr/>
          </a:p>
          <a:p>
            <a:pPr indent="-317500" lvl="0" marL="457200" rtl="0" algn="l">
              <a:lnSpc>
                <a:spcPct val="150000"/>
              </a:lnSpc>
              <a:spcBef>
                <a:spcPts val="0"/>
              </a:spcBef>
              <a:spcAft>
                <a:spcPts val="0"/>
              </a:spcAft>
              <a:buSzPts val="1400"/>
              <a:buFont typeface="Courier New"/>
              <a:buChar char="o"/>
            </a:pPr>
            <a:r>
              <a:rPr lang="en-US" sz="1400"/>
              <a:t>Example</a:t>
            </a:r>
            <a:endParaRPr/>
          </a:p>
          <a:p>
            <a:pPr indent="-317500" lvl="1" marL="914400" rtl="0" algn="l">
              <a:lnSpc>
                <a:spcPct val="150000"/>
              </a:lnSpc>
              <a:spcBef>
                <a:spcPts val="0"/>
              </a:spcBef>
              <a:spcAft>
                <a:spcPts val="0"/>
              </a:spcAft>
              <a:buSzPts val="1400"/>
              <a:buFont typeface="Courier New"/>
              <a:buChar char="o"/>
            </a:pPr>
            <a:r>
              <a:rPr lang="en-US"/>
              <a:t>32b, 2</a:t>
            </a:r>
            <a:r>
              <a:rPr baseline="30000" lang="en-US"/>
              <a:t>16</a:t>
            </a:r>
            <a:r>
              <a:rPr lang="en-US"/>
              <a:t>-point </a:t>
            </a:r>
            <a:r>
              <a:rPr lang="en-US">
                <a:solidFill>
                  <a:schemeClr val="accent6"/>
                </a:solidFill>
              </a:rPr>
              <a:t>SSCA needs at a minimum of 67Mb </a:t>
            </a:r>
            <a:r>
              <a:rPr lang="en-US"/>
              <a:t>per cycle frequency.</a:t>
            </a:r>
            <a:endParaRPr/>
          </a:p>
          <a:p>
            <a:pPr indent="-317500" lvl="1" marL="914400" rtl="0" algn="l">
              <a:lnSpc>
                <a:spcPct val="150000"/>
              </a:lnSpc>
              <a:spcBef>
                <a:spcPts val="0"/>
              </a:spcBef>
              <a:spcAft>
                <a:spcPts val="0"/>
              </a:spcAft>
              <a:buSzPts val="1400"/>
              <a:buFont typeface="Courier New"/>
              <a:buChar char="o"/>
            </a:pPr>
            <a:r>
              <a:rPr lang="en-US"/>
              <a:t>Typically has many cycle frequencies processing at once.</a:t>
            </a:r>
            <a:endParaRPr/>
          </a:p>
          <a:p>
            <a:pPr indent="-317500" lvl="1" marL="914400" rtl="0" algn="l">
              <a:lnSpc>
                <a:spcPct val="150000"/>
              </a:lnSpc>
              <a:spcBef>
                <a:spcPts val="0"/>
              </a:spcBef>
              <a:spcAft>
                <a:spcPts val="0"/>
              </a:spcAft>
              <a:buSzPts val="1400"/>
              <a:buFont typeface="Courier New"/>
              <a:buChar char="o"/>
            </a:pPr>
            <a:r>
              <a:rPr lang="en-US"/>
              <a:t>The required </a:t>
            </a:r>
            <a:r>
              <a:rPr lang="en-US">
                <a:solidFill>
                  <a:schemeClr val="lt2"/>
                </a:solidFill>
              </a:rPr>
              <a:t>67Mb is much higher than the BRAM of our CubeSat FPGAs.</a:t>
            </a:r>
            <a:endParaRPr/>
          </a:p>
          <a:p>
            <a:pPr indent="-228600" lvl="0" marL="457200" rtl="0" algn="l">
              <a:lnSpc>
                <a:spcPct val="100000"/>
              </a:lnSpc>
              <a:spcBef>
                <a:spcPts val="0"/>
              </a:spcBef>
              <a:spcAft>
                <a:spcPts val="0"/>
              </a:spcAft>
              <a:buSzPts val="1400"/>
              <a:buNone/>
            </a:pPr>
            <a:r>
              <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4" name="Shape 1674"/>
        <p:cNvGrpSpPr/>
        <p:nvPr/>
      </p:nvGrpSpPr>
      <p:grpSpPr>
        <a:xfrm>
          <a:off x="0" y="0"/>
          <a:ext cx="0" cy="0"/>
          <a:chOff x="0" y="0"/>
          <a:chExt cx="0" cy="0"/>
        </a:xfrm>
      </p:grpSpPr>
      <p:sp>
        <p:nvSpPr>
          <p:cNvPr id="1675" name="Google Shape;1675;p27"/>
          <p:cNvSpPr txBox="1"/>
          <p:nvPr>
            <p:ph type="title"/>
          </p:nvPr>
        </p:nvSpPr>
        <p:spPr>
          <a:xfrm>
            <a:off x="713225" y="445025"/>
            <a:ext cx="7717800" cy="5727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3000"/>
              <a:buNone/>
            </a:pPr>
            <a:r>
              <a:rPr lang="en-US">
                <a:solidFill>
                  <a:srgbClr val="EB9253"/>
                </a:solidFill>
              </a:rPr>
              <a:t>The Streaming-SCA: Assumptions</a:t>
            </a:r>
            <a:endParaRPr/>
          </a:p>
        </p:txBody>
      </p:sp>
      <p:grpSp>
        <p:nvGrpSpPr>
          <p:cNvPr id="1676" name="Google Shape;1676;p27"/>
          <p:cNvGrpSpPr/>
          <p:nvPr/>
        </p:nvGrpSpPr>
        <p:grpSpPr>
          <a:xfrm>
            <a:off x="1115867" y="1004497"/>
            <a:ext cx="6824657" cy="3588060"/>
            <a:chOff x="0" y="34198"/>
            <a:chExt cx="6824657" cy="3588060"/>
          </a:xfrm>
        </p:grpSpPr>
        <p:sp>
          <p:nvSpPr>
            <p:cNvPr id="1677" name="Google Shape;1677;p27"/>
            <p:cNvSpPr/>
            <p:nvPr/>
          </p:nvSpPr>
          <p:spPr>
            <a:xfrm>
              <a:off x="0" y="34198"/>
              <a:ext cx="6824657" cy="566810"/>
            </a:xfrm>
            <a:prstGeom prst="roundRect">
              <a:avLst>
                <a:gd fmla="val 16667" name="adj"/>
              </a:avLst>
            </a:prstGeom>
            <a:solidFill>
              <a:srgbClr val="B4CED2"/>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8" name="Google Shape;1678;p27"/>
            <p:cNvSpPr txBox="1"/>
            <p:nvPr/>
          </p:nvSpPr>
          <p:spPr>
            <a:xfrm>
              <a:off x="27669" y="61867"/>
              <a:ext cx="6769319" cy="511472"/>
            </a:xfrm>
            <a:prstGeom prst="rect">
              <a:avLst/>
            </a:prstGeom>
            <a:noFill/>
            <a:ln>
              <a:noFill/>
            </a:ln>
          </p:spPr>
          <p:txBody>
            <a:bodyPr anchorCtr="0" anchor="ctr" bIns="49525" lIns="49525" spcFirstLastPara="1" rIns="49525" wrap="square" tIns="49525">
              <a:noAutofit/>
            </a:bodyPr>
            <a:lstStyle/>
            <a:p>
              <a:pPr indent="0" lvl="0" marL="0" marR="0" rtl="0" algn="l">
                <a:lnSpc>
                  <a:spcPct val="90000"/>
                </a:lnSpc>
                <a:spcBef>
                  <a:spcPts val="0"/>
                </a:spcBef>
                <a:spcAft>
                  <a:spcPts val="0"/>
                </a:spcAft>
                <a:buClr>
                  <a:srgbClr val="000000"/>
                </a:buClr>
                <a:buSzPts val="1300"/>
                <a:buFont typeface="Arial"/>
                <a:buNone/>
              </a:pPr>
              <a:r>
                <a:rPr b="0" i="0" lang="en-US" sz="1300" u="none" cap="none" strike="noStrike">
                  <a:solidFill>
                    <a:schemeClr val="lt1"/>
                  </a:solidFill>
                  <a:latin typeface="Nunito"/>
                  <a:ea typeface="Nunito"/>
                  <a:cs typeface="Nunito"/>
                  <a:sym typeface="Nunito"/>
                </a:rPr>
                <a:t>Evaluates only one pipelined (v; k) pair at a time, called a point. </a:t>
              </a:r>
              <a:endParaRPr/>
            </a:p>
          </p:txBody>
        </p:sp>
        <p:sp>
          <p:nvSpPr>
            <p:cNvPr id="1679" name="Google Shape;1679;p27"/>
            <p:cNvSpPr/>
            <p:nvPr/>
          </p:nvSpPr>
          <p:spPr>
            <a:xfrm>
              <a:off x="0" y="638448"/>
              <a:ext cx="6824657" cy="566810"/>
            </a:xfrm>
            <a:prstGeom prst="roundRect">
              <a:avLst>
                <a:gd fmla="val 16667" name="adj"/>
              </a:avLst>
            </a:prstGeom>
            <a:solidFill>
              <a:schemeClr val="lt2"/>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0" name="Google Shape;1680;p27"/>
            <p:cNvSpPr txBox="1"/>
            <p:nvPr/>
          </p:nvSpPr>
          <p:spPr>
            <a:xfrm>
              <a:off x="27669" y="666117"/>
              <a:ext cx="6769319" cy="511472"/>
            </a:xfrm>
            <a:prstGeom prst="rect">
              <a:avLst/>
            </a:prstGeom>
            <a:noFill/>
            <a:ln>
              <a:noFill/>
            </a:ln>
          </p:spPr>
          <p:txBody>
            <a:bodyPr anchorCtr="0" anchor="ctr" bIns="49525" lIns="49525" spcFirstLastPara="1" rIns="49525" wrap="square" tIns="49525">
              <a:noAutofit/>
            </a:bodyPr>
            <a:lstStyle/>
            <a:p>
              <a:pPr indent="0" lvl="0" marL="0" marR="0" rtl="0" algn="l">
                <a:lnSpc>
                  <a:spcPct val="90000"/>
                </a:lnSpc>
                <a:spcBef>
                  <a:spcPts val="0"/>
                </a:spcBef>
                <a:spcAft>
                  <a:spcPts val="0"/>
                </a:spcAft>
                <a:buClr>
                  <a:srgbClr val="000000"/>
                </a:buClr>
                <a:buSzPts val="1300"/>
                <a:buFont typeface="Arial"/>
                <a:buNone/>
              </a:pPr>
              <a:r>
                <a:rPr b="0" i="0" lang="en-US" sz="1300" u="none" cap="none" strike="noStrike">
                  <a:solidFill>
                    <a:schemeClr val="lt1"/>
                  </a:solidFill>
                  <a:latin typeface="Nunito"/>
                  <a:ea typeface="Nunito"/>
                  <a:cs typeface="Nunito"/>
                  <a:sym typeface="Nunito"/>
                </a:rPr>
                <a:t>Utilizes a minimum amount of BRAM. </a:t>
              </a:r>
              <a:endParaRPr/>
            </a:p>
          </p:txBody>
        </p:sp>
        <p:sp>
          <p:nvSpPr>
            <p:cNvPr id="1681" name="Google Shape;1681;p27"/>
            <p:cNvSpPr/>
            <p:nvPr/>
          </p:nvSpPr>
          <p:spPr>
            <a:xfrm>
              <a:off x="0" y="1242698"/>
              <a:ext cx="6824657" cy="566810"/>
            </a:xfrm>
            <a:prstGeom prst="roundRect">
              <a:avLst>
                <a:gd fmla="val 16667" name="adj"/>
              </a:avLst>
            </a:prstGeom>
            <a:solidFill>
              <a:srgbClr val="78D2E4"/>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2" name="Google Shape;1682;p27"/>
            <p:cNvSpPr txBox="1"/>
            <p:nvPr/>
          </p:nvSpPr>
          <p:spPr>
            <a:xfrm>
              <a:off x="27669" y="1270367"/>
              <a:ext cx="6769319" cy="511472"/>
            </a:xfrm>
            <a:prstGeom prst="rect">
              <a:avLst/>
            </a:prstGeom>
            <a:noFill/>
            <a:ln>
              <a:noFill/>
            </a:ln>
          </p:spPr>
          <p:txBody>
            <a:bodyPr anchorCtr="0" anchor="ctr" bIns="49525" lIns="49525" spcFirstLastPara="1" rIns="49525" wrap="square" tIns="49525">
              <a:noAutofit/>
            </a:bodyPr>
            <a:lstStyle/>
            <a:p>
              <a:pPr indent="0" lvl="0" marL="0" marR="0" rtl="0" algn="l">
                <a:lnSpc>
                  <a:spcPct val="90000"/>
                </a:lnSpc>
                <a:spcBef>
                  <a:spcPts val="0"/>
                </a:spcBef>
                <a:spcAft>
                  <a:spcPts val="0"/>
                </a:spcAft>
                <a:buClr>
                  <a:srgbClr val="000000"/>
                </a:buClr>
                <a:buSzPts val="1300"/>
                <a:buFont typeface="Arial"/>
                <a:buNone/>
              </a:pPr>
              <a:r>
                <a:rPr b="0" i="0" lang="en-US" sz="1300" u="none" cap="none" strike="noStrike">
                  <a:solidFill>
                    <a:schemeClr val="lt1"/>
                  </a:solidFill>
                  <a:latin typeface="Nunito"/>
                  <a:ea typeface="Nunito"/>
                  <a:cs typeface="Nunito"/>
                  <a:sym typeface="Nunito"/>
                </a:rPr>
                <a:t>Is designed for FPGA use. </a:t>
              </a:r>
              <a:endParaRPr/>
            </a:p>
          </p:txBody>
        </p:sp>
        <p:sp>
          <p:nvSpPr>
            <p:cNvPr id="1683" name="Google Shape;1683;p27"/>
            <p:cNvSpPr/>
            <p:nvPr/>
          </p:nvSpPr>
          <p:spPr>
            <a:xfrm>
              <a:off x="0" y="1846948"/>
              <a:ext cx="6824657" cy="566810"/>
            </a:xfrm>
            <a:prstGeom prst="roundRect">
              <a:avLst>
                <a:gd fmla="val 16667" name="adj"/>
              </a:avLst>
            </a:prstGeom>
            <a:solidFill>
              <a:schemeClr val="accent6"/>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4" name="Google Shape;1684;p27"/>
            <p:cNvSpPr txBox="1"/>
            <p:nvPr/>
          </p:nvSpPr>
          <p:spPr>
            <a:xfrm>
              <a:off x="27669" y="1874617"/>
              <a:ext cx="6769319" cy="511472"/>
            </a:xfrm>
            <a:prstGeom prst="rect">
              <a:avLst/>
            </a:prstGeom>
            <a:noFill/>
            <a:ln>
              <a:noFill/>
            </a:ln>
          </p:spPr>
          <p:txBody>
            <a:bodyPr anchorCtr="0" anchor="ctr" bIns="49525" lIns="49525" spcFirstLastPara="1" rIns="49525" wrap="square" tIns="49525">
              <a:noAutofit/>
            </a:bodyPr>
            <a:lstStyle/>
            <a:p>
              <a:pPr indent="0" lvl="0" marL="0" marR="0" rtl="0" algn="l">
                <a:lnSpc>
                  <a:spcPct val="90000"/>
                </a:lnSpc>
                <a:spcBef>
                  <a:spcPts val="0"/>
                </a:spcBef>
                <a:spcAft>
                  <a:spcPts val="0"/>
                </a:spcAft>
                <a:buClr>
                  <a:srgbClr val="000000"/>
                </a:buClr>
                <a:buSzPts val="1300"/>
                <a:buFont typeface="Arial"/>
                <a:buNone/>
              </a:pPr>
              <a:r>
                <a:rPr b="0" i="0" lang="en-US" sz="1300" u="none" cap="none" strike="noStrike">
                  <a:solidFill>
                    <a:schemeClr val="lt1"/>
                  </a:solidFill>
                  <a:latin typeface="Nunito"/>
                  <a:ea typeface="Nunito"/>
                  <a:cs typeface="Nunito"/>
                  <a:sym typeface="Nunito"/>
                </a:rPr>
                <a:t>Does not evaluate the trivial case of v = 0, which is the spectral density of the conventional AF.</a:t>
              </a:r>
              <a:endParaRPr/>
            </a:p>
          </p:txBody>
        </p:sp>
        <p:sp>
          <p:nvSpPr>
            <p:cNvPr id="1685" name="Google Shape;1685;p27"/>
            <p:cNvSpPr/>
            <p:nvPr/>
          </p:nvSpPr>
          <p:spPr>
            <a:xfrm>
              <a:off x="0" y="2451198"/>
              <a:ext cx="6824657" cy="566810"/>
            </a:xfrm>
            <a:prstGeom prst="roundRect">
              <a:avLst>
                <a:gd fmla="val 16667" name="adj"/>
              </a:avLst>
            </a:prstGeom>
            <a:solidFill>
              <a:srgbClr val="F6D5D5"/>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6" name="Google Shape;1686;p27"/>
            <p:cNvSpPr txBox="1"/>
            <p:nvPr/>
          </p:nvSpPr>
          <p:spPr>
            <a:xfrm>
              <a:off x="27669" y="2478867"/>
              <a:ext cx="6769319" cy="511472"/>
            </a:xfrm>
            <a:prstGeom prst="rect">
              <a:avLst/>
            </a:prstGeom>
            <a:noFill/>
            <a:ln>
              <a:noFill/>
            </a:ln>
          </p:spPr>
          <p:txBody>
            <a:bodyPr anchorCtr="0" anchor="ctr" bIns="49525" lIns="49525" spcFirstLastPara="1" rIns="49525" wrap="square" tIns="49525">
              <a:noAutofit/>
            </a:bodyPr>
            <a:lstStyle/>
            <a:p>
              <a:pPr indent="0" lvl="0" marL="0" marR="0" rtl="0" algn="l">
                <a:lnSpc>
                  <a:spcPct val="90000"/>
                </a:lnSpc>
                <a:spcBef>
                  <a:spcPts val="0"/>
                </a:spcBef>
                <a:spcAft>
                  <a:spcPts val="0"/>
                </a:spcAft>
                <a:buClr>
                  <a:srgbClr val="000000"/>
                </a:buClr>
                <a:buSzPts val="1300"/>
                <a:buFont typeface="Arial"/>
                <a:buNone/>
              </a:pPr>
              <a:r>
                <a:rPr b="0" i="0" lang="en-US" sz="1300" u="none" cap="none" strike="noStrike">
                  <a:solidFill>
                    <a:schemeClr val="lt1"/>
                  </a:solidFill>
                  <a:latin typeface="Nunito"/>
                  <a:ea typeface="Nunito"/>
                  <a:cs typeface="Nunito"/>
                  <a:sym typeface="Nunito"/>
                </a:rPr>
                <a:t>Uses a fixed lowpass-filter (LPF) width of 2, corresponding to taps [0:5; 0:5].</a:t>
              </a:r>
              <a:endParaRPr/>
            </a:p>
          </p:txBody>
        </p:sp>
        <p:sp>
          <p:nvSpPr>
            <p:cNvPr id="1687" name="Google Shape;1687;p27"/>
            <p:cNvSpPr/>
            <p:nvPr/>
          </p:nvSpPr>
          <p:spPr>
            <a:xfrm>
              <a:off x="0" y="3055448"/>
              <a:ext cx="6824657" cy="566810"/>
            </a:xfrm>
            <a:prstGeom prst="roundRect">
              <a:avLst>
                <a:gd fmla="val 16667" name="adj"/>
              </a:avLst>
            </a:prstGeom>
            <a:solidFill>
              <a:srgbClr val="EB9695"/>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8" name="Google Shape;1688;p27"/>
            <p:cNvSpPr txBox="1"/>
            <p:nvPr/>
          </p:nvSpPr>
          <p:spPr>
            <a:xfrm>
              <a:off x="27669" y="3083117"/>
              <a:ext cx="6769319" cy="511472"/>
            </a:xfrm>
            <a:prstGeom prst="rect">
              <a:avLst/>
            </a:prstGeom>
            <a:noFill/>
            <a:ln>
              <a:noFill/>
            </a:ln>
          </p:spPr>
          <p:txBody>
            <a:bodyPr anchorCtr="0" anchor="ctr" bIns="49525" lIns="49525" spcFirstLastPara="1" rIns="49525" wrap="square" tIns="49525">
              <a:noAutofit/>
            </a:bodyPr>
            <a:lstStyle/>
            <a:p>
              <a:pPr indent="0" lvl="0" marL="0" marR="0" rtl="0" algn="l">
                <a:lnSpc>
                  <a:spcPct val="90000"/>
                </a:lnSpc>
                <a:spcBef>
                  <a:spcPts val="0"/>
                </a:spcBef>
                <a:spcAft>
                  <a:spcPts val="0"/>
                </a:spcAft>
                <a:buClr>
                  <a:srgbClr val="000000"/>
                </a:buClr>
                <a:buSzPts val="1300"/>
                <a:buFont typeface="Arial"/>
                <a:buNone/>
              </a:pPr>
              <a:r>
                <a:rPr b="0" i="0" lang="en-US" sz="1300" u="none" cap="none" strike="noStrike">
                  <a:solidFill>
                    <a:schemeClr val="lt1"/>
                  </a:solidFill>
                  <a:latin typeface="Arial"/>
                  <a:ea typeface="Arial"/>
                  <a:cs typeface="Arial"/>
                  <a:sym typeface="Arial"/>
                </a:rPr>
                <a:t>Processes samples directly from ADC (“streaming”)</a:t>
              </a:r>
              <a:endParaRPr/>
            </a:p>
          </p:txBody>
        </p:sp>
      </p:gr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2" name="Shape 1692"/>
        <p:cNvGrpSpPr/>
        <p:nvPr/>
      </p:nvGrpSpPr>
      <p:grpSpPr>
        <a:xfrm>
          <a:off x="0" y="0"/>
          <a:ext cx="0" cy="0"/>
          <a:chOff x="0" y="0"/>
          <a:chExt cx="0" cy="0"/>
        </a:xfrm>
      </p:grpSpPr>
      <p:sp>
        <p:nvSpPr>
          <p:cNvPr id="1693" name="Google Shape;1693;p28"/>
          <p:cNvSpPr txBox="1"/>
          <p:nvPr>
            <p:ph type="title"/>
          </p:nvPr>
        </p:nvSpPr>
        <p:spPr>
          <a:xfrm>
            <a:off x="713225" y="570960"/>
            <a:ext cx="7717800" cy="5727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3000"/>
              <a:buNone/>
            </a:pPr>
            <a:r>
              <a:rPr lang="en-US">
                <a:solidFill>
                  <a:srgbClr val="EB9253"/>
                </a:solidFill>
              </a:rPr>
              <a:t>The Streaming-SCA:</a:t>
            </a:r>
            <a:br>
              <a:rPr lang="en-US"/>
            </a:br>
            <a:r>
              <a:rPr lang="en-US">
                <a:solidFill>
                  <a:schemeClr val="dk2"/>
                </a:solidFill>
              </a:rPr>
              <a:t>Trade-Offs</a:t>
            </a:r>
            <a:endParaRPr/>
          </a:p>
        </p:txBody>
      </p:sp>
      <p:pic>
        <p:nvPicPr>
          <p:cNvPr id="1694" name="Google Shape;1694;p28"/>
          <p:cNvPicPr preferRelativeResize="0"/>
          <p:nvPr/>
        </p:nvPicPr>
        <p:blipFill rotWithShape="1">
          <a:blip r:embed="rId3">
            <a:alphaModFix/>
          </a:blip>
          <a:srcRect b="0" l="0" r="0" t="0"/>
          <a:stretch/>
        </p:blipFill>
        <p:spPr>
          <a:xfrm>
            <a:off x="4038878" y="428599"/>
            <a:ext cx="4646210" cy="3599273"/>
          </a:xfrm>
          <a:prstGeom prst="roundRect">
            <a:avLst>
              <a:gd fmla="val 8594" name="adj"/>
            </a:avLst>
          </a:prstGeom>
          <a:solidFill>
            <a:srgbClr val="ECECEC"/>
          </a:solidFill>
          <a:ln>
            <a:noFill/>
          </a:ln>
          <a:effectLst>
            <a:reflection blurRad="0" dir="5400000" dist="5000" endA="0" endPos="28000" kx="0" rotWithShape="0" algn="bl" stA="38000" stPos="0" sy="-100000" ky="0"/>
          </a:effectLst>
        </p:spPr>
      </p:pic>
      <p:sp>
        <p:nvSpPr>
          <p:cNvPr id="1695" name="Google Shape;1695;p28"/>
          <p:cNvSpPr txBox="1"/>
          <p:nvPr/>
        </p:nvSpPr>
        <p:spPr>
          <a:xfrm>
            <a:off x="602298" y="2001648"/>
            <a:ext cx="3153860" cy="1754326"/>
          </a:xfrm>
          <a:prstGeom prst="rect">
            <a:avLst/>
          </a:prstGeom>
          <a:blipFill rotWithShape="1">
            <a:blip r:embed="rId4">
              <a:alphaModFix/>
            </a:blip>
            <a:stretch>
              <a:fillRect b="-2429"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US" sz="1400" u="none" cap="none" strike="noStrike">
                <a:latin typeface="Arial"/>
                <a:ea typeface="Arial"/>
                <a:cs typeface="Arial"/>
                <a:sym typeface="Arial"/>
              </a:rPr>
              <a:t> </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9" name="Shape 1699"/>
        <p:cNvGrpSpPr/>
        <p:nvPr/>
      </p:nvGrpSpPr>
      <p:grpSpPr>
        <a:xfrm>
          <a:off x="0" y="0"/>
          <a:ext cx="0" cy="0"/>
          <a:chOff x="0" y="0"/>
          <a:chExt cx="0" cy="0"/>
        </a:xfrm>
      </p:grpSpPr>
      <p:sp>
        <p:nvSpPr>
          <p:cNvPr id="1700" name="Google Shape;1700;p29"/>
          <p:cNvSpPr txBox="1"/>
          <p:nvPr>
            <p:ph type="title"/>
          </p:nvPr>
        </p:nvSpPr>
        <p:spPr>
          <a:xfrm>
            <a:off x="772037" y="368369"/>
            <a:ext cx="7717800" cy="5727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3000"/>
              <a:buNone/>
            </a:pPr>
            <a:r>
              <a:rPr lang="en-US">
                <a:solidFill>
                  <a:schemeClr val="accent6"/>
                </a:solidFill>
              </a:rPr>
              <a:t>Digital Design:</a:t>
            </a:r>
            <a:br>
              <a:rPr lang="en-US"/>
            </a:br>
            <a:r>
              <a:rPr lang="en-US">
                <a:solidFill>
                  <a:schemeClr val="dk2"/>
                </a:solidFill>
              </a:rPr>
              <a:t>The Center Frequency Estimator (CFE)</a:t>
            </a:r>
            <a:endParaRPr/>
          </a:p>
        </p:txBody>
      </p:sp>
      <p:pic>
        <p:nvPicPr>
          <p:cNvPr id="1701" name="Google Shape;1701;p29"/>
          <p:cNvPicPr preferRelativeResize="0"/>
          <p:nvPr/>
        </p:nvPicPr>
        <p:blipFill rotWithShape="1">
          <a:blip r:embed="rId3">
            <a:alphaModFix/>
          </a:blip>
          <a:srcRect b="12497" l="1672" r="1936" t="13450"/>
          <a:stretch/>
        </p:blipFill>
        <p:spPr>
          <a:xfrm>
            <a:off x="481839" y="1312397"/>
            <a:ext cx="8180321" cy="1259353"/>
          </a:xfrm>
          <a:prstGeom prst="roundRect">
            <a:avLst>
              <a:gd fmla="val 8594" name="adj"/>
            </a:avLst>
          </a:prstGeom>
          <a:solidFill>
            <a:srgbClr val="ECECEC"/>
          </a:solidFill>
          <a:ln>
            <a:noFill/>
          </a:ln>
          <a:effectLst>
            <a:reflection blurRad="0" dir="5400000" dist="5000" endA="0" endPos="28000" kx="0" rotWithShape="0" algn="bl" stA="38000" stPos="0" sy="-100000" ky="0"/>
          </a:effectLst>
        </p:spPr>
      </p:pic>
      <p:pic>
        <p:nvPicPr>
          <p:cNvPr id="1702" name="Google Shape;1702;p29"/>
          <p:cNvPicPr preferRelativeResize="0"/>
          <p:nvPr/>
        </p:nvPicPr>
        <p:blipFill rotWithShape="1">
          <a:blip r:embed="rId4">
            <a:alphaModFix/>
          </a:blip>
          <a:srcRect b="8728" l="0" r="0" t="12247"/>
          <a:stretch/>
        </p:blipFill>
        <p:spPr>
          <a:xfrm>
            <a:off x="481838" y="2866422"/>
            <a:ext cx="8180321" cy="1418143"/>
          </a:xfrm>
          <a:prstGeom prst="roundRect">
            <a:avLst>
              <a:gd fmla="val 8594" name="adj"/>
            </a:avLst>
          </a:prstGeom>
          <a:solidFill>
            <a:srgbClr val="ECECEC"/>
          </a:solidFill>
          <a:ln>
            <a:noFill/>
          </a:ln>
          <a:effectLst>
            <a:reflection blurRad="0" dir="5400000" dist="5000" endA="0" endPos="28000" kx="0" rotWithShape="0" algn="bl" stA="38000" stPos="0" sy="-100000" ky="0"/>
          </a:effectLst>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6" name="Shape 1706"/>
        <p:cNvGrpSpPr/>
        <p:nvPr/>
      </p:nvGrpSpPr>
      <p:grpSpPr>
        <a:xfrm>
          <a:off x="0" y="0"/>
          <a:ext cx="0" cy="0"/>
          <a:chOff x="0" y="0"/>
          <a:chExt cx="0" cy="0"/>
        </a:xfrm>
      </p:grpSpPr>
      <p:sp>
        <p:nvSpPr>
          <p:cNvPr id="1707" name="Google Shape;1707;p30"/>
          <p:cNvSpPr txBox="1"/>
          <p:nvPr>
            <p:ph type="title"/>
          </p:nvPr>
        </p:nvSpPr>
        <p:spPr>
          <a:xfrm>
            <a:off x="657053" y="1113030"/>
            <a:ext cx="2557036" cy="5727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3000"/>
              <a:buNone/>
            </a:pPr>
            <a:r>
              <a:rPr lang="en-US">
                <a:solidFill>
                  <a:schemeClr val="accent6"/>
                </a:solidFill>
              </a:rPr>
              <a:t>Digital Design:</a:t>
            </a:r>
            <a:br>
              <a:rPr lang="en-US"/>
            </a:br>
            <a:r>
              <a:rPr lang="en-US">
                <a:solidFill>
                  <a:schemeClr val="dk2"/>
                </a:solidFill>
              </a:rPr>
              <a:t>The Symbol Rate Estimator (SRE)</a:t>
            </a:r>
            <a:endParaRPr/>
          </a:p>
        </p:txBody>
      </p:sp>
      <p:pic>
        <p:nvPicPr>
          <p:cNvPr id="1708" name="Google Shape;1708;p30"/>
          <p:cNvPicPr preferRelativeResize="0"/>
          <p:nvPr/>
        </p:nvPicPr>
        <p:blipFill rotWithShape="1">
          <a:blip r:embed="rId3">
            <a:alphaModFix/>
          </a:blip>
          <a:srcRect b="0" l="0" r="1428" t="14966"/>
          <a:stretch/>
        </p:blipFill>
        <p:spPr>
          <a:xfrm>
            <a:off x="272520" y="2571750"/>
            <a:ext cx="8598960" cy="1702379"/>
          </a:xfrm>
          <a:prstGeom prst="roundRect">
            <a:avLst>
              <a:gd fmla="val 8594" name="adj"/>
            </a:avLst>
          </a:prstGeom>
          <a:solidFill>
            <a:srgbClr val="ECECEC"/>
          </a:solidFill>
          <a:ln>
            <a:noFill/>
          </a:ln>
          <a:effectLst>
            <a:reflection blurRad="0" dir="5400000" dist="5000" endA="0" endPos="28000" kx="0" rotWithShape="0" algn="bl" stA="38000" stPos="0" sy="-100000" ky="0"/>
          </a:effectLst>
        </p:spPr>
      </p:pic>
      <p:pic>
        <p:nvPicPr>
          <p:cNvPr id="1709" name="Google Shape;1709;p30"/>
          <p:cNvPicPr preferRelativeResize="0"/>
          <p:nvPr/>
        </p:nvPicPr>
        <p:blipFill rotWithShape="1">
          <a:blip r:embed="rId4">
            <a:alphaModFix/>
          </a:blip>
          <a:srcRect b="0" l="0" r="0" t="0"/>
          <a:stretch/>
        </p:blipFill>
        <p:spPr>
          <a:xfrm>
            <a:off x="3451879" y="710584"/>
            <a:ext cx="5321043" cy="1581932"/>
          </a:xfrm>
          <a:prstGeom prst="roundRect">
            <a:avLst>
              <a:gd fmla="val 8594" name="adj"/>
            </a:avLst>
          </a:prstGeom>
          <a:solidFill>
            <a:srgbClr val="ECECEC"/>
          </a:solidFill>
          <a:ln>
            <a:noFill/>
          </a:ln>
          <a:effectLst>
            <a:reflection blurRad="0" dir="5400000" dist="5000" endA="0" endPos="28000" kx="0" rotWithShape="0" algn="bl" stA="38000" stPos="0" sy="-100000" ky="0"/>
          </a:effectLst>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3" name="Shape 1713"/>
        <p:cNvGrpSpPr/>
        <p:nvPr/>
      </p:nvGrpSpPr>
      <p:grpSpPr>
        <a:xfrm>
          <a:off x="0" y="0"/>
          <a:ext cx="0" cy="0"/>
          <a:chOff x="0" y="0"/>
          <a:chExt cx="0" cy="0"/>
        </a:xfrm>
      </p:grpSpPr>
      <p:sp>
        <p:nvSpPr>
          <p:cNvPr id="1714" name="Google Shape;1714;p31"/>
          <p:cNvSpPr txBox="1"/>
          <p:nvPr>
            <p:ph type="title"/>
          </p:nvPr>
        </p:nvSpPr>
        <p:spPr>
          <a:xfrm>
            <a:off x="696872" y="629165"/>
            <a:ext cx="4001419" cy="5727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3000"/>
              <a:buNone/>
            </a:pPr>
            <a:r>
              <a:rPr lang="en-US">
                <a:solidFill>
                  <a:schemeClr val="accent6"/>
                </a:solidFill>
              </a:rPr>
              <a:t>Digital Design: </a:t>
            </a:r>
            <a:br>
              <a:rPr lang="en-US">
                <a:solidFill>
                  <a:schemeClr val="accent6"/>
                </a:solidFill>
              </a:rPr>
            </a:br>
            <a:r>
              <a:rPr lang="en-US">
                <a:solidFill>
                  <a:schemeClr val="dk2"/>
                </a:solidFill>
              </a:rPr>
              <a:t>The Instantaneous Power</a:t>
            </a:r>
            <a:endParaRPr/>
          </a:p>
        </p:txBody>
      </p:sp>
      <p:pic>
        <p:nvPicPr>
          <p:cNvPr id="1715" name="Google Shape;1715;p31"/>
          <p:cNvPicPr preferRelativeResize="0"/>
          <p:nvPr/>
        </p:nvPicPr>
        <p:blipFill rotWithShape="1">
          <a:blip r:embed="rId3">
            <a:alphaModFix/>
          </a:blip>
          <a:srcRect b="0" l="0" r="0" t="0"/>
          <a:stretch/>
        </p:blipFill>
        <p:spPr>
          <a:xfrm>
            <a:off x="5041399" y="74273"/>
            <a:ext cx="3405728" cy="1447625"/>
          </a:xfrm>
          <a:prstGeom prst="roundRect">
            <a:avLst>
              <a:gd fmla="val 8594" name="adj"/>
            </a:avLst>
          </a:prstGeom>
          <a:solidFill>
            <a:srgbClr val="ECECEC"/>
          </a:solidFill>
          <a:ln>
            <a:noFill/>
          </a:ln>
          <a:effectLst>
            <a:reflection blurRad="0" dir="5400000" dist="5000" endA="0" endPos="28000" kx="0" rotWithShape="0" algn="bl" stA="38000" stPos="0" sy="-100000" ky="0"/>
          </a:effectLst>
        </p:spPr>
      </p:pic>
      <p:pic>
        <p:nvPicPr>
          <p:cNvPr id="1716" name="Google Shape;1716;p31"/>
          <p:cNvPicPr preferRelativeResize="0"/>
          <p:nvPr/>
        </p:nvPicPr>
        <p:blipFill rotWithShape="1">
          <a:blip r:embed="rId4">
            <a:alphaModFix/>
          </a:blip>
          <a:srcRect b="0" l="0" r="0" t="0"/>
          <a:stretch/>
        </p:blipFill>
        <p:spPr>
          <a:xfrm>
            <a:off x="696872" y="1587604"/>
            <a:ext cx="7750255" cy="2992437"/>
          </a:xfrm>
          <a:prstGeom prst="roundRect">
            <a:avLst>
              <a:gd fmla="val 8594" name="adj"/>
            </a:avLst>
          </a:prstGeom>
          <a:solidFill>
            <a:srgbClr val="ECECEC"/>
          </a:solidFill>
          <a:ln>
            <a:noFill/>
          </a:ln>
          <a:effectLst>
            <a:reflection blurRad="0" dir="5400000" dist="5000" endA="0" endPos="28000" kx="0" rotWithShape="0" algn="bl" stA="38000" stPos="0" sy="-100000" ky="0"/>
          </a:effectLst>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0" name="Shape 1720"/>
        <p:cNvGrpSpPr/>
        <p:nvPr/>
      </p:nvGrpSpPr>
      <p:grpSpPr>
        <a:xfrm>
          <a:off x="0" y="0"/>
          <a:ext cx="0" cy="0"/>
          <a:chOff x="0" y="0"/>
          <a:chExt cx="0" cy="0"/>
        </a:xfrm>
      </p:grpSpPr>
      <p:sp>
        <p:nvSpPr>
          <p:cNvPr id="1721" name="Google Shape;1721;p32"/>
          <p:cNvSpPr txBox="1"/>
          <p:nvPr>
            <p:ph type="title"/>
          </p:nvPr>
        </p:nvSpPr>
        <p:spPr>
          <a:xfrm>
            <a:off x="788464" y="685945"/>
            <a:ext cx="3126482" cy="5727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3000"/>
              <a:buNone/>
            </a:pPr>
            <a:r>
              <a:rPr lang="en-US">
                <a:solidFill>
                  <a:schemeClr val="accent6"/>
                </a:solidFill>
              </a:rPr>
              <a:t>Digital Design:</a:t>
            </a:r>
            <a:br>
              <a:rPr lang="en-US"/>
            </a:br>
            <a:r>
              <a:rPr lang="en-US">
                <a:solidFill>
                  <a:schemeClr val="dk2"/>
                </a:solidFill>
              </a:rPr>
              <a:t>The Discrete Fourier Transform (DFT)</a:t>
            </a:r>
            <a:endParaRPr/>
          </a:p>
        </p:txBody>
      </p:sp>
      <p:pic>
        <p:nvPicPr>
          <p:cNvPr id="1722" name="Google Shape;1722;p32"/>
          <p:cNvPicPr preferRelativeResize="0"/>
          <p:nvPr/>
        </p:nvPicPr>
        <p:blipFill rotWithShape="1">
          <a:blip r:embed="rId3">
            <a:alphaModFix/>
          </a:blip>
          <a:srcRect b="0" l="0" r="0" t="0"/>
          <a:stretch/>
        </p:blipFill>
        <p:spPr>
          <a:xfrm>
            <a:off x="889395" y="1932834"/>
            <a:ext cx="6929546" cy="2879079"/>
          </a:xfrm>
          <a:prstGeom prst="roundRect">
            <a:avLst>
              <a:gd fmla="val 8594" name="adj"/>
            </a:avLst>
          </a:prstGeom>
          <a:solidFill>
            <a:srgbClr val="ECECEC"/>
          </a:solidFill>
          <a:ln>
            <a:noFill/>
          </a:ln>
          <a:effectLst>
            <a:reflection blurRad="0" dir="5400000" dist="5000" endA="0" endPos="28000" kx="0" rotWithShape="0" algn="bl" stA="38000" stPos="0" sy="-100000" ky="0"/>
          </a:effectLst>
        </p:spPr>
      </p:pic>
      <p:pic>
        <p:nvPicPr>
          <p:cNvPr id="1723" name="Google Shape;1723;p32"/>
          <p:cNvPicPr preferRelativeResize="0"/>
          <p:nvPr/>
        </p:nvPicPr>
        <p:blipFill rotWithShape="1">
          <a:blip r:embed="rId4">
            <a:alphaModFix/>
          </a:blip>
          <a:srcRect b="0" l="0" r="0" t="0"/>
          <a:stretch/>
        </p:blipFill>
        <p:spPr>
          <a:xfrm>
            <a:off x="4284084" y="270178"/>
            <a:ext cx="3435415" cy="1325562"/>
          </a:xfrm>
          <a:prstGeom prst="roundRect">
            <a:avLst>
              <a:gd fmla="val 8594" name="adj"/>
            </a:avLst>
          </a:prstGeom>
          <a:solidFill>
            <a:srgbClr val="ECECEC"/>
          </a:solidFill>
          <a:ln>
            <a:noFill/>
          </a:ln>
          <a:effectLst>
            <a:reflection blurRad="0" dir="5400000" dist="5000" endA="0" endPos="28000" kx="0" rotWithShape="0" algn="bl" stA="38000" stPos="0" sy="-100000" ky="0"/>
          </a:effectLst>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7" name="Shape 1727"/>
        <p:cNvGrpSpPr/>
        <p:nvPr/>
      </p:nvGrpSpPr>
      <p:grpSpPr>
        <a:xfrm>
          <a:off x="0" y="0"/>
          <a:ext cx="0" cy="0"/>
          <a:chOff x="0" y="0"/>
          <a:chExt cx="0" cy="0"/>
        </a:xfrm>
      </p:grpSpPr>
      <p:sp>
        <p:nvSpPr>
          <p:cNvPr id="1728" name="Google Shape;1728;p33"/>
          <p:cNvSpPr txBox="1"/>
          <p:nvPr>
            <p:ph type="title"/>
          </p:nvPr>
        </p:nvSpPr>
        <p:spPr>
          <a:xfrm>
            <a:off x="1222159" y="180177"/>
            <a:ext cx="7227593" cy="5727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3000"/>
              <a:buNone/>
            </a:pPr>
            <a:r>
              <a:rPr lang="en-US">
                <a:solidFill>
                  <a:schemeClr val="accent6"/>
                </a:solidFill>
              </a:rPr>
              <a:t>Digital Design: </a:t>
            </a:r>
            <a:r>
              <a:rPr lang="en-US">
                <a:solidFill>
                  <a:schemeClr val="dk2"/>
                </a:solidFill>
              </a:rPr>
              <a:t>The Frequency Mixer</a:t>
            </a:r>
            <a:endParaRPr/>
          </a:p>
        </p:txBody>
      </p:sp>
      <p:pic>
        <p:nvPicPr>
          <p:cNvPr id="1729" name="Google Shape;1729;p33"/>
          <p:cNvPicPr preferRelativeResize="0"/>
          <p:nvPr/>
        </p:nvPicPr>
        <p:blipFill rotWithShape="1">
          <a:blip r:embed="rId3">
            <a:alphaModFix/>
          </a:blip>
          <a:srcRect b="2852" l="6120" r="2700" t="13087"/>
          <a:stretch/>
        </p:blipFill>
        <p:spPr>
          <a:xfrm>
            <a:off x="1150592" y="1560503"/>
            <a:ext cx="6936646" cy="3246941"/>
          </a:xfrm>
          <a:prstGeom prst="roundRect">
            <a:avLst>
              <a:gd fmla="val 8594" name="adj"/>
            </a:avLst>
          </a:prstGeom>
          <a:solidFill>
            <a:srgbClr val="ECECEC"/>
          </a:solidFill>
          <a:ln>
            <a:noFill/>
          </a:ln>
          <a:effectLst>
            <a:reflection blurRad="0" dir="5400000" dist="5000" endA="0" endPos="28000" kx="0" rotWithShape="0" algn="bl" stA="38000" stPos="0" sy="-100000" ky="0"/>
          </a:effectLst>
        </p:spPr>
      </p:pic>
      <p:pic>
        <p:nvPicPr>
          <p:cNvPr id="1730" name="Google Shape;1730;p33"/>
          <p:cNvPicPr preferRelativeResize="0"/>
          <p:nvPr/>
        </p:nvPicPr>
        <p:blipFill rotWithShape="1">
          <a:blip r:embed="rId4">
            <a:alphaModFix/>
          </a:blip>
          <a:srcRect b="19893" l="0" r="0" t="22026"/>
          <a:stretch/>
        </p:blipFill>
        <p:spPr>
          <a:xfrm>
            <a:off x="1238584" y="865121"/>
            <a:ext cx="4493827" cy="525643"/>
          </a:xfrm>
          <a:prstGeom prst="roundRect">
            <a:avLst>
              <a:gd fmla="val 8594" name="adj"/>
            </a:avLst>
          </a:prstGeom>
          <a:solidFill>
            <a:srgbClr val="ECECEC"/>
          </a:solidFill>
          <a:ln>
            <a:noFill/>
          </a:ln>
          <a:effectLst>
            <a:reflection blurRad="0" dir="5400000" dist="5000" endA="0" endPos="28000" kx="0" rotWithShape="0" algn="bl" stA="38000" stPos="0" sy="-100000" ky="0"/>
          </a:effectLst>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4" name="Shape 1734"/>
        <p:cNvGrpSpPr/>
        <p:nvPr/>
      </p:nvGrpSpPr>
      <p:grpSpPr>
        <a:xfrm>
          <a:off x="0" y="0"/>
          <a:ext cx="0" cy="0"/>
          <a:chOff x="0" y="0"/>
          <a:chExt cx="0" cy="0"/>
        </a:xfrm>
      </p:grpSpPr>
      <p:sp>
        <p:nvSpPr>
          <p:cNvPr id="1735" name="Google Shape;1735;p34"/>
          <p:cNvSpPr txBox="1"/>
          <p:nvPr>
            <p:ph type="title"/>
          </p:nvPr>
        </p:nvSpPr>
        <p:spPr>
          <a:xfrm>
            <a:off x="1052420" y="355392"/>
            <a:ext cx="7227593" cy="5727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3000"/>
              <a:buNone/>
            </a:pPr>
            <a:r>
              <a:rPr lang="en-US">
                <a:solidFill>
                  <a:schemeClr val="accent6"/>
                </a:solidFill>
              </a:rPr>
              <a:t>Digital Design: </a:t>
            </a:r>
            <a:br>
              <a:rPr lang="en-US">
                <a:solidFill>
                  <a:schemeClr val="accent6"/>
                </a:solidFill>
              </a:rPr>
            </a:br>
            <a:r>
              <a:rPr lang="en-US">
                <a:solidFill>
                  <a:schemeClr val="dk2"/>
                </a:solidFill>
              </a:rPr>
              <a:t>The Low-Pass Filter</a:t>
            </a:r>
            <a:endParaRPr/>
          </a:p>
        </p:txBody>
      </p:sp>
      <p:pic>
        <p:nvPicPr>
          <p:cNvPr id="1736" name="Google Shape;1736;p34"/>
          <p:cNvPicPr preferRelativeResize="0"/>
          <p:nvPr/>
        </p:nvPicPr>
        <p:blipFill rotWithShape="1">
          <a:blip r:embed="rId3">
            <a:alphaModFix/>
          </a:blip>
          <a:srcRect b="0" l="0" r="0" t="0"/>
          <a:stretch/>
        </p:blipFill>
        <p:spPr>
          <a:xfrm>
            <a:off x="5207403" y="190524"/>
            <a:ext cx="2552443" cy="986727"/>
          </a:xfrm>
          <a:prstGeom prst="roundRect">
            <a:avLst>
              <a:gd fmla="val 8594" name="adj"/>
            </a:avLst>
          </a:prstGeom>
          <a:solidFill>
            <a:srgbClr val="ECECEC"/>
          </a:solidFill>
          <a:ln>
            <a:noFill/>
          </a:ln>
          <a:effectLst>
            <a:reflection blurRad="0" dir="5400000" dist="5000" endA="0" endPos="28000" kx="0" rotWithShape="0" algn="bl" stA="38000" stPos="0" sy="-100000" ky="0"/>
          </a:effectLst>
        </p:spPr>
      </p:pic>
      <p:pic>
        <p:nvPicPr>
          <p:cNvPr id="1737" name="Google Shape;1737;p34"/>
          <p:cNvPicPr preferRelativeResize="0"/>
          <p:nvPr/>
        </p:nvPicPr>
        <p:blipFill rotWithShape="1">
          <a:blip r:embed="rId4">
            <a:alphaModFix/>
          </a:blip>
          <a:srcRect b="0" l="0" r="0" t="0"/>
          <a:stretch/>
        </p:blipFill>
        <p:spPr>
          <a:xfrm>
            <a:off x="1006908" y="1415461"/>
            <a:ext cx="6752938" cy="3226404"/>
          </a:xfrm>
          <a:prstGeom prst="roundRect">
            <a:avLst>
              <a:gd fmla="val 8594" name="adj"/>
            </a:avLst>
          </a:prstGeom>
          <a:solidFill>
            <a:srgbClr val="ECECEC"/>
          </a:solidFill>
          <a:ln>
            <a:noFill/>
          </a:ln>
          <a:effectLst>
            <a:reflection blurRad="0" dir="5400000" dist="5000" endA="0" endPos="28000" kx="0" rotWithShape="0" algn="bl" stA="38000" stPos="0" sy="-100000" ky="0"/>
          </a:effectLst>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1" name="Shape 1741"/>
        <p:cNvGrpSpPr/>
        <p:nvPr/>
      </p:nvGrpSpPr>
      <p:grpSpPr>
        <a:xfrm>
          <a:off x="0" y="0"/>
          <a:ext cx="0" cy="0"/>
          <a:chOff x="0" y="0"/>
          <a:chExt cx="0" cy="0"/>
        </a:xfrm>
      </p:grpSpPr>
      <p:sp>
        <p:nvSpPr>
          <p:cNvPr id="1742" name="Google Shape;1742;p35"/>
          <p:cNvSpPr txBox="1"/>
          <p:nvPr>
            <p:ph type="title"/>
          </p:nvPr>
        </p:nvSpPr>
        <p:spPr>
          <a:xfrm>
            <a:off x="696872" y="629165"/>
            <a:ext cx="2293925" cy="5727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3000"/>
              <a:buNone/>
            </a:pPr>
            <a:r>
              <a:rPr lang="en-US">
                <a:solidFill>
                  <a:schemeClr val="accent6"/>
                </a:solidFill>
              </a:rPr>
              <a:t>Digital Design: </a:t>
            </a:r>
            <a:br>
              <a:rPr lang="en-US">
                <a:solidFill>
                  <a:schemeClr val="accent6"/>
                </a:solidFill>
              </a:rPr>
            </a:br>
            <a:r>
              <a:rPr lang="en-US">
                <a:solidFill>
                  <a:schemeClr val="dk2"/>
                </a:solidFill>
              </a:rPr>
              <a:t>The Complex Power</a:t>
            </a:r>
            <a:endParaRPr/>
          </a:p>
        </p:txBody>
      </p:sp>
      <p:pic>
        <p:nvPicPr>
          <p:cNvPr id="1743" name="Google Shape;1743;p35"/>
          <p:cNvPicPr preferRelativeResize="0"/>
          <p:nvPr/>
        </p:nvPicPr>
        <p:blipFill rotWithShape="1">
          <a:blip r:embed="rId3">
            <a:alphaModFix/>
          </a:blip>
          <a:srcRect b="0" l="0" r="0" t="0"/>
          <a:stretch/>
        </p:blipFill>
        <p:spPr>
          <a:xfrm>
            <a:off x="4990663" y="56980"/>
            <a:ext cx="3844291" cy="1601788"/>
          </a:xfrm>
          <a:prstGeom prst="roundRect">
            <a:avLst>
              <a:gd fmla="val 8594" name="adj"/>
            </a:avLst>
          </a:prstGeom>
          <a:solidFill>
            <a:srgbClr val="ECECEC"/>
          </a:solidFill>
          <a:ln>
            <a:noFill/>
          </a:ln>
          <a:effectLst>
            <a:reflection blurRad="0" dir="5400000" dist="5000" endA="0" endPos="28000" kx="0" rotWithShape="0" algn="bl" stA="38000" stPos="0" sy="-100000" ky="0"/>
          </a:effectLst>
        </p:spPr>
      </p:pic>
      <p:pic>
        <p:nvPicPr>
          <p:cNvPr id="1744" name="Google Shape;1744;p35"/>
          <p:cNvPicPr preferRelativeResize="0"/>
          <p:nvPr/>
        </p:nvPicPr>
        <p:blipFill rotWithShape="1">
          <a:blip r:embed="rId4">
            <a:alphaModFix/>
          </a:blip>
          <a:srcRect b="0" l="0" r="0" t="0"/>
          <a:stretch/>
        </p:blipFill>
        <p:spPr>
          <a:xfrm>
            <a:off x="3284161" y="1759350"/>
            <a:ext cx="5550793" cy="3002605"/>
          </a:xfrm>
          <a:prstGeom prst="roundRect">
            <a:avLst>
              <a:gd fmla="val 8594" name="adj"/>
            </a:avLst>
          </a:prstGeom>
          <a:solidFill>
            <a:srgbClr val="ECECEC"/>
          </a:solidFill>
          <a:ln>
            <a:noFill/>
          </a:ln>
          <a:effectLst>
            <a:reflection blurRad="0" dir="5400000" dist="5000" endA="0" endPos="28000" kx="0" rotWithShape="0" algn="bl" stA="38000" stPos="0" sy="-100000" ky="0"/>
          </a:effectLst>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8" name="Shape 1748"/>
        <p:cNvGrpSpPr/>
        <p:nvPr/>
      </p:nvGrpSpPr>
      <p:grpSpPr>
        <a:xfrm>
          <a:off x="0" y="0"/>
          <a:ext cx="0" cy="0"/>
          <a:chOff x="0" y="0"/>
          <a:chExt cx="0" cy="0"/>
        </a:xfrm>
      </p:grpSpPr>
      <p:sp>
        <p:nvSpPr>
          <p:cNvPr id="1749" name="Google Shape;1749;p36"/>
          <p:cNvSpPr txBox="1"/>
          <p:nvPr>
            <p:ph type="title"/>
          </p:nvPr>
        </p:nvSpPr>
        <p:spPr>
          <a:xfrm>
            <a:off x="696872" y="629165"/>
            <a:ext cx="2293925" cy="5727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3000"/>
              <a:buNone/>
            </a:pPr>
            <a:r>
              <a:rPr lang="en-US">
                <a:solidFill>
                  <a:schemeClr val="accent6"/>
                </a:solidFill>
              </a:rPr>
              <a:t>Digital Design: </a:t>
            </a:r>
            <a:br>
              <a:rPr lang="en-US">
                <a:solidFill>
                  <a:schemeClr val="accent6"/>
                </a:solidFill>
              </a:rPr>
            </a:br>
            <a:r>
              <a:rPr lang="en-US">
                <a:solidFill>
                  <a:schemeClr val="dk2"/>
                </a:solidFill>
              </a:rPr>
              <a:t>The Multiplier</a:t>
            </a:r>
            <a:endParaRPr/>
          </a:p>
        </p:txBody>
      </p:sp>
      <p:pic>
        <p:nvPicPr>
          <p:cNvPr id="1750" name="Google Shape;1750;p36"/>
          <p:cNvPicPr preferRelativeResize="0"/>
          <p:nvPr/>
        </p:nvPicPr>
        <p:blipFill rotWithShape="1">
          <a:blip r:embed="rId3">
            <a:alphaModFix/>
          </a:blip>
          <a:srcRect b="0" l="0" r="0" t="0"/>
          <a:stretch/>
        </p:blipFill>
        <p:spPr>
          <a:xfrm>
            <a:off x="428300" y="1854438"/>
            <a:ext cx="8287399" cy="2782259"/>
          </a:xfrm>
          <a:prstGeom prst="roundRect">
            <a:avLst>
              <a:gd fmla="val 8594" name="adj"/>
            </a:avLst>
          </a:prstGeom>
          <a:solidFill>
            <a:srgbClr val="ECECEC"/>
          </a:solidFill>
          <a:ln>
            <a:noFill/>
          </a:ln>
          <a:effectLst>
            <a:reflection blurRad="0" dir="5400000" dist="5000" endA="0" endPos="28000" kx="0" rotWithShape="0" algn="bl" stA="38000" stPos="0" sy="-100000" ky="0"/>
          </a:effectLst>
        </p:spPr>
      </p:pic>
      <p:pic>
        <p:nvPicPr>
          <p:cNvPr id="1751" name="Google Shape;1751;p36"/>
          <p:cNvPicPr preferRelativeResize="0"/>
          <p:nvPr/>
        </p:nvPicPr>
        <p:blipFill rotWithShape="1">
          <a:blip r:embed="rId4">
            <a:alphaModFix/>
          </a:blip>
          <a:srcRect b="0" l="0" r="0" t="0"/>
          <a:stretch/>
        </p:blipFill>
        <p:spPr>
          <a:xfrm>
            <a:off x="4951169" y="506803"/>
            <a:ext cx="3764530" cy="921277"/>
          </a:xfrm>
          <a:prstGeom prst="roundRect">
            <a:avLst>
              <a:gd fmla="val 8594" name="adj"/>
            </a:avLst>
          </a:prstGeom>
          <a:solidFill>
            <a:srgbClr val="ECECEC"/>
          </a:solidFill>
          <a:ln>
            <a:noFill/>
          </a:ln>
          <a:effectLst>
            <a:reflection blurRad="0" dir="5400000" dist="5000" endA="0" endPos="28000" kx="0" rotWithShape="0" algn="bl" stA="38000" stPos="0" sy="-100000" ky="0"/>
          </a:effectLst>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5" name="Shape 1755"/>
        <p:cNvGrpSpPr/>
        <p:nvPr/>
      </p:nvGrpSpPr>
      <p:grpSpPr>
        <a:xfrm>
          <a:off x="0" y="0"/>
          <a:ext cx="0" cy="0"/>
          <a:chOff x="0" y="0"/>
          <a:chExt cx="0" cy="0"/>
        </a:xfrm>
      </p:grpSpPr>
      <p:sp>
        <p:nvSpPr>
          <p:cNvPr id="1756" name="Google Shape;1756;p37"/>
          <p:cNvSpPr txBox="1"/>
          <p:nvPr>
            <p:ph type="title"/>
          </p:nvPr>
        </p:nvSpPr>
        <p:spPr>
          <a:xfrm>
            <a:off x="696872" y="629165"/>
            <a:ext cx="3207123" cy="5727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3000"/>
              <a:buNone/>
            </a:pPr>
            <a:r>
              <a:rPr lang="en-US">
                <a:solidFill>
                  <a:schemeClr val="accent6"/>
                </a:solidFill>
              </a:rPr>
              <a:t>Digital Design: </a:t>
            </a:r>
            <a:br>
              <a:rPr lang="en-US">
                <a:solidFill>
                  <a:schemeClr val="accent6"/>
                </a:solidFill>
              </a:rPr>
            </a:br>
            <a:r>
              <a:rPr lang="en-US">
                <a:solidFill>
                  <a:schemeClr val="dk2"/>
                </a:solidFill>
              </a:rPr>
              <a:t>The Accumulator</a:t>
            </a:r>
            <a:endParaRPr/>
          </a:p>
        </p:txBody>
      </p:sp>
      <p:pic>
        <p:nvPicPr>
          <p:cNvPr id="1757" name="Google Shape;1757;p37"/>
          <p:cNvPicPr preferRelativeResize="0"/>
          <p:nvPr/>
        </p:nvPicPr>
        <p:blipFill rotWithShape="1">
          <a:blip r:embed="rId3">
            <a:alphaModFix/>
          </a:blip>
          <a:srcRect b="0" l="0" r="0" t="0"/>
          <a:stretch/>
        </p:blipFill>
        <p:spPr>
          <a:xfrm>
            <a:off x="183656" y="2370551"/>
            <a:ext cx="8776688" cy="2143784"/>
          </a:xfrm>
          <a:prstGeom prst="roundRect">
            <a:avLst>
              <a:gd fmla="val 8594" name="adj"/>
            </a:avLst>
          </a:prstGeom>
          <a:solidFill>
            <a:srgbClr val="ECECEC"/>
          </a:solidFill>
          <a:ln>
            <a:noFill/>
          </a:ln>
          <a:effectLst>
            <a:reflection blurRad="0" dir="5400000" dist="5000" endA="0" endPos="28000" kx="0" rotWithShape="0" algn="bl" stA="38000" stPos="0" sy="-100000" ky="0"/>
          </a:effectLst>
        </p:spPr>
      </p:pic>
      <p:pic>
        <p:nvPicPr>
          <p:cNvPr id="1758" name="Google Shape;1758;p37"/>
          <p:cNvPicPr preferRelativeResize="0"/>
          <p:nvPr/>
        </p:nvPicPr>
        <p:blipFill rotWithShape="1">
          <a:blip r:embed="rId4">
            <a:alphaModFix/>
          </a:blip>
          <a:srcRect b="0" l="0" r="0" t="0"/>
          <a:stretch/>
        </p:blipFill>
        <p:spPr>
          <a:xfrm>
            <a:off x="3859125" y="574923"/>
            <a:ext cx="5101219" cy="1420020"/>
          </a:xfrm>
          <a:prstGeom prst="roundRect">
            <a:avLst>
              <a:gd fmla="val 8594" name="adj"/>
            </a:avLst>
          </a:prstGeom>
          <a:solidFill>
            <a:srgbClr val="ECECEC"/>
          </a:solidFill>
          <a:ln>
            <a:noFill/>
          </a:ln>
          <a:effectLst>
            <a:reflection blurRad="0" dir="5400000" dist="5000" endA="0" endPos="28000" kx="0" rotWithShape="0" algn="bl" stA="38000" stPos="0" sy="-100000" ky="0"/>
          </a:effectLst>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2" name="Shape 1762"/>
        <p:cNvGrpSpPr/>
        <p:nvPr/>
      </p:nvGrpSpPr>
      <p:grpSpPr>
        <a:xfrm>
          <a:off x="0" y="0"/>
          <a:ext cx="0" cy="0"/>
          <a:chOff x="0" y="0"/>
          <a:chExt cx="0" cy="0"/>
        </a:xfrm>
      </p:grpSpPr>
      <p:grpSp>
        <p:nvGrpSpPr>
          <p:cNvPr id="1763" name="Google Shape;1763;p38"/>
          <p:cNvGrpSpPr/>
          <p:nvPr/>
        </p:nvGrpSpPr>
        <p:grpSpPr>
          <a:xfrm rot="5400000">
            <a:off x="3579013" y="444856"/>
            <a:ext cx="1437640" cy="1437712"/>
            <a:chOff x="637025" y="1546150"/>
            <a:chExt cx="721200" cy="721200"/>
          </a:xfrm>
        </p:grpSpPr>
        <p:grpSp>
          <p:nvGrpSpPr>
            <p:cNvPr id="1764" name="Google Shape;1764;p38"/>
            <p:cNvGrpSpPr/>
            <p:nvPr/>
          </p:nvGrpSpPr>
          <p:grpSpPr>
            <a:xfrm>
              <a:off x="637025" y="1546150"/>
              <a:ext cx="721200" cy="721200"/>
              <a:chOff x="271975" y="1017725"/>
              <a:chExt cx="721200" cy="721200"/>
            </a:xfrm>
          </p:grpSpPr>
          <p:sp>
            <p:nvSpPr>
              <p:cNvPr id="1765" name="Google Shape;1765;p38"/>
              <p:cNvSpPr/>
              <p:nvPr/>
            </p:nvSpPr>
            <p:spPr>
              <a:xfrm>
                <a:off x="271975" y="1017725"/>
                <a:ext cx="721200" cy="7212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66" name="Google Shape;1766;p38"/>
              <p:cNvSpPr/>
              <p:nvPr/>
            </p:nvSpPr>
            <p:spPr>
              <a:xfrm>
                <a:off x="343675" y="1089425"/>
                <a:ext cx="577800" cy="577800"/>
              </a:xfrm>
              <a:prstGeom prst="ellips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767" name="Google Shape;1767;p38"/>
            <p:cNvSpPr/>
            <p:nvPr/>
          </p:nvSpPr>
          <p:spPr>
            <a:xfrm>
              <a:off x="1194200" y="1584375"/>
              <a:ext cx="71100" cy="71100"/>
            </a:xfrm>
            <a:prstGeom prst="ellipse">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68" name="Google Shape;1768;p38"/>
            <p:cNvSpPr/>
            <p:nvPr/>
          </p:nvSpPr>
          <p:spPr>
            <a:xfrm>
              <a:off x="713225" y="2151950"/>
              <a:ext cx="71100" cy="71100"/>
            </a:xfrm>
            <a:prstGeom prst="ellipse">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769" name="Google Shape;1769;p38"/>
          <p:cNvSpPr txBox="1"/>
          <p:nvPr/>
        </p:nvSpPr>
        <p:spPr>
          <a:xfrm>
            <a:off x="2513315" y="3310924"/>
            <a:ext cx="3677700" cy="1293300"/>
          </a:xfrm>
          <a:prstGeom prst="rect">
            <a:avLst/>
          </a:prstGeom>
          <a:noFill/>
          <a:ln>
            <a:noFill/>
          </a:ln>
        </p:spPr>
        <p:txBody>
          <a:bodyPr anchorCtr="0" anchor="ctr" bIns="91425" lIns="91425" spcFirstLastPara="1" rIns="91425" wrap="square" tIns="91425">
            <a:noAutofit/>
          </a:bodyPr>
          <a:lstStyle/>
          <a:p>
            <a:pPr indent="0" lvl="0" marL="139700" marR="0" rtl="0" algn="l">
              <a:lnSpc>
                <a:spcPct val="100000"/>
              </a:lnSpc>
              <a:spcBef>
                <a:spcPts val="0"/>
              </a:spcBef>
              <a:spcAft>
                <a:spcPts val="0"/>
              </a:spcAft>
              <a:buClr>
                <a:schemeClr val="dk1"/>
              </a:buClr>
              <a:buSzPts val="1400"/>
              <a:buFont typeface="Nunito"/>
              <a:buNone/>
            </a:pPr>
            <a:r>
              <a:rPr b="0" i="1" lang="en-US" sz="1200" u="none" cap="none" strike="noStrike">
                <a:solidFill>
                  <a:schemeClr val="dk1"/>
                </a:solidFill>
                <a:latin typeface="Nunito"/>
                <a:ea typeface="Nunito"/>
                <a:cs typeface="Nunito"/>
                <a:sym typeface="Nunito"/>
              </a:rPr>
              <a:t>“t would be so nice if something made sense for a change.”</a:t>
            </a:r>
            <a:endParaRPr/>
          </a:p>
          <a:p>
            <a:pPr indent="0" lvl="0" marL="139700" marR="0" rtl="0" algn="ctr">
              <a:lnSpc>
                <a:spcPct val="100000"/>
              </a:lnSpc>
              <a:spcBef>
                <a:spcPts val="0"/>
              </a:spcBef>
              <a:spcAft>
                <a:spcPts val="0"/>
              </a:spcAft>
              <a:buClr>
                <a:schemeClr val="dk1"/>
              </a:buClr>
              <a:buSzPts val="1400"/>
              <a:buFont typeface="Nunito"/>
              <a:buNone/>
            </a:pPr>
            <a:r>
              <a:rPr b="0" i="0" lang="en-US" sz="1200" u="none" cap="none" strike="noStrike">
                <a:solidFill>
                  <a:schemeClr val="dk1"/>
                </a:solidFill>
                <a:latin typeface="Nunito"/>
                <a:ea typeface="Nunito"/>
                <a:cs typeface="Nunito"/>
                <a:sym typeface="Nunito"/>
              </a:rPr>
              <a:t>–Lewis Carroll</a:t>
            </a:r>
            <a:endParaRPr/>
          </a:p>
          <a:p>
            <a:pPr indent="-228600" lvl="0" marL="457200" marR="0" rtl="0" algn="ctr">
              <a:lnSpc>
                <a:spcPct val="100000"/>
              </a:lnSpc>
              <a:spcBef>
                <a:spcPts val="0"/>
              </a:spcBef>
              <a:spcAft>
                <a:spcPts val="0"/>
              </a:spcAft>
              <a:buClr>
                <a:schemeClr val="dk1"/>
              </a:buClr>
              <a:buSzPts val="1400"/>
              <a:buFont typeface="Nunito"/>
              <a:buNone/>
            </a:pPr>
            <a:r>
              <a:t/>
            </a:r>
            <a:endParaRPr b="0" i="1" sz="1200" u="none" cap="none" strike="noStrike">
              <a:solidFill>
                <a:schemeClr val="dk1"/>
              </a:solidFill>
              <a:latin typeface="Nunito"/>
              <a:ea typeface="Nunito"/>
              <a:cs typeface="Nunito"/>
              <a:sym typeface="Nunito"/>
            </a:endParaRPr>
          </a:p>
        </p:txBody>
      </p:sp>
      <p:sp>
        <p:nvSpPr>
          <p:cNvPr id="1770" name="Google Shape;1770;p38"/>
          <p:cNvSpPr txBox="1"/>
          <p:nvPr/>
        </p:nvSpPr>
        <p:spPr>
          <a:xfrm>
            <a:off x="2513315" y="2284720"/>
            <a:ext cx="3677700" cy="6141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000"/>
              <a:buFont typeface="Dosis"/>
              <a:buNone/>
            </a:pPr>
            <a:r>
              <a:rPr b="0" i="0" lang="en-US" sz="3000" u="none" cap="none" strike="noStrike">
                <a:solidFill>
                  <a:schemeClr val="dk1"/>
                </a:solidFill>
                <a:latin typeface="Dosis"/>
                <a:ea typeface="Dosis"/>
                <a:cs typeface="Dosis"/>
                <a:sym typeface="Dosis"/>
              </a:rPr>
              <a:t> PERFORMANCE</a:t>
            </a:r>
            <a:endParaRPr/>
          </a:p>
        </p:txBody>
      </p:sp>
      <p:sp>
        <p:nvSpPr>
          <p:cNvPr id="1771" name="Google Shape;1771;p38"/>
          <p:cNvSpPr txBox="1"/>
          <p:nvPr/>
        </p:nvSpPr>
        <p:spPr>
          <a:xfrm>
            <a:off x="3814305" y="539276"/>
            <a:ext cx="1734748" cy="120032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7200" u="none" cap="none" strike="noStrike">
                <a:solidFill>
                  <a:srgbClr val="EB9253"/>
                </a:solidFill>
                <a:latin typeface="Dosis"/>
                <a:ea typeface="Dosis"/>
                <a:cs typeface="Dosis"/>
                <a:sym typeface="Dosis"/>
              </a:rPr>
              <a:t>IV.</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5" name="Shape 1775"/>
        <p:cNvGrpSpPr/>
        <p:nvPr/>
      </p:nvGrpSpPr>
      <p:grpSpPr>
        <a:xfrm>
          <a:off x="0" y="0"/>
          <a:ext cx="0" cy="0"/>
          <a:chOff x="0" y="0"/>
          <a:chExt cx="0" cy="0"/>
        </a:xfrm>
      </p:grpSpPr>
      <p:sp>
        <p:nvSpPr>
          <p:cNvPr id="1776" name="Google Shape;1776;p39"/>
          <p:cNvSpPr txBox="1"/>
          <p:nvPr>
            <p:ph type="title"/>
          </p:nvPr>
        </p:nvSpPr>
        <p:spPr>
          <a:xfrm>
            <a:off x="713100" y="286237"/>
            <a:ext cx="7717800" cy="5727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3000"/>
              <a:buNone/>
            </a:pPr>
            <a:r>
              <a:rPr lang="en-US">
                <a:solidFill>
                  <a:srgbClr val="EB9253"/>
                </a:solidFill>
              </a:rPr>
              <a:t>Experimentation: </a:t>
            </a:r>
            <a:r>
              <a:rPr lang="en-US">
                <a:solidFill>
                  <a:schemeClr val="dk2"/>
                </a:solidFill>
              </a:rPr>
              <a:t>Test Plan</a:t>
            </a:r>
            <a:endParaRPr/>
          </a:p>
        </p:txBody>
      </p:sp>
      <p:sp>
        <p:nvSpPr>
          <p:cNvPr id="1777" name="Google Shape;1777;p39"/>
          <p:cNvSpPr txBox="1"/>
          <p:nvPr/>
        </p:nvSpPr>
        <p:spPr>
          <a:xfrm>
            <a:off x="1155414" y="1141543"/>
            <a:ext cx="3305755" cy="55399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600" u="none" cap="none" strike="noStrike">
                <a:solidFill>
                  <a:schemeClr val="accent6"/>
                </a:solidFill>
                <a:latin typeface="Nunito"/>
                <a:ea typeface="Nunito"/>
                <a:cs typeface="Nunito"/>
                <a:sym typeface="Nunito"/>
              </a:rPr>
              <a:t>Transmitter &amp; Channel</a:t>
            </a:r>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778" name="Google Shape;1778;p39"/>
          <p:cNvSpPr txBox="1"/>
          <p:nvPr/>
        </p:nvSpPr>
        <p:spPr>
          <a:xfrm>
            <a:off x="5125145" y="1141543"/>
            <a:ext cx="3305755" cy="55399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n-US" sz="1600" u="none" cap="none" strike="noStrike">
                <a:solidFill>
                  <a:schemeClr val="accent6"/>
                </a:solidFill>
                <a:latin typeface="Nunito"/>
                <a:ea typeface="Nunito"/>
                <a:cs typeface="Nunito"/>
                <a:sym typeface="Nunito"/>
              </a:rPr>
              <a:t>Receiver</a:t>
            </a:r>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id="1779" name="Google Shape;1779;p39"/>
          <p:cNvPicPr preferRelativeResize="0"/>
          <p:nvPr/>
        </p:nvPicPr>
        <p:blipFill rotWithShape="1">
          <a:blip r:embed="rId3">
            <a:alphaModFix/>
          </a:blip>
          <a:srcRect b="0" l="0" r="0" t="0"/>
          <a:stretch/>
        </p:blipFill>
        <p:spPr>
          <a:xfrm>
            <a:off x="519209" y="1520780"/>
            <a:ext cx="3542652" cy="3463926"/>
          </a:xfrm>
          <a:prstGeom prst="roundRect">
            <a:avLst>
              <a:gd fmla="val 8594" name="adj"/>
            </a:avLst>
          </a:prstGeom>
          <a:solidFill>
            <a:srgbClr val="ECECEC"/>
          </a:solidFill>
          <a:ln>
            <a:noFill/>
          </a:ln>
          <a:effectLst>
            <a:reflection blurRad="0" dir="5400000" dist="5000" endA="0" endPos="28000" kx="0" rotWithShape="0" algn="bl" stA="38000" stPos="0" sy="-100000" ky="0"/>
          </a:effectLst>
        </p:spPr>
      </p:pic>
      <p:pic>
        <p:nvPicPr>
          <p:cNvPr id="1780" name="Google Shape;1780;p39"/>
          <p:cNvPicPr preferRelativeResize="0"/>
          <p:nvPr/>
        </p:nvPicPr>
        <p:blipFill rotWithShape="1">
          <a:blip r:embed="rId4">
            <a:alphaModFix/>
          </a:blip>
          <a:srcRect b="0" l="0" r="0" t="0"/>
          <a:stretch/>
        </p:blipFill>
        <p:spPr>
          <a:xfrm>
            <a:off x="4128684" y="1520780"/>
            <a:ext cx="4496107" cy="3463926"/>
          </a:xfrm>
          <a:prstGeom prst="roundRect">
            <a:avLst>
              <a:gd fmla="val 8594" name="adj"/>
            </a:avLst>
          </a:prstGeom>
          <a:solidFill>
            <a:srgbClr val="ECECEC"/>
          </a:solidFill>
          <a:ln>
            <a:noFill/>
          </a:ln>
          <a:effectLst>
            <a:reflection blurRad="0" dir="5400000" dist="5000" endA="0" endPos="28000" kx="0" rotWithShape="0" algn="bl" stA="38000" stPos="0" sy="-100000" ky="0"/>
          </a:effectLst>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4" name="Shape 1784"/>
        <p:cNvGrpSpPr/>
        <p:nvPr/>
      </p:nvGrpSpPr>
      <p:grpSpPr>
        <a:xfrm>
          <a:off x="0" y="0"/>
          <a:ext cx="0" cy="0"/>
          <a:chOff x="0" y="0"/>
          <a:chExt cx="0" cy="0"/>
        </a:xfrm>
      </p:grpSpPr>
      <p:sp>
        <p:nvSpPr>
          <p:cNvPr id="1785" name="Google Shape;1785;p40"/>
          <p:cNvSpPr txBox="1"/>
          <p:nvPr>
            <p:ph type="title"/>
          </p:nvPr>
        </p:nvSpPr>
        <p:spPr>
          <a:xfrm>
            <a:off x="142152" y="1999049"/>
            <a:ext cx="7717800" cy="5727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3000"/>
              <a:buNone/>
            </a:pPr>
            <a:r>
              <a:rPr lang="en-US">
                <a:solidFill>
                  <a:schemeClr val="accent6"/>
                </a:solidFill>
              </a:rPr>
              <a:t>Experiment I: </a:t>
            </a:r>
            <a:br>
              <a:rPr lang="en-US">
                <a:solidFill>
                  <a:schemeClr val="accent6"/>
                </a:solidFill>
              </a:rPr>
            </a:br>
            <a:r>
              <a:rPr lang="en-US">
                <a:solidFill>
                  <a:schemeClr val="dk2"/>
                </a:solidFill>
              </a:rPr>
              <a:t>Baseline</a:t>
            </a:r>
            <a:endParaRPr/>
          </a:p>
        </p:txBody>
      </p:sp>
      <p:pic>
        <p:nvPicPr>
          <p:cNvPr id="1786" name="Google Shape;1786;p40"/>
          <p:cNvPicPr preferRelativeResize="0"/>
          <p:nvPr/>
        </p:nvPicPr>
        <p:blipFill rotWithShape="1">
          <a:blip r:embed="rId3">
            <a:alphaModFix/>
          </a:blip>
          <a:srcRect b="0" l="0" r="0" t="0"/>
          <a:stretch/>
        </p:blipFill>
        <p:spPr>
          <a:xfrm>
            <a:off x="4001052" y="792913"/>
            <a:ext cx="4509535" cy="3557673"/>
          </a:xfrm>
          <a:prstGeom prst="roundRect">
            <a:avLst>
              <a:gd fmla="val 8594" name="adj"/>
            </a:avLst>
          </a:prstGeom>
          <a:solidFill>
            <a:srgbClr val="ECECEC"/>
          </a:solidFill>
          <a:ln>
            <a:noFill/>
          </a:ln>
          <a:effectLst>
            <a:reflection blurRad="0" dir="5400000" dist="5000" endA="0" endPos="28000" kx="0" rotWithShape="0" algn="bl" stA="38000" stPos="0" sy="-100000" ky="0"/>
          </a:effectLst>
        </p:spPr>
      </p:pic>
      <p:pic>
        <p:nvPicPr>
          <p:cNvPr id="1787" name="Google Shape;1787;p40"/>
          <p:cNvPicPr preferRelativeResize="0"/>
          <p:nvPr/>
        </p:nvPicPr>
        <p:blipFill rotWithShape="1">
          <a:blip r:embed="rId4">
            <a:alphaModFix/>
          </a:blip>
          <a:srcRect b="5609" l="0" r="0" t="0"/>
          <a:stretch/>
        </p:blipFill>
        <p:spPr>
          <a:xfrm>
            <a:off x="500062" y="4631029"/>
            <a:ext cx="8010525" cy="512471"/>
          </a:xfrm>
          <a:prstGeom prst="roundRect">
            <a:avLst>
              <a:gd fmla="val 8594" name="adj"/>
            </a:avLst>
          </a:prstGeom>
          <a:solidFill>
            <a:srgbClr val="ECECEC"/>
          </a:solidFill>
          <a:ln>
            <a:noFill/>
          </a:ln>
          <a:effectLst>
            <a:reflection blurRad="0" dir="5400000" dist="5000" endA="0" endPos="28000" kx="0" rotWithShape="0" algn="bl" stA="38000" stPos="0" sy="-100000" ky="0"/>
          </a:effectLst>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1" name="Shape 1791"/>
        <p:cNvGrpSpPr/>
        <p:nvPr/>
      </p:nvGrpSpPr>
      <p:grpSpPr>
        <a:xfrm>
          <a:off x="0" y="0"/>
          <a:ext cx="0" cy="0"/>
          <a:chOff x="0" y="0"/>
          <a:chExt cx="0" cy="0"/>
        </a:xfrm>
      </p:grpSpPr>
      <p:sp>
        <p:nvSpPr>
          <p:cNvPr id="1792" name="Google Shape;1792;p41"/>
          <p:cNvSpPr txBox="1"/>
          <p:nvPr>
            <p:ph type="title"/>
          </p:nvPr>
        </p:nvSpPr>
        <p:spPr>
          <a:xfrm>
            <a:off x="767980" y="415255"/>
            <a:ext cx="7717800" cy="5727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3000"/>
              <a:buNone/>
            </a:pPr>
            <a:r>
              <a:rPr lang="en-US">
                <a:solidFill>
                  <a:schemeClr val="accent6"/>
                </a:solidFill>
              </a:rPr>
              <a:t>Experiment II &amp; III: </a:t>
            </a:r>
            <a:br>
              <a:rPr lang="en-US">
                <a:solidFill>
                  <a:schemeClr val="accent6"/>
                </a:solidFill>
              </a:rPr>
            </a:br>
            <a:r>
              <a:rPr lang="en-US">
                <a:solidFill>
                  <a:schemeClr val="dk2"/>
                </a:solidFill>
              </a:rPr>
              <a:t>Increased M, Decreased Roll-off</a:t>
            </a:r>
            <a:endParaRPr/>
          </a:p>
        </p:txBody>
      </p:sp>
      <p:pic>
        <p:nvPicPr>
          <p:cNvPr id="1793" name="Google Shape;1793;p41"/>
          <p:cNvPicPr preferRelativeResize="0"/>
          <p:nvPr/>
        </p:nvPicPr>
        <p:blipFill rotWithShape="1">
          <a:blip r:embed="rId3">
            <a:alphaModFix/>
          </a:blip>
          <a:srcRect b="0" l="0" r="0" t="0"/>
          <a:stretch/>
        </p:blipFill>
        <p:spPr>
          <a:xfrm>
            <a:off x="503741" y="1366173"/>
            <a:ext cx="8260172" cy="3270525"/>
          </a:xfrm>
          <a:prstGeom prst="roundRect">
            <a:avLst>
              <a:gd fmla="val 8594" name="adj"/>
            </a:avLst>
          </a:prstGeom>
          <a:solidFill>
            <a:srgbClr val="ECECEC"/>
          </a:solidFill>
          <a:ln>
            <a:noFill/>
          </a:ln>
          <a:effectLst>
            <a:reflection blurRad="0" dir="5400000" dist="5000" endA="0" endPos="28000" kx="0" rotWithShape="0" algn="bl" stA="38000" stPos="0" sy="-100000" ky="0"/>
          </a:effectLst>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7" name="Shape 1797"/>
        <p:cNvGrpSpPr/>
        <p:nvPr/>
      </p:nvGrpSpPr>
      <p:grpSpPr>
        <a:xfrm>
          <a:off x="0" y="0"/>
          <a:ext cx="0" cy="0"/>
          <a:chOff x="0" y="0"/>
          <a:chExt cx="0" cy="0"/>
        </a:xfrm>
      </p:grpSpPr>
      <p:sp>
        <p:nvSpPr>
          <p:cNvPr id="1798" name="Google Shape;1798;p42"/>
          <p:cNvSpPr txBox="1"/>
          <p:nvPr>
            <p:ph type="title"/>
          </p:nvPr>
        </p:nvSpPr>
        <p:spPr>
          <a:xfrm>
            <a:off x="767980" y="415255"/>
            <a:ext cx="7717800" cy="5727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3000"/>
              <a:buNone/>
            </a:pPr>
            <a:r>
              <a:rPr lang="en-US">
                <a:solidFill>
                  <a:schemeClr val="accent6"/>
                </a:solidFill>
              </a:rPr>
              <a:t>Experiment IV &amp; V: </a:t>
            </a:r>
            <a:br>
              <a:rPr lang="en-US">
                <a:solidFill>
                  <a:schemeClr val="accent6"/>
                </a:solidFill>
              </a:rPr>
            </a:br>
            <a:r>
              <a:rPr lang="en-US">
                <a:solidFill>
                  <a:schemeClr val="dk2"/>
                </a:solidFill>
              </a:rPr>
              <a:t>Smaller Symbol Rate, Negative Center Frequency </a:t>
            </a:r>
            <a:endParaRPr/>
          </a:p>
        </p:txBody>
      </p:sp>
      <p:pic>
        <p:nvPicPr>
          <p:cNvPr id="1799" name="Google Shape;1799;p42"/>
          <p:cNvPicPr preferRelativeResize="0"/>
          <p:nvPr/>
        </p:nvPicPr>
        <p:blipFill rotWithShape="1">
          <a:blip r:embed="rId3">
            <a:alphaModFix/>
          </a:blip>
          <a:srcRect b="0" l="0" r="0" t="0"/>
          <a:stretch/>
        </p:blipFill>
        <p:spPr>
          <a:xfrm>
            <a:off x="206470" y="1403416"/>
            <a:ext cx="8731060" cy="3386593"/>
          </a:xfrm>
          <a:prstGeom prst="roundRect">
            <a:avLst>
              <a:gd fmla="val 8594" name="adj"/>
            </a:avLst>
          </a:prstGeom>
          <a:solidFill>
            <a:srgbClr val="ECECEC"/>
          </a:solidFill>
          <a:ln>
            <a:noFill/>
          </a:ln>
          <a:effectLst>
            <a:reflection blurRad="0" dir="5400000" dist="5000" endA="0" endPos="28000" kx="0" rotWithShape="0" algn="bl" stA="38000" stPos="0" sy="-100000" ky="0"/>
          </a:effectLst>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3" name="Shape 1803"/>
        <p:cNvGrpSpPr/>
        <p:nvPr/>
      </p:nvGrpSpPr>
      <p:grpSpPr>
        <a:xfrm>
          <a:off x="0" y="0"/>
          <a:ext cx="0" cy="0"/>
          <a:chOff x="0" y="0"/>
          <a:chExt cx="0" cy="0"/>
        </a:xfrm>
      </p:grpSpPr>
      <p:sp>
        <p:nvSpPr>
          <p:cNvPr id="1804" name="Google Shape;1804;p43"/>
          <p:cNvSpPr txBox="1"/>
          <p:nvPr>
            <p:ph type="title"/>
          </p:nvPr>
        </p:nvSpPr>
        <p:spPr>
          <a:xfrm>
            <a:off x="767980" y="415255"/>
            <a:ext cx="7717800" cy="5727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3000"/>
              <a:buNone/>
            </a:pPr>
            <a:r>
              <a:rPr lang="en-US">
                <a:solidFill>
                  <a:schemeClr val="accent6"/>
                </a:solidFill>
              </a:rPr>
              <a:t>Experiment VI &amp; VII: </a:t>
            </a:r>
            <a:br>
              <a:rPr lang="en-US">
                <a:solidFill>
                  <a:schemeClr val="accent6"/>
                </a:solidFill>
              </a:rPr>
            </a:br>
            <a:r>
              <a:rPr lang="en-US">
                <a:solidFill>
                  <a:schemeClr val="dk2"/>
                </a:solidFill>
              </a:rPr>
              <a:t>Decreased Eb/N0, Increased Symbol Rate </a:t>
            </a:r>
            <a:endParaRPr/>
          </a:p>
        </p:txBody>
      </p:sp>
      <p:pic>
        <p:nvPicPr>
          <p:cNvPr id="1805" name="Google Shape;1805;p43"/>
          <p:cNvPicPr preferRelativeResize="0"/>
          <p:nvPr/>
        </p:nvPicPr>
        <p:blipFill rotWithShape="1">
          <a:blip r:embed="rId3">
            <a:alphaModFix/>
          </a:blip>
          <a:srcRect b="0" l="0" r="0" t="0"/>
          <a:stretch/>
        </p:blipFill>
        <p:spPr>
          <a:xfrm>
            <a:off x="516625" y="1466665"/>
            <a:ext cx="8110750" cy="3383576"/>
          </a:xfrm>
          <a:prstGeom prst="roundRect">
            <a:avLst>
              <a:gd fmla="val 8594" name="adj"/>
            </a:avLst>
          </a:prstGeom>
          <a:solidFill>
            <a:srgbClr val="ECECEC"/>
          </a:solidFill>
          <a:ln>
            <a:noFill/>
          </a:ln>
          <a:effectLst>
            <a:reflection blurRad="0" dir="5400000" dist="5000" endA="0" endPos="28000" kx="0" rotWithShape="0" algn="bl" stA="38000" stPos="0" sy="-100000" ky="0"/>
          </a:effectLst>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9" name="Shape 1809"/>
        <p:cNvGrpSpPr/>
        <p:nvPr/>
      </p:nvGrpSpPr>
      <p:grpSpPr>
        <a:xfrm>
          <a:off x="0" y="0"/>
          <a:ext cx="0" cy="0"/>
          <a:chOff x="0" y="0"/>
          <a:chExt cx="0" cy="0"/>
        </a:xfrm>
      </p:grpSpPr>
      <p:sp>
        <p:nvSpPr>
          <p:cNvPr id="1810" name="Google Shape;1810;p44"/>
          <p:cNvSpPr txBox="1"/>
          <p:nvPr>
            <p:ph type="title"/>
          </p:nvPr>
        </p:nvSpPr>
        <p:spPr>
          <a:xfrm>
            <a:off x="767980" y="415255"/>
            <a:ext cx="7717800" cy="5727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3000"/>
              <a:buNone/>
            </a:pPr>
            <a:r>
              <a:rPr lang="en-US">
                <a:solidFill>
                  <a:schemeClr val="accent6"/>
                </a:solidFill>
              </a:rPr>
              <a:t>Experiment VII &amp; IX: </a:t>
            </a:r>
            <a:br>
              <a:rPr lang="en-US">
                <a:solidFill>
                  <a:schemeClr val="accent6"/>
                </a:solidFill>
              </a:rPr>
            </a:br>
            <a:r>
              <a:rPr lang="en-US">
                <a:solidFill>
                  <a:schemeClr val="dk2"/>
                </a:solidFill>
              </a:rPr>
              <a:t>Decreased Sample Size, Decreased Bit Width</a:t>
            </a:r>
            <a:endParaRPr/>
          </a:p>
        </p:txBody>
      </p:sp>
      <p:pic>
        <p:nvPicPr>
          <p:cNvPr id="1811" name="Google Shape;1811;p44"/>
          <p:cNvPicPr preferRelativeResize="0"/>
          <p:nvPr/>
        </p:nvPicPr>
        <p:blipFill rotWithShape="1">
          <a:blip r:embed="rId3">
            <a:alphaModFix/>
          </a:blip>
          <a:srcRect b="0" l="0" r="0" t="0"/>
          <a:stretch/>
        </p:blipFill>
        <p:spPr>
          <a:xfrm>
            <a:off x="373394" y="1372802"/>
            <a:ext cx="8397212" cy="3355443"/>
          </a:xfrm>
          <a:prstGeom prst="roundRect">
            <a:avLst>
              <a:gd fmla="val 8594" name="adj"/>
            </a:avLst>
          </a:prstGeom>
          <a:solidFill>
            <a:srgbClr val="ECECEC"/>
          </a:solidFill>
          <a:ln>
            <a:noFill/>
          </a:ln>
          <a:effectLst>
            <a:reflection blurRad="0" dir="5400000" dist="5000" endA="0" endPos="28000" kx="0" rotWithShape="0" algn="bl" stA="38000" stPos="0" sy="-100000" ky="0"/>
          </a:effectLst>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5" name="Shape 1815"/>
        <p:cNvGrpSpPr/>
        <p:nvPr/>
      </p:nvGrpSpPr>
      <p:grpSpPr>
        <a:xfrm>
          <a:off x="0" y="0"/>
          <a:ext cx="0" cy="0"/>
          <a:chOff x="0" y="0"/>
          <a:chExt cx="0" cy="0"/>
        </a:xfrm>
      </p:grpSpPr>
      <p:sp>
        <p:nvSpPr>
          <p:cNvPr id="1816" name="Google Shape;1816;p45"/>
          <p:cNvSpPr txBox="1"/>
          <p:nvPr>
            <p:ph type="title"/>
          </p:nvPr>
        </p:nvSpPr>
        <p:spPr>
          <a:xfrm>
            <a:off x="767980" y="415255"/>
            <a:ext cx="7717800" cy="5727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3000"/>
              <a:buNone/>
            </a:pPr>
            <a:r>
              <a:rPr lang="en-US">
                <a:solidFill>
                  <a:schemeClr val="accent6"/>
                </a:solidFill>
              </a:rPr>
              <a:t>Experiment X &amp; XI: </a:t>
            </a:r>
            <a:br>
              <a:rPr lang="en-US">
                <a:solidFill>
                  <a:schemeClr val="accent6"/>
                </a:solidFill>
              </a:rPr>
            </a:br>
            <a:r>
              <a:rPr lang="en-US">
                <a:solidFill>
                  <a:schemeClr val="dk2"/>
                </a:solidFill>
              </a:rPr>
              <a:t>CF Resolution, SR Resolution</a:t>
            </a:r>
            <a:endParaRPr/>
          </a:p>
        </p:txBody>
      </p:sp>
      <p:pic>
        <p:nvPicPr>
          <p:cNvPr id="1817" name="Google Shape;1817;p45"/>
          <p:cNvPicPr preferRelativeResize="0"/>
          <p:nvPr/>
        </p:nvPicPr>
        <p:blipFill rotWithShape="1">
          <a:blip r:embed="rId3">
            <a:alphaModFix/>
          </a:blip>
          <a:srcRect b="0" l="0" r="0" t="0"/>
          <a:stretch/>
        </p:blipFill>
        <p:spPr>
          <a:xfrm>
            <a:off x="408820" y="1346177"/>
            <a:ext cx="8326359" cy="3328849"/>
          </a:xfrm>
          <a:prstGeom prst="roundRect">
            <a:avLst>
              <a:gd fmla="val 8594" name="adj"/>
            </a:avLst>
          </a:prstGeom>
          <a:solidFill>
            <a:srgbClr val="ECECEC"/>
          </a:solidFill>
          <a:ln>
            <a:noFill/>
          </a:ln>
          <a:effectLst>
            <a:reflection blurRad="0" dir="5400000" dist="5000" endA="0" endPos="28000" kx="0" rotWithShape="0" algn="bl" stA="38000" stPos="0" sy="-100000" ky="0"/>
          </a:effectLst>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1" name="Shape 1821"/>
        <p:cNvGrpSpPr/>
        <p:nvPr/>
      </p:nvGrpSpPr>
      <p:grpSpPr>
        <a:xfrm>
          <a:off x="0" y="0"/>
          <a:ext cx="0" cy="0"/>
          <a:chOff x="0" y="0"/>
          <a:chExt cx="0" cy="0"/>
        </a:xfrm>
      </p:grpSpPr>
      <p:sp>
        <p:nvSpPr>
          <p:cNvPr id="1822" name="Google Shape;1822;p46"/>
          <p:cNvSpPr txBox="1"/>
          <p:nvPr>
            <p:ph type="title"/>
          </p:nvPr>
        </p:nvSpPr>
        <p:spPr>
          <a:xfrm>
            <a:off x="767980" y="415255"/>
            <a:ext cx="7717800" cy="5727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3000"/>
              <a:buNone/>
            </a:pPr>
            <a:r>
              <a:rPr lang="en-US">
                <a:solidFill>
                  <a:schemeClr val="accent6"/>
                </a:solidFill>
              </a:rPr>
              <a:t>Experiment XII &amp; XIII: </a:t>
            </a:r>
            <a:br>
              <a:rPr lang="en-US">
                <a:solidFill>
                  <a:schemeClr val="accent6"/>
                </a:solidFill>
              </a:rPr>
            </a:br>
            <a:r>
              <a:rPr lang="en-US">
                <a:solidFill>
                  <a:schemeClr val="dk2"/>
                </a:solidFill>
              </a:rPr>
              <a:t>Multiple Waveforms, Overlapping Waveforms</a:t>
            </a:r>
            <a:endParaRPr/>
          </a:p>
        </p:txBody>
      </p:sp>
      <p:pic>
        <p:nvPicPr>
          <p:cNvPr id="1823" name="Google Shape;1823;p46"/>
          <p:cNvPicPr preferRelativeResize="0"/>
          <p:nvPr/>
        </p:nvPicPr>
        <p:blipFill rotWithShape="1">
          <a:blip r:embed="rId3">
            <a:alphaModFix/>
          </a:blip>
          <a:srcRect b="0" l="0" r="0" t="0"/>
          <a:stretch/>
        </p:blipFill>
        <p:spPr>
          <a:xfrm>
            <a:off x="767980" y="1380149"/>
            <a:ext cx="7877430" cy="3186376"/>
          </a:xfrm>
          <a:prstGeom prst="roundRect">
            <a:avLst>
              <a:gd fmla="val 8594" name="adj"/>
            </a:avLst>
          </a:prstGeom>
          <a:solidFill>
            <a:srgbClr val="ECECEC"/>
          </a:solidFill>
          <a:ln>
            <a:noFill/>
          </a:ln>
          <a:effectLst>
            <a:reflection blurRad="0" dir="5400000" dist="5000" endA="0" endPos="28000" kx="0" rotWithShape="0" algn="bl" stA="38000" stPos="0" sy="-100000" ky="0"/>
          </a:effectLst>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7" name="Shape 1827"/>
        <p:cNvGrpSpPr/>
        <p:nvPr/>
      </p:nvGrpSpPr>
      <p:grpSpPr>
        <a:xfrm>
          <a:off x="0" y="0"/>
          <a:ext cx="0" cy="0"/>
          <a:chOff x="0" y="0"/>
          <a:chExt cx="0" cy="0"/>
        </a:xfrm>
      </p:grpSpPr>
      <p:sp>
        <p:nvSpPr>
          <p:cNvPr id="1828" name="Google Shape;1828;p47"/>
          <p:cNvSpPr txBox="1"/>
          <p:nvPr>
            <p:ph type="title"/>
          </p:nvPr>
        </p:nvSpPr>
        <p:spPr>
          <a:xfrm>
            <a:off x="713100" y="286237"/>
            <a:ext cx="7717800" cy="5727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3000"/>
              <a:buNone/>
            </a:pPr>
            <a:r>
              <a:rPr lang="en-US">
                <a:solidFill>
                  <a:srgbClr val="EB9253"/>
                </a:solidFill>
              </a:rPr>
              <a:t>Experimentation: </a:t>
            </a:r>
            <a:r>
              <a:rPr lang="en-US">
                <a:solidFill>
                  <a:schemeClr val="dk2"/>
                </a:solidFill>
              </a:rPr>
              <a:t>Results</a:t>
            </a:r>
            <a:endParaRPr/>
          </a:p>
        </p:txBody>
      </p:sp>
      <p:sp>
        <p:nvSpPr>
          <p:cNvPr id="1829" name="Google Shape;1829;p47"/>
          <p:cNvSpPr txBox="1"/>
          <p:nvPr/>
        </p:nvSpPr>
        <p:spPr>
          <a:xfrm>
            <a:off x="1880783" y="1141543"/>
            <a:ext cx="3305755" cy="55399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600" u="none" cap="none" strike="noStrike">
                <a:solidFill>
                  <a:schemeClr val="accent6"/>
                </a:solidFill>
                <a:latin typeface="Nunito"/>
                <a:ea typeface="Nunito"/>
                <a:cs typeface="Nunito"/>
                <a:sym typeface="Nunito"/>
              </a:rPr>
              <a:t>Performance</a:t>
            </a:r>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830" name="Google Shape;1830;p47"/>
          <p:cNvSpPr txBox="1"/>
          <p:nvPr/>
        </p:nvSpPr>
        <p:spPr>
          <a:xfrm>
            <a:off x="4986551" y="1141543"/>
            <a:ext cx="3305755" cy="55399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n-US" sz="1600" u="none" cap="none" strike="noStrike">
                <a:solidFill>
                  <a:schemeClr val="accent6"/>
                </a:solidFill>
                <a:latin typeface="Nunito"/>
                <a:ea typeface="Nunito"/>
                <a:cs typeface="Nunito"/>
                <a:sym typeface="Nunito"/>
              </a:rPr>
              <a:t>Resource Utilization</a:t>
            </a:r>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id="1831" name="Google Shape;1831;p47"/>
          <p:cNvPicPr preferRelativeResize="0"/>
          <p:nvPr/>
        </p:nvPicPr>
        <p:blipFill rotWithShape="1">
          <a:blip r:embed="rId3">
            <a:alphaModFix/>
          </a:blip>
          <a:srcRect b="0" l="0" r="0" t="0"/>
          <a:stretch/>
        </p:blipFill>
        <p:spPr>
          <a:xfrm>
            <a:off x="713099" y="1695542"/>
            <a:ext cx="3944957" cy="3371758"/>
          </a:xfrm>
          <a:prstGeom prst="roundRect">
            <a:avLst>
              <a:gd fmla="val 8594" name="adj"/>
            </a:avLst>
          </a:prstGeom>
          <a:solidFill>
            <a:srgbClr val="ECECEC"/>
          </a:solidFill>
          <a:ln>
            <a:noFill/>
          </a:ln>
          <a:effectLst>
            <a:reflection blurRad="0" dir="5400000" dist="5000" endA="0" endPos="28000" kx="0" rotWithShape="0" algn="bl" stA="38000" stPos="0" sy="-100000" ky="0"/>
          </a:effectLst>
        </p:spPr>
      </p:pic>
      <p:pic>
        <p:nvPicPr>
          <p:cNvPr id="1832" name="Google Shape;1832;p47"/>
          <p:cNvPicPr preferRelativeResize="0"/>
          <p:nvPr/>
        </p:nvPicPr>
        <p:blipFill rotWithShape="1">
          <a:blip r:embed="rId4">
            <a:alphaModFix/>
          </a:blip>
          <a:srcRect b="0" l="0" r="0" t="0"/>
          <a:stretch/>
        </p:blipFill>
        <p:spPr>
          <a:xfrm>
            <a:off x="5186538" y="1695541"/>
            <a:ext cx="3244362" cy="3371758"/>
          </a:xfrm>
          <a:prstGeom prst="roundRect">
            <a:avLst>
              <a:gd fmla="val 8594" name="adj"/>
            </a:avLst>
          </a:prstGeom>
          <a:solidFill>
            <a:srgbClr val="ECECEC"/>
          </a:solidFill>
          <a:ln>
            <a:noFill/>
          </a:ln>
          <a:effectLst>
            <a:reflection blurRad="0" dir="5400000" dist="5000" endA="0" endPos="28000" kx="0" rotWithShape="0" algn="bl" stA="38000" stPos="0" sy="-100000" ky="0"/>
          </a:effectLst>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6" name="Shape 1836"/>
        <p:cNvGrpSpPr/>
        <p:nvPr/>
      </p:nvGrpSpPr>
      <p:grpSpPr>
        <a:xfrm>
          <a:off x="0" y="0"/>
          <a:ext cx="0" cy="0"/>
          <a:chOff x="0" y="0"/>
          <a:chExt cx="0" cy="0"/>
        </a:xfrm>
      </p:grpSpPr>
      <p:grpSp>
        <p:nvGrpSpPr>
          <p:cNvPr id="1837" name="Google Shape;1837;p48"/>
          <p:cNvGrpSpPr/>
          <p:nvPr/>
        </p:nvGrpSpPr>
        <p:grpSpPr>
          <a:xfrm rot="5400000">
            <a:off x="3579013" y="444856"/>
            <a:ext cx="1437640" cy="1437712"/>
            <a:chOff x="637025" y="1546150"/>
            <a:chExt cx="721200" cy="721200"/>
          </a:xfrm>
        </p:grpSpPr>
        <p:grpSp>
          <p:nvGrpSpPr>
            <p:cNvPr id="1838" name="Google Shape;1838;p48"/>
            <p:cNvGrpSpPr/>
            <p:nvPr/>
          </p:nvGrpSpPr>
          <p:grpSpPr>
            <a:xfrm>
              <a:off x="637025" y="1546150"/>
              <a:ext cx="721200" cy="721200"/>
              <a:chOff x="271975" y="1017725"/>
              <a:chExt cx="721200" cy="721200"/>
            </a:xfrm>
          </p:grpSpPr>
          <p:sp>
            <p:nvSpPr>
              <p:cNvPr id="1839" name="Google Shape;1839;p48"/>
              <p:cNvSpPr/>
              <p:nvPr/>
            </p:nvSpPr>
            <p:spPr>
              <a:xfrm>
                <a:off x="271975" y="1017725"/>
                <a:ext cx="721200" cy="7212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40" name="Google Shape;1840;p48"/>
              <p:cNvSpPr/>
              <p:nvPr/>
            </p:nvSpPr>
            <p:spPr>
              <a:xfrm>
                <a:off x="343675" y="1089425"/>
                <a:ext cx="577800" cy="577800"/>
              </a:xfrm>
              <a:prstGeom prst="ellips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841" name="Google Shape;1841;p48"/>
            <p:cNvSpPr/>
            <p:nvPr/>
          </p:nvSpPr>
          <p:spPr>
            <a:xfrm>
              <a:off x="1194200" y="1584375"/>
              <a:ext cx="71100" cy="71100"/>
            </a:xfrm>
            <a:prstGeom prst="ellipse">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42" name="Google Shape;1842;p48"/>
            <p:cNvSpPr/>
            <p:nvPr/>
          </p:nvSpPr>
          <p:spPr>
            <a:xfrm>
              <a:off x="713225" y="2151950"/>
              <a:ext cx="71100" cy="71100"/>
            </a:xfrm>
            <a:prstGeom prst="ellipse">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843" name="Google Shape;1843;p48"/>
          <p:cNvSpPr txBox="1"/>
          <p:nvPr/>
        </p:nvSpPr>
        <p:spPr>
          <a:xfrm>
            <a:off x="2513315" y="3310924"/>
            <a:ext cx="3677700" cy="1293300"/>
          </a:xfrm>
          <a:prstGeom prst="rect">
            <a:avLst/>
          </a:prstGeom>
          <a:noFill/>
          <a:ln>
            <a:noFill/>
          </a:ln>
        </p:spPr>
        <p:txBody>
          <a:bodyPr anchorCtr="0" anchor="ctr" bIns="91425" lIns="91425" spcFirstLastPara="1" rIns="91425" wrap="square" tIns="91425">
            <a:noAutofit/>
          </a:bodyPr>
          <a:lstStyle/>
          <a:p>
            <a:pPr indent="0" lvl="0" marL="139700" marR="0" rtl="0" algn="l">
              <a:lnSpc>
                <a:spcPct val="100000"/>
              </a:lnSpc>
              <a:spcBef>
                <a:spcPts val="0"/>
              </a:spcBef>
              <a:spcAft>
                <a:spcPts val="0"/>
              </a:spcAft>
              <a:buClr>
                <a:schemeClr val="dk1"/>
              </a:buClr>
              <a:buSzPts val="1400"/>
              <a:buFont typeface="Nunito"/>
              <a:buNone/>
            </a:pPr>
            <a:r>
              <a:rPr b="0" i="1" lang="en-US" sz="1200" u="none" cap="none" strike="noStrike">
                <a:solidFill>
                  <a:schemeClr val="dk1"/>
                </a:solidFill>
                <a:latin typeface="Nunito"/>
                <a:ea typeface="Nunito"/>
                <a:cs typeface="Nunito"/>
                <a:sym typeface="Nunito"/>
              </a:rPr>
              <a:t>“One of the hardest things in the world is to convey a meaning accurately from one mind to another.”</a:t>
            </a:r>
            <a:endParaRPr/>
          </a:p>
          <a:p>
            <a:pPr indent="0" lvl="0" marL="139700" marR="0" rtl="0" algn="ctr">
              <a:lnSpc>
                <a:spcPct val="100000"/>
              </a:lnSpc>
              <a:spcBef>
                <a:spcPts val="0"/>
              </a:spcBef>
              <a:spcAft>
                <a:spcPts val="0"/>
              </a:spcAft>
              <a:buClr>
                <a:schemeClr val="dk1"/>
              </a:buClr>
              <a:buSzPts val="1400"/>
              <a:buFont typeface="Nunito"/>
              <a:buNone/>
            </a:pPr>
            <a:r>
              <a:rPr b="0" i="0" lang="en-US" sz="1200" u="none" cap="none" strike="noStrike">
                <a:solidFill>
                  <a:schemeClr val="dk1"/>
                </a:solidFill>
                <a:latin typeface="Nunito"/>
                <a:ea typeface="Nunito"/>
                <a:cs typeface="Nunito"/>
                <a:sym typeface="Nunito"/>
              </a:rPr>
              <a:t>–Lewis Carroll</a:t>
            </a:r>
            <a:endParaRPr/>
          </a:p>
          <a:p>
            <a:pPr indent="-228600" lvl="0" marL="457200" marR="0" rtl="0" algn="ctr">
              <a:lnSpc>
                <a:spcPct val="100000"/>
              </a:lnSpc>
              <a:spcBef>
                <a:spcPts val="0"/>
              </a:spcBef>
              <a:spcAft>
                <a:spcPts val="0"/>
              </a:spcAft>
              <a:buClr>
                <a:schemeClr val="dk1"/>
              </a:buClr>
              <a:buSzPts val="1400"/>
              <a:buFont typeface="Nunito"/>
              <a:buNone/>
            </a:pPr>
            <a:r>
              <a:t/>
            </a:r>
            <a:endParaRPr b="0" i="1" sz="1200" u="none" cap="none" strike="noStrike">
              <a:solidFill>
                <a:schemeClr val="dk1"/>
              </a:solidFill>
              <a:latin typeface="Nunito"/>
              <a:ea typeface="Nunito"/>
              <a:cs typeface="Nunito"/>
              <a:sym typeface="Nunito"/>
            </a:endParaRPr>
          </a:p>
        </p:txBody>
      </p:sp>
      <p:sp>
        <p:nvSpPr>
          <p:cNvPr id="1844" name="Google Shape;1844;p48"/>
          <p:cNvSpPr txBox="1"/>
          <p:nvPr/>
        </p:nvSpPr>
        <p:spPr>
          <a:xfrm>
            <a:off x="2513315" y="2284720"/>
            <a:ext cx="3677700" cy="6141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000"/>
              <a:buFont typeface="Dosis"/>
              <a:buNone/>
            </a:pPr>
            <a:r>
              <a:rPr b="0" i="0" lang="en-US" sz="3000" u="none" cap="none" strike="noStrike">
                <a:solidFill>
                  <a:schemeClr val="dk1"/>
                </a:solidFill>
                <a:latin typeface="Dosis"/>
                <a:ea typeface="Dosis"/>
                <a:cs typeface="Dosis"/>
                <a:sym typeface="Dosis"/>
              </a:rPr>
              <a:t> CONCLUSION</a:t>
            </a:r>
            <a:endParaRPr/>
          </a:p>
        </p:txBody>
      </p:sp>
      <p:sp>
        <p:nvSpPr>
          <p:cNvPr id="1845" name="Google Shape;1845;p48"/>
          <p:cNvSpPr txBox="1"/>
          <p:nvPr/>
        </p:nvSpPr>
        <p:spPr>
          <a:xfrm>
            <a:off x="3814305" y="539276"/>
            <a:ext cx="1734748" cy="120032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7200" u="none" cap="none" strike="noStrike">
                <a:solidFill>
                  <a:srgbClr val="EB9253"/>
                </a:solidFill>
                <a:latin typeface="Dosis"/>
                <a:ea typeface="Dosis"/>
                <a:cs typeface="Dosis"/>
                <a:sym typeface="Dosis"/>
              </a:rPr>
              <a:t>IV.</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9" name="Shape 1849"/>
        <p:cNvGrpSpPr/>
        <p:nvPr/>
      </p:nvGrpSpPr>
      <p:grpSpPr>
        <a:xfrm>
          <a:off x="0" y="0"/>
          <a:ext cx="0" cy="0"/>
          <a:chOff x="0" y="0"/>
          <a:chExt cx="0" cy="0"/>
        </a:xfrm>
      </p:grpSpPr>
      <p:sp>
        <p:nvSpPr>
          <p:cNvPr id="1850" name="Google Shape;1850;p49"/>
          <p:cNvSpPr txBox="1"/>
          <p:nvPr>
            <p:ph type="title"/>
          </p:nvPr>
        </p:nvSpPr>
        <p:spPr>
          <a:xfrm>
            <a:off x="713225" y="445025"/>
            <a:ext cx="7717800" cy="5727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3000"/>
              <a:buNone/>
            </a:pPr>
            <a:r>
              <a:rPr lang="en-US"/>
              <a:t>Summary</a:t>
            </a:r>
            <a:endParaRPr/>
          </a:p>
        </p:txBody>
      </p:sp>
      <p:sp>
        <p:nvSpPr>
          <p:cNvPr id="1851" name="Google Shape;1851;p49"/>
          <p:cNvSpPr txBox="1"/>
          <p:nvPr>
            <p:ph idx="1" type="body"/>
          </p:nvPr>
        </p:nvSpPr>
        <p:spPr>
          <a:xfrm>
            <a:off x="713325" y="1256175"/>
            <a:ext cx="7717800" cy="3447600"/>
          </a:xfrm>
          <a:prstGeom prst="rect">
            <a:avLst/>
          </a:prstGeom>
          <a:noFill/>
          <a:ln>
            <a:noFill/>
          </a:ln>
        </p:spPr>
        <p:txBody>
          <a:bodyPr anchorCtr="0" anchor="ctr" bIns="91425" lIns="91425" spcFirstLastPara="1" rIns="91425" wrap="square" tIns="91425">
            <a:noAutofit/>
          </a:bodyPr>
          <a:lstStyle/>
          <a:p>
            <a:pPr indent="-317500" lvl="0" marL="457200" rtl="0" algn="l">
              <a:lnSpc>
                <a:spcPct val="100000"/>
              </a:lnSpc>
              <a:spcBef>
                <a:spcPts val="0"/>
              </a:spcBef>
              <a:spcAft>
                <a:spcPts val="0"/>
              </a:spcAft>
              <a:buSzPts val="1400"/>
              <a:buAutoNum type="arabicPeriod"/>
            </a:pPr>
            <a:r>
              <a:rPr lang="en-US"/>
              <a:t>We investigated a </a:t>
            </a:r>
            <a:r>
              <a:rPr lang="en-US">
                <a:solidFill>
                  <a:schemeClr val="accent6"/>
                </a:solidFill>
              </a:rPr>
              <a:t>low-memory FPGA implementation </a:t>
            </a:r>
            <a:r>
              <a:rPr lang="en-US"/>
              <a:t>of an SCA for M-QAM-SRRC SR-CF detection. </a:t>
            </a:r>
            <a:endParaRPr/>
          </a:p>
          <a:p>
            <a:pPr indent="-317500" lvl="0" marL="457200" rtl="0" algn="l">
              <a:lnSpc>
                <a:spcPct val="100000"/>
              </a:lnSpc>
              <a:spcBef>
                <a:spcPts val="600"/>
              </a:spcBef>
              <a:spcAft>
                <a:spcPts val="0"/>
              </a:spcAft>
              <a:buSzPts val="1400"/>
              <a:buAutoNum type="arabicPeriod"/>
            </a:pPr>
            <a:r>
              <a:rPr lang="en-US"/>
              <a:t>We began by developing a set of </a:t>
            </a:r>
            <a:r>
              <a:rPr lang="en-US">
                <a:solidFill>
                  <a:schemeClr val="lt2"/>
                </a:solidFill>
              </a:rPr>
              <a:t>assumptions that limited the scope </a:t>
            </a:r>
            <a:r>
              <a:rPr lang="en-US"/>
              <a:t>of existing SCA paradigms. </a:t>
            </a:r>
            <a:endParaRPr/>
          </a:p>
          <a:p>
            <a:pPr indent="-317500" lvl="0" marL="457200" rtl="0" algn="l">
              <a:lnSpc>
                <a:spcPct val="100000"/>
              </a:lnSpc>
              <a:spcBef>
                <a:spcPts val="600"/>
              </a:spcBef>
              <a:spcAft>
                <a:spcPts val="0"/>
              </a:spcAft>
              <a:buSzPts val="1400"/>
              <a:buAutoNum type="arabicPeriod"/>
            </a:pPr>
            <a:r>
              <a:rPr lang="en-US"/>
              <a:t>We then discussed the </a:t>
            </a:r>
            <a:r>
              <a:rPr lang="en-US">
                <a:solidFill>
                  <a:srgbClr val="EB9253"/>
                </a:solidFill>
              </a:rPr>
              <a:t>HDL design used to construct such a system</a:t>
            </a:r>
            <a:r>
              <a:rPr lang="en-US"/>
              <a:t>, which did not rely on FFTs and used no proprietary tools.</a:t>
            </a:r>
            <a:endParaRPr/>
          </a:p>
          <a:p>
            <a:pPr indent="-317500" lvl="0" marL="457200" rtl="0" algn="l">
              <a:lnSpc>
                <a:spcPct val="100000"/>
              </a:lnSpc>
              <a:spcBef>
                <a:spcPts val="600"/>
              </a:spcBef>
              <a:spcAft>
                <a:spcPts val="600"/>
              </a:spcAft>
              <a:buSzPts val="1400"/>
              <a:buAutoNum type="arabicPeriod"/>
            </a:pPr>
            <a:r>
              <a:rPr lang="en-US"/>
              <a:t>Following this, we presented the </a:t>
            </a:r>
            <a:r>
              <a:rPr lang="en-US">
                <a:solidFill>
                  <a:schemeClr val="accent4"/>
                </a:solidFill>
              </a:rPr>
              <a:t>performance characterization results </a:t>
            </a:r>
            <a:r>
              <a:rPr lang="en-US"/>
              <a:t>of the newly formed streaming-SCA.</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5" name="Shape 1855"/>
        <p:cNvGrpSpPr/>
        <p:nvPr/>
      </p:nvGrpSpPr>
      <p:grpSpPr>
        <a:xfrm>
          <a:off x="0" y="0"/>
          <a:ext cx="0" cy="0"/>
          <a:chOff x="0" y="0"/>
          <a:chExt cx="0" cy="0"/>
        </a:xfrm>
      </p:grpSpPr>
      <p:sp>
        <p:nvSpPr>
          <p:cNvPr id="1856" name="Google Shape;1856;p50"/>
          <p:cNvSpPr/>
          <p:nvPr/>
        </p:nvSpPr>
        <p:spPr>
          <a:xfrm>
            <a:off x="721700" y="1981800"/>
            <a:ext cx="2337000" cy="2439900"/>
          </a:xfrm>
          <a:prstGeom prst="rect">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57" name="Google Shape;1857;p50"/>
          <p:cNvSpPr/>
          <p:nvPr/>
        </p:nvSpPr>
        <p:spPr>
          <a:xfrm>
            <a:off x="3405774" y="1981800"/>
            <a:ext cx="2337000" cy="2439900"/>
          </a:xfrm>
          <a:prstGeom prst="rect">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58" name="Google Shape;1858;p50"/>
          <p:cNvSpPr/>
          <p:nvPr/>
        </p:nvSpPr>
        <p:spPr>
          <a:xfrm>
            <a:off x="6089849" y="1981800"/>
            <a:ext cx="2337000" cy="2439900"/>
          </a:xfrm>
          <a:prstGeom prst="rect">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59" name="Google Shape;1859;p50"/>
          <p:cNvSpPr txBox="1"/>
          <p:nvPr>
            <p:ph idx="1" type="subTitle"/>
          </p:nvPr>
        </p:nvSpPr>
        <p:spPr>
          <a:xfrm>
            <a:off x="3763950" y="2422327"/>
            <a:ext cx="1616100" cy="356700"/>
          </a:xfrm>
          <a:prstGeom prst="rect">
            <a:avLst/>
          </a:prstGeom>
          <a:solidFill>
            <a:srgbClr val="EB9253"/>
          </a:solid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2400"/>
              <a:buNone/>
            </a:pPr>
            <a:r>
              <a:rPr lang="en-US"/>
              <a:t>Decimation</a:t>
            </a:r>
            <a:endParaRPr/>
          </a:p>
        </p:txBody>
      </p:sp>
      <p:sp>
        <p:nvSpPr>
          <p:cNvPr id="1860" name="Google Shape;1860;p50"/>
          <p:cNvSpPr txBox="1"/>
          <p:nvPr>
            <p:ph idx="2" type="subTitle"/>
          </p:nvPr>
        </p:nvSpPr>
        <p:spPr>
          <a:xfrm>
            <a:off x="2600299" y="2962267"/>
            <a:ext cx="3226749" cy="1012500"/>
          </a:xfrm>
          <a:prstGeom prst="rect">
            <a:avLst/>
          </a:prstGeom>
          <a:noFill/>
          <a:ln>
            <a:noFill/>
          </a:ln>
        </p:spPr>
        <p:txBody>
          <a:bodyPr anchorCtr="0" anchor="ctr" bIns="91425" lIns="228600" spcFirstLastPara="1" rIns="228600" wrap="square" tIns="91425">
            <a:noAutofit/>
          </a:bodyPr>
          <a:lstStyle/>
          <a:p>
            <a:pPr indent="-317500" lvl="1" marL="914400" rtl="0" algn="l">
              <a:lnSpc>
                <a:spcPct val="100000"/>
              </a:lnSpc>
              <a:spcBef>
                <a:spcPts val="0"/>
              </a:spcBef>
              <a:spcAft>
                <a:spcPts val="0"/>
              </a:spcAft>
              <a:buSzPts val="1600"/>
              <a:buFont typeface="Courier New"/>
              <a:buChar char="o"/>
            </a:pPr>
            <a:r>
              <a:rPr lang="en-US" sz="1200">
                <a:latin typeface="Nunito"/>
                <a:ea typeface="Nunito"/>
                <a:cs typeface="Nunito"/>
                <a:sym typeface="Nunito"/>
              </a:rPr>
              <a:t>If preprocessor is implemented, new data structure and scheduling mechanisms allow for decimation of Fs/Rs</a:t>
            </a:r>
            <a:endParaRPr/>
          </a:p>
          <a:p>
            <a:pPr indent="-317500" lvl="1" marL="914400" rtl="0" algn="l">
              <a:lnSpc>
                <a:spcPct val="100000"/>
              </a:lnSpc>
              <a:spcBef>
                <a:spcPts val="0"/>
              </a:spcBef>
              <a:spcAft>
                <a:spcPts val="0"/>
              </a:spcAft>
              <a:buSzPts val="1600"/>
              <a:buFont typeface="Courier New"/>
              <a:buChar char="o"/>
            </a:pPr>
            <a:r>
              <a:rPr lang="en-US" sz="1200">
                <a:latin typeface="Nunito"/>
                <a:ea typeface="Nunito"/>
                <a:cs typeface="Nunito"/>
                <a:sym typeface="Nunito"/>
              </a:rPr>
              <a:t>Greatly reduces number of samples to be processed</a:t>
            </a:r>
            <a:endParaRPr/>
          </a:p>
        </p:txBody>
      </p:sp>
      <p:sp>
        <p:nvSpPr>
          <p:cNvPr id="1861" name="Google Shape;1861;p50"/>
          <p:cNvSpPr txBox="1"/>
          <p:nvPr>
            <p:ph idx="3" type="subTitle"/>
          </p:nvPr>
        </p:nvSpPr>
        <p:spPr>
          <a:xfrm>
            <a:off x="1010208" y="2421393"/>
            <a:ext cx="1825254" cy="356700"/>
          </a:xfrm>
          <a:prstGeom prst="rect">
            <a:avLst/>
          </a:prstGeom>
          <a:solidFill>
            <a:srgbClr val="EB9253"/>
          </a:solid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2400"/>
              <a:buNone/>
            </a:pPr>
            <a:r>
              <a:rPr lang="en-US"/>
              <a:t>Pre-processor</a:t>
            </a:r>
            <a:endParaRPr/>
          </a:p>
        </p:txBody>
      </p:sp>
      <p:sp>
        <p:nvSpPr>
          <p:cNvPr id="1862" name="Google Shape;1862;p50"/>
          <p:cNvSpPr txBox="1"/>
          <p:nvPr>
            <p:ph idx="4" type="subTitle"/>
          </p:nvPr>
        </p:nvSpPr>
        <p:spPr>
          <a:xfrm>
            <a:off x="74233" y="2837849"/>
            <a:ext cx="3331542" cy="1012500"/>
          </a:xfrm>
          <a:prstGeom prst="rect">
            <a:avLst/>
          </a:prstGeom>
          <a:noFill/>
          <a:ln>
            <a:noFill/>
          </a:ln>
        </p:spPr>
        <p:txBody>
          <a:bodyPr anchorCtr="0" anchor="ctr" bIns="91425" lIns="228600" spcFirstLastPara="1" rIns="228600" wrap="square" tIns="91425">
            <a:noAutofit/>
          </a:bodyPr>
          <a:lstStyle/>
          <a:p>
            <a:pPr indent="-317500" lvl="1" marL="914400" rtl="0" algn="l">
              <a:lnSpc>
                <a:spcPct val="100000"/>
              </a:lnSpc>
              <a:spcBef>
                <a:spcPts val="0"/>
              </a:spcBef>
              <a:spcAft>
                <a:spcPts val="0"/>
              </a:spcAft>
              <a:buSzPts val="1600"/>
              <a:buFont typeface="Courier New"/>
              <a:buChar char="o"/>
            </a:pPr>
            <a:r>
              <a:rPr lang="en-US" sz="1200">
                <a:latin typeface="Nunito"/>
                <a:ea typeface="Nunito"/>
                <a:cs typeface="Nunito"/>
                <a:sym typeface="Nunito"/>
              </a:rPr>
              <a:t>Reduces search space dramatically</a:t>
            </a:r>
            <a:endParaRPr/>
          </a:p>
          <a:p>
            <a:pPr indent="-317500" lvl="1" marL="914400" rtl="0" algn="l">
              <a:lnSpc>
                <a:spcPct val="100000"/>
              </a:lnSpc>
              <a:spcBef>
                <a:spcPts val="0"/>
              </a:spcBef>
              <a:spcAft>
                <a:spcPts val="0"/>
              </a:spcAft>
              <a:buSzPts val="1600"/>
              <a:buFont typeface="Courier New"/>
              <a:buChar char="o"/>
            </a:pPr>
            <a:r>
              <a:rPr lang="en-US" sz="1200">
                <a:latin typeface="Nunito"/>
                <a:ea typeface="Nunito"/>
                <a:cs typeface="Nunito"/>
                <a:sym typeface="Nunito"/>
              </a:rPr>
              <a:t>Intelligently sweeps through search space</a:t>
            </a:r>
            <a:endParaRPr/>
          </a:p>
          <a:p>
            <a:pPr indent="-317500" lvl="1" marL="914400" rtl="0" algn="l">
              <a:lnSpc>
                <a:spcPct val="100000"/>
              </a:lnSpc>
              <a:spcBef>
                <a:spcPts val="0"/>
              </a:spcBef>
              <a:spcAft>
                <a:spcPts val="0"/>
              </a:spcAft>
              <a:buSzPts val="1600"/>
              <a:buFont typeface="Courier New"/>
              <a:buChar char="o"/>
            </a:pPr>
            <a:r>
              <a:rPr lang="en-US" sz="1200">
                <a:latin typeface="Nunito"/>
                <a:ea typeface="Nunito"/>
                <a:cs typeface="Nunito"/>
                <a:sym typeface="Nunito"/>
              </a:rPr>
              <a:t>Requires design of data structure, scheduling</a:t>
            </a:r>
            <a:endParaRPr/>
          </a:p>
        </p:txBody>
      </p:sp>
      <p:sp>
        <p:nvSpPr>
          <p:cNvPr id="1863" name="Google Shape;1863;p50"/>
          <p:cNvSpPr txBox="1"/>
          <p:nvPr>
            <p:ph type="title"/>
          </p:nvPr>
        </p:nvSpPr>
        <p:spPr>
          <a:xfrm>
            <a:off x="713225" y="445025"/>
            <a:ext cx="7717800" cy="5727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3000"/>
              <a:buNone/>
            </a:pPr>
            <a:r>
              <a:rPr lang="en-US"/>
              <a:t>Future Work</a:t>
            </a:r>
            <a:endParaRPr/>
          </a:p>
        </p:txBody>
      </p:sp>
      <p:sp>
        <p:nvSpPr>
          <p:cNvPr id="1864" name="Google Shape;1864;p50"/>
          <p:cNvSpPr txBox="1"/>
          <p:nvPr>
            <p:ph idx="5" type="subTitle"/>
          </p:nvPr>
        </p:nvSpPr>
        <p:spPr>
          <a:xfrm>
            <a:off x="6443041" y="2415325"/>
            <a:ext cx="1619700" cy="356700"/>
          </a:xfrm>
          <a:prstGeom prst="rect">
            <a:avLst/>
          </a:prstGeom>
          <a:solidFill>
            <a:srgbClr val="EB9253"/>
          </a:solid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2400"/>
              <a:buNone/>
            </a:pPr>
            <a:r>
              <a:rPr lang="en-US"/>
              <a:t>Threshold</a:t>
            </a:r>
            <a:endParaRPr/>
          </a:p>
        </p:txBody>
      </p:sp>
      <p:sp>
        <p:nvSpPr>
          <p:cNvPr id="1865" name="Google Shape;1865;p50"/>
          <p:cNvSpPr txBox="1"/>
          <p:nvPr>
            <p:ph idx="6" type="subTitle"/>
          </p:nvPr>
        </p:nvSpPr>
        <p:spPr>
          <a:xfrm>
            <a:off x="5795329" y="3090612"/>
            <a:ext cx="2719707" cy="1012500"/>
          </a:xfrm>
          <a:prstGeom prst="rect">
            <a:avLst/>
          </a:prstGeom>
          <a:noFill/>
          <a:ln>
            <a:noFill/>
          </a:ln>
        </p:spPr>
        <p:txBody>
          <a:bodyPr anchorCtr="0" anchor="ctr" bIns="91425" lIns="228600" spcFirstLastPara="1" rIns="228600" wrap="square" tIns="91425">
            <a:noAutofit/>
          </a:bodyPr>
          <a:lstStyle/>
          <a:p>
            <a:pPr indent="-317500" lvl="0" marL="457200" rtl="0" algn="l">
              <a:lnSpc>
                <a:spcPct val="100000"/>
              </a:lnSpc>
              <a:spcBef>
                <a:spcPts val="0"/>
              </a:spcBef>
              <a:spcAft>
                <a:spcPts val="0"/>
              </a:spcAft>
              <a:buSzPts val="1600"/>
              <a:buFont typeface="Courier New"/>
              <a:buChar char="o"/>
            </a:pPr>
            <a:r>
              <a:rPr lang="en-US" sz="1050">
                <a:latin typeface="Nunito"/>
                <a:ea typeface="Nunito"/>
                <a:cs typeface="Nunito"/>
                <a:sym typeface="Nunito"/>
              </a:rPr>
              <a:t>The threshold shown is the most basic of examples</a:t>
            </a:r>
            <a:endParaRPr/>
          </a:p>
          <a:p>
            <a:pPr indent="-317500" lvl="0" marL="457200" rtl="0" algn="l">
              <a:lnSpc>
                <a:spcPct val="100000"/>
              </a:lnSpc>
              <a:spcBef>
                <a:spcPts val="0"/>
              </a:spcBef>
              <a:spcAft>
                <a:spcPts val="0"/>
              </a:spcAft>
              <a:buSzPts val="1600"/>
              <a:buFont typeface="Courier New"/>
              <a:buChar char="o"/>
            </a:pPr>
            <a:r>
              <a:rPr lang="en-US" sz="1050">
                <a:latin typeface="Nunito"/>
                <a:ea typeface="Nunito"/>
                <a:cs typeface="Nunito"/>
                <a:sym typeface="Nunito"/>
              </a:rPr>
              <a:t>Other thresholds exist to be explored but are much more complicated</a:t>
            </a:r>
            <a:endParaRPr/>
          </a:p>
          <a:p>
            <a:pPr indent="-317500" lvl="0" marL="457200" rtl="0" algn="l">
              <a:lnSpc>
                <a:spcPct val="100000"/>
              </a:lnSpc>
              <a:spcBef>
                <a:spcPts val="0"/>
              </a:spcBef>
              <a:spcAft>
                <a:spcPts val="0"/>
              </a:spcAft>
              <a:buSzPts val="1600"/>
              <a:buFont typeface="Courier New"/>
              <a:buChar char="o"/>
            </a:pPr>
            <a:r>
              <a:rPr lang="en-US" sz="1050">
                <a:latin typeface="Nunito"/>
                <a:ea typeface="Nunito"/>
                <a:cs typeface="Nunito"/>
                <a:sym typeface="Nunito"/>
              </a:rPr>
              <a:t>Increase probability of detection, decrease probability of false alarm</a:t>
            </a:r>
            <a:endParaRPr/>
          </a:p>
          <a:p>
            <a:pPr indent="-317500" lvl="0" marL="457200" rtl="0" algn="l">
              <a:lnSpc>
                <a:spcPct val="100000"/>
              </a:lnSpc>
              <a:spcBef>
                <a:spcPts val="0"/>
              </a:spcBef>
              <a:spcAft>
                <a:spcPts val="0"/>
              </a:spcAft>
              <a:buSzPts val="1600"/>
              <a:buFont typeface="Courier New"/>
              <a:buChar char="o"/>
            </a:pPr>
            <a:r>
              <a:rPr lang="en-US" sz="1050">
                <a:latin typeface="Nunito"/>
                <a:ea typeface="Nunito"/>
                <a:cs typeface="Nunito"/>
                <a:sym typeface="Nunito"/>
              </a:rPr>
              <a:t>Even lower EbN0, bit widths, etc.</a:t>
            </a:r>
            <a:endParaRPr/>
          </a:p>
        </p:txBody>
      </p:sp>
      <p:grpSp>
        <p:nvGrpSpPr>
          <p:cNvPr id="1866" name="Google Shape;1866;p50"/>
          <p:cNvGrpSpPr/>
          <p:nvPr/>
        </p:nvGrpSpPr>
        <p:grpSpPr>
          <a:xfrm>
            <a:off x="1529600" y="1620646"/>
            <a:ext cx="721200" cy="721200"/>
            <a:chOff x="637025" y="1546150"/>
            <a:chExt cx="721200" cy="721200"/>
          </a:xfrm>
        </p:grpSpPr>
        <p:grpSp>
          <p:nvGrpSpPr>
            <p:cNvPr id="1867" name="Google Shape;1867;p50"/>
            <p:cNvGrpSpPr/>
            <p:nvPr/>
          </p:nvGrpSpPr>
          <p:grpSpPr>
            <a:xfrm>
              <a:off x="637025" y="1546150"/>
              <a:ext cx="721200" cy="721200"/>
              <a:chOff x="271975" y="1017725"/>
              <a:chExt cx="721200" cy="721200"/>
            </a:xfrm>
          </p:grpSpPr>
          <p:sp>
            <p:nvSpPr>
              <p:cNvPr id="1868" name="Google Shape;1868;p50"/>
              <p:cNvSpPr/>
              <p:nvPr/>
            </p:nvSpPr>
            <p:spPr>
              <a:xfrm>
                <a:off x="271975" y="1017725"/>
                <a:ext cx="721200" cy="721200"/>
              </a:xfrm>
              <a:prstGeom prst="ellipse">
                <a:avLst/>
              </a:prstGeom>
              <a:solidFill>
                <a:srgbClr val="000000"/>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69" name="Google Shape;1869;p50"/>
              <p:cNvSpPr/>
              <p:nvPr/>
            </p:nvSpPr>
            <p:spPr>
              <a:xfrm>
                <a:off x="343675" y="1089425"/>
                <a:ext cx="577800" cy="577800"/>
              </a:xfrm>
              <a:prstGeom prst="ellipse">
                <a:avLst/>
              </a:prstGeom>
              <a:solidFill>
                <a:srgbClr val="8BB3B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870" name="Google Shape;1870;p50"/>
            <p:cNvSpPr/>
            <p:nvPr/>
          </p:nvSpPr>
          <p:spPr>
            <a:xfrm>
              <a:off x="1194200" y="1584375"/>
              <a:ext cx="71100" cy="71100"/>
            </a:xfrm>
            <a:prstGeom prst="ellipse">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71" name="Google Shape;1871;p50"/>
            <p:cNvSpPr/>
            <p:nvPr/>
          </p:nvSpPr>
          <p:spPr>
            <a:xfrm>
              <a:off x="713225" y="2151950"/>
              <a:ext cx="71100" cy="71100"/>
            </a:xfrm>
            <a:prstGeom prst="ellipse">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872" name="Google Shape;1872;p50"/>
          <p:cNvGrpSpPr/>
          <p:nvPr/>
        </p:nvGrpSpPr>
        <p:grpSpPr>
          <a:xfrm flipH="1">
            <a:off x="4213674" y="1620646"/>
            <a:ext cx="721200" cy="721200"/>
            <a:chOff x="637025" y="1546150"/>
            <a:chExt cx="721200" cy="721200"/>
          </a:xfrm>
        </p:grpSpPr>
        <p:grpSp>
          <p:nvGrpSpPr>
            <p:cNvPr id="1873" name="Google Shape;1873;p50"/>
            <p:cNvGrpSpPr/>
            <p:nvPr/>
          </p:nvGrpSpPr>
          <p:grpSpPr>
            <a:xfrm>
              <a:off x="637025" y="1546150"/>
              <a:ext cx="721200" cy="721200"/>
              <a:chOff x="271975" y="1017725"/>
              <a:chExt cx="721200" cy="721200"/>
            </a:xfrm>
          </p:grpSpPr>
          <p:sp>
            <p:nvSpPr>
              <p:cNvPr id="1874" name="Google Shape;1874;p50"/>
              <p:cNvSpPr/>
              <p:nvPr/>
            </p:nvSpPr>
            <p:spPr>
              <a:xfrm>
                <a:off x="271975" y="1017725"/>
                <a:ext cx="721200" cy="721200"/>
              </a:xfrm>
              <a:prstGeom prst="ellipse">
                <a:avLst/>
              </a:prstGeom>
              <a:solidFill>
                <a:srgbClr val="000000"/>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75" name="Google Shape;1875;p50"/>
              <p:cNvSpPr/>
              <p:nvPr/>
            </p:nvSpPr>
            <p:spPr>
              <a:xfrm>
                <a:off x="343675" y="1089425"/>
                <a:ext cx="577800" cy="577800"/>
              </a:xfrm>
              <a:prstGeom prst="ellipse">
                <a:avLst/>
              </a:prstGeom>
              <a:solidFill>
                <a:srgbClr val="8BB3B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876" name="Google Shape;1876;p50"/>
            <p:cNvSpPr/>
            <p:nvPr/>
          </p:nvSpPr>
          <p:spPr>
            <a:xfrm>
              <a:off x="1194200" y="1584375"/>
              <a:ext cx="71100" cy="71100"/>
            </a:xfrm>
            <a:prstGeom prst="ellipse">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77" name="Google Shape;1877;p50"/>
            <p:cNvSpPr/>
            <p:nvPr/>
          </p:nvSpPr>
          <p:spPr>
            <a:xfrm>
              <a:off x="713225" y="2151950"/>
              <a:ext cx="71100" cy="71100"/>
            </a:xfrm>
            <a:prstGeom prst="ellipse">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878" name="Google Shape;1878;p50"/>
          <p:cNvGrpSpPr/>
          <p:nvPr/>
        </p:nvGrpSpPr>
        <p:grpSpPr>
          <a:xfrm>
            <a:off x="6897749" y="1620646"/>
            <a:ext cx="721200" cy="721200"/>
            <a:chOff x="637025" y="1546150"/>
            <a:chExt cx="721200" cy="721200"/>
          </a:xfrm>
        </p:grpSpPr>
        <p:grpSp>
          <p:nvGrpSpPr>
            <p:cNvPr id="1879" name="Google Shape;1879;p50"/>
            <p:cNvGrpSpPr/>
            <p:nvPr/>
          </p:nvGrpSpPr>
          <p:grpSpPr>
            <a:xfrm>
              <a:off x="637025" y="1546150"/>
              <a:ext cx="721200" cy="721200"/>
              <a:chOff x="271975" y="1017725"/>
              <a:chExt cx="721200" cy="721200"/>
            </a:xfrm>
          </p:grpSpPr>
          <p:sp>
            <p:nvSpPr>
              <p:cNvPr id="1880" name="Google Shape;1880;p50"/>
              <p:cNvSpPr/>
              <p:nvPr/>
            </p:nvSpPr>
            <p:spPr>
              <a:xfrm>
                <a:off x="271975" y="1017725"/>
                <a:ext cx="721200" cy="721200"/>
              </a:xfrm>
              <a:prstGeom prst="ellipse">
                <a:avLst/>
              </a:prstGeom>
              <a:solidFill>
                <a:srgbClr val="000000"/>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81" name="Google Shape;1881;p50"/>
              <p:cNvSpPr/>
              <p:nvPr/>
            </p:nvSpPr>
            <p:spPr>
              <a:xfrm>
                <a:off x="343675" y="1089425"/>
                <a:ext cx="577800" cy="577800"/>
              </a:xfrm>
              <a:prstGeom prst="ellipse">
                <a:avLst/>
              </a:prstGeom>
              <a:solidFill>
                <a:srgbClr val="8BB3B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882" name="Google Shape;1882;p50"/>
            <p:cNvSpPr/>
            <p:nvPr/>
          </p:nvSpPr>
          <p:spPr>
            <a:xfrm>
              <a:off x="1194200" y="1584375"/>
              <a:ext cx="71100" cy="71100"/>
            </a:xfrm>
            <a:prstGeom prst="ellipse">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83" name="Google Shape;1883;p50"/>
            <p:cNvSpPr/>
            <p:nvPr/>
          </p:nvSpPr>
          <p:spPr>
            <a:xfrm>
              <a:off x="713225" y="2151950"/>
              <a:ext cx="71100" cy="71100"/>
            </a:xfrm>
            <a:prstGeom prst="ellipse">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884" name="Google Shape;1884;p50"/>
          <p:cNvSpPr/>
          <p:nvPr/>
        </p:nvSpPr>
        <p:spPr>
          <a:xfrm>
            <a:off x="2859475" y="-220600"/>
            <a:ext cx="14325" cy="14350"/>
          </a:xfrm>
          <a:custGeom>
            <a:rect b="b" l="l" r="r" t="t"/>
            <a:pathLst>
              <a:path extrusionOk="0" h="574" w="573">
                <a:moveTo>
                  <a:pt x="275" y="1"/>
                </a:moveTo>
                <a:lnTo>
                  <a:pt x="0" y="298"/>
                </a:lnTo>
                <a:lnTo>
                  <a:pt x="275" y="573"/>
                </a:lnTo>
                <a:lnTo>
                  <a:pt x="573" y="298"/>
                </a:lnTo>
                <a:lnTo>
                  <a:pt x="275"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885" name="Google Shape;1885;p50"/>
          <p:cNvGrpSpPr/>
          <p:nvPr/>
        </p:nvGrpSpPr>
        <p:grpSpPr>
          <a:xfrm rot="2778084">
            <a:off x="4416090" y="1799780"/>
            <a:ext cx="342824" cy="351228"/>
            <a:chOff x="870773" y="3357985"/>
            <a:chExt cx="342824" cy="351228"/>
          </a:xfrm>
        </p:grpSpPr>
        <p:sp>
          <p:nvSpPr>
            <p:cNvPr id="1886" name="Google Shape;1886;p50"/>
            <p:cNvSpPr/>
            <p:nvPr/>
          </p:nvSpPr>
          <p:spPr>
            <a:xfrm>
              <a:off x="870773" y="3357985"/>
              <a:ext cx="342824" cy="351228"/>
            </a:xfrm>
            <a:custGeom>
              <a:rect b="b" l="l" r="r" t="t"/>
              <a:pathLst>
                <a:path extrusionOk="0" h="13375" w="13055">
                  <a:moveTo>
                    <a:pt x="6523" y="0"/>
                  </a:moveTo>
                  <a:cubicBezTo>
                    <a:pt x="6339" y="0"/>
                    <a:pt x="6155" y="89"/>
                    <a:pt x="6049" y="266"/>
                  </a:cubicBezTo>
                  <a:lnTo>
                    <a:pt x="5255" y="1606"/>
                  </a:lnTo>
                  <a:cubicBezTo>
                    <a:pt x="5152" y="1777"/>
                    <a:pt x="4972" y="1874"/>
                    <a:pt x="4786" y="1874"/>
                  </a:cubicBezTo>
                  <a:cubicBezTo>
                    <a:pt x="4712" y="1874"/>
                    <a:pt x="4637" y="1859"/>
                    <a:pt x="4566" y="1826"/>
                  </a:cubicBezTo>
                  <a:lnTo>
                    <a:pt x="3130" y="1213"/>
                  </a:lnTo>
                  <a:cubicBezTo>
                    <a:pt x="3059" y="1183"/>
                    <a:pt x="2986" y="1169"/>
                    <a:pt x="2915" y="1169"/>
                  </a:cubicBezTo>
                  <a:cubicBezTo>
                    <a:pt x="2606" y="1169"/>
                    <a:pt x="2334" y="1434"/>
                    <a:pt x="2365" y="1768"/>
                  </a:cubicBezTo>
                  <a:lnTo>
                    <a:pt x="2508" y="3328"/>
                  </a:lnTo>
                  <a:cubicBezTo>
                    <a:pt x="2527" y="3606"/>
                    <a:pt x="2346" y="3855"/>
                    <a:pt x="2078" y="3912"/>
                  </a:cubicBezTo>
                  <a:lnTo>
                    <a:pt x="566" y="4257"/>
                  </a:lnTo>
                  <a:cubicBezTo>
                    <a:pt x="154" y="4343"/>
                    <a:pt x="1" y="4840"/>
                    <a:pt x="278" y="5156"/>
                  </a:cubicBezTo>
                  <a:lnTo>
                    <a:pt x="1302" y="6324"/>
                  </a:lnTo>
                  <a:cubicBezTo>
                    <a:pt x="1484" y="6534"/>
                    <a:pt x="1484" y="6841"/>
                    <a:pt x="1302" y="7051"/>
                  </a:cubicBezTo>
                  <a:lnTo>
                    <a:pt x="278" y="8219"/>
                  </a:lnTo>
                  <a:cubicBezTo>
                    <a:pt x="1" y="8535"/>
                    <a:pt x="154" y="9023"/>
                    <a:pt x="566" y="9118"/>
                  </a:cubicBezTo>
                  <a:lnTo>
                    <a:pt x="2078" y="9463"/>
                  </a:lnTo>
                  <a:cubicBezTo>
                    <a:pt x="2355" y="9520"/>
                    <a:pt x="2537" y="9779"/>
                    <a:pt x="2508" y="10047"/>
                  </a:cubicBezTo>
                  <a:lnTo>
                    <a:pt x="2365" y="11607"/>
                  </a:lnTo>
                  <a:cubicBezTo>
                    <a:pt x="2334" y="11941"/>
                    <a:pt x="2606" y="12206"/>
                    <a:pt x="2915" y="12206"/>
                  </a:cubicBezTo>
                  <a:cubicBezTo>
                    <a:pt x="2986" y="12206"/>
                    <a:pt x="3059" y="12192"/>
                    <a:pt x="3130" y="12162"/>
                  </a:cubicBezTo>
                  <a:lnTo>
                    <a:pt x="4566" y="11549"/>
                  </a:lnTo>
                  <a:cubicBezTo>
                    <a:pt x="4637" y="11520"/>
                    <a:pt x="4711" y="11507"/>
                    <a:pt x="4783" y="11507"/>
                  </a:cubicBezTo>
                  <a:cubicBezTo>
                    <a:pt x="4975" y="11507"/>
                    <a:pt x="5158" y="11603"/>
                    <a:pt x="5255" y="11769"/>
                  </a:cubicBezTo>
                  <a:lnTo>
                    <a:pt x="6049" y="13109"/>
                  </a:lnTo>
                  <a:cubicBezTo>
                    <a:pt x="6155" y="13286"/>
                    <a:pt x="6339" y="13375"/>
                    <a:pt x="6523" y="13375"/>
                  </a:cubicBezTo>
                  <a:cubicBezTo>
                    <a:pt x="6707" y="13375"/>
                    <a:pt x="6892" y="13286"/>
                    <a:pt x="6997" y="13109"/>
                  </a:cubicBezTo>
                  <a:lnTo>
                    <a:pt x="7791" y="11769"/>
                  </a:lnTo>
                  <a:cubicBezTo>
                    <a:pt x="7894" y="11598"/>
                    <a:pt x="8076" y="11505"/>
                    <a:pt x="8262" y="11505"/>
                  </a:cubicBezTo>
                  <a:cubicBezTo>
                    <a:pt x="8336" y="11505"/>
                    <a:pt x="8410" y="11519"/>
                    <a:pt x="8480" y="11549"/>
                  </a:cubicBezTo>
                  <a:lnTo>
                    <a:pt x="9916" y="12162"/>
                  </a:lnTo>
                  <a:cubicBezTo>
                    <a:pt x="9987" y="12192"/>
                    <a:pt x="10060" y="12206"/>
                    <a:pt x="10131" y="12206"/>
                  </a:cubicBezTo>
                  <a:cubicBezTo>
                    <a:pt x="10440" y="12206"/>
                    <a:pt x="10712" y="11941"/>
                    <a:pt x="10681" y="11607"/>
                  </a:cubicBezTo>
                  <a:lnTo>
                    <a:pt x="10547" y="10056"/>
                  </a:lnTo>
                  <a:cubicBezTo>
                    <a:pt x="10519" y="9779"/>
                    <a:pt x="10701" y="9520"/>
                    <a:pt x="10968" y="9463"/>
                  </a:cubicBezTo>
                  <a:lnTo>
                    <a:pt x="12490" y="9118"/>
                  </a:lnTo>
                  <a:cubicBezTo>
                    <a:pt x="12892" y="9023"/>
                    <a:pt x="13055" y="8535"/>
                    <a:pt x="12777" y="8219"/>
                  </a:cubicBezTo>
                  <a:lnTo>
                    <a:pt x="11753" y="7051"/>
                  </a:lnTo>
                  <a:cubicBezTo>
                    <a:pt x="11571" y="6841"/>
                    <a:pt x="11571" y="6534"/>
                    <a:pt x="11753" y="6324"/>
                  </a:cubicBezTo>
                  <a:lnTo>
                    <a:pt x="12777" y="5156"/>
                  </a:lnTo>
                  <a:cubicBezTo>
                    <a:pt x="13055" y="4840"/>
                    <a:pt x="12892" y="4343"/>
                    <a:pt x="12481" y="4257"/>
                  </a:cubicBezTo>
                  <a:lnTo>
                    <a:pt x="10968" y="3912"/>
                  </a:lnTo>
                  <a:cubicBezTo>
                    <a:pt x="10701" y="3845"/>
                    <a:pt x="10519" y="3596"/>
                    <a:pt x="10538" y="3319"/>
                  </a:cubicBezTo>
                  <a:lnTo>
                    <a:pt x="10681" y="1768"/>
                  </a:lnTo>
                  <a:cubicBezTo>
                    <a:pt x="10712" y="1429"/>
                    <a:pt x="10445" y="1164"/>
                    <a:pt x="10140" y="1164"/>
                  </a:cubicBezTo>
                  <a:cubicBezTo>
                    <a:pt x="10066" y="1164"/>
                    <a:pt x="9990" y="1180"/>
                    <a:pt x="9916" y="1213"/>
                  </a:cubicBezTo>
                  <a:lnTo>
                    <a:pt x="8480" y="1826"/>
                  </a:lnTo>
                  <a:cubicBezTo>
                    <a:pt x="8410" y="1854"/>
                    <a:pt x="8337" y="1868"/>
                    <a:pt x="8264" y="1868"/>
                  </a:cubicBezTo>
                  <a:cubicBezTo>
                    <a:pt x="8072" y="1868"/>
                    <a:pt x="7889" y="1770"/>
                    <a:pt x="7791" y="1596"/>
                  </a:cubicBezTo>
                  <a:lnTo>
                    <a:pt x="6997" y="266"/>
                  </a:lnTo>
                  <a:cubicBezTo>
                    <a:pt x="6892" y="89"/>
                    <a:pt x="6707" y="0"/>
                    <a:pt x="6523" y="0"/>
                  </a:cubicBezTo>
                  <a:close/>
                </a:path>
              </a:pathLst>
            </a:custGeom>
            <a:solidFill>
              <a:srgbClr val="9DB1C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87" name="Google Shape;1887;p50"/>
            <p:cNvSpPr/>
            <p:nvPr/>
          </p:nvSpPr>
          <p:spPr>
            <a:xfrm>
              <a:off x="1024577" y="3357985"/>
              <a:ext cx="50288" cy="49238"/>
            </a:xfrm>
            <a:custGeom>
              <a:rect b="b" l="l" r="r" t="t"/>
              <a:pathLst>
                <a:path extrusionOk="0" h="1875" w="1915">
                  <a:moveTo>
                    <a:pt x="666" y="0"/>
                  </a:moveTo>
                  <a:cubicBezTo>
                    <a:pt x="482" y="0"/>
                    <a:pt x="298" y="89"/>
                    <a:pt x="192" y="266"/>
                  </a:cubicBezTo>
                  <a:lnTo>
                    <a:pt x="1" y="591"/>
                  </a:lnTo>
                  <a:lnTo>
                    <a:pt x="604" y="1606"/>
                  </a:lnTo>
                  <a:cubicBezTo>
                    <a:pt x="706" y="1777"/>
                    <a:pt x="887" y="1874"/>
                    <a:pt x="1073" y="1874"/>
                  </a:cubicBezTo>
                  <a:cubicBezTo>
                    <a:pt x="1147" y="1874"/>
                    <a:pt x="1222" y="1859"/>
                    <a:pt x="1293" y="1826"/>
                  </a:cubicBezTo>
                  <a:lnTo>
                    <a:pt x="1915" y="1567"/>
                  </a:lnTo>
                  <a:lnTo>
                    <a:pt x="1140" y="266"/>
                  </a:lnTo>
                  <a:cubicBezTo>
                    <a:pt x="1035" y="89"/>
                    <a:pt x="850" y="0"/>
                    <a:pt x="666" y="0"/>
                  </a:cubicBezTo>
                  <a:close/>
                </a:path>
              </a:pathLst>
            </a:custGeom>
            <a:solidFill>
              <a:srgbClr val="91A8B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88" name="Google Shape;1888;p50"/>
            <p:cNvSpPr/>
            <p:nvPr/>
          </p:nvSpPr>
          <p:spPr>
            <a:xfrm>
              <a:off x="1111787" y="3388552"/>
              <a:ext cx="101810" cy="289832"/>
            </a:xfrm>
            <a:custGeom>
              <a:rect b="b" l="l" r="r" t="t"/>
              <a:pathLst>
                <a:path extrusionOk="0" h="11037" w="3877">
                  <a:moveTo>
                    <a:pt x="962" y="0"/>
                  </a:moveTo>
                  <a:cubicBezTo>
                    <a:pt x="888" y="0"/>
                    <a:pt x="812" y="16"/>
                    <a:pt x="738" y="49"/>
                  </a:cubicBezTo>
                  <a:lnTo>
                    <a:pt x="116" y="308"/>
                  </a:lnTo>
                  <a:cubicBezTo>
                    <a:pt x="164" y="403"/>
                    <a:pt x="183" y="499"/>
                    <a:pt x="173" y="604"/>
                  </a:cubicBezTo>
                  <a:lnTo>
                    <a:pt x="30" y="2155"/>
                  </a:lnTo>
                  <a:cubicBezTo>
                    <a:pt x="1" y="2432"/>
                    <a:pt x="183" y="2681"/>
                    <a:pt x="460" y="2748"/>
                  </a:cubicBezTo>
                  <a:lnTo>
                    <a:pt x="1972" y="3093"/>
                  </a:lnTo>
                  <a:cubicBezTo>
                    <a:pt x="2384" y="3179"/>
                    <a:pt x="2537" y="3676"/>
                    <a:pt x="2269" y="3992"/>
                  </a:cubicBezTo>
                  <a:lnTo>
                    <a:pt x="1245" y="5160"/>
                  </a:lnTo>
                  <a:cubicBezTo>
                    <a:pt x="1054" y="5361"/>
                    <a:pt x="1054" y="5677"/>
                    <a:pt x="1245" y="5887"/>
                  </a:cubicBezTo>
                  <a:lnTo>
                    <a:pt x="2269" y="7055"/>
                  </a:lnTo>
                  <a:cubicBezTo>
                    <a:pt x="2537" y="7371"/>
                    <a:pt x="2384" y="7859"/>
                    <a:pt x="1972" y="7954"/>
                  </a:cubicBezTo>
                  <a:lnTo>
                    <a:pt x="460" y="8299"/>
                  </a:lnTo>
                  <a:cubicBezTo>
                    <a:pt x="183" y="8356"/>
                    <a:pt x="1" y="8615"/>
                    <a:pt x="30" y="8883"/>
                  </a:cubicBezTo>
                  <a:lnTo>
                    <a:pt x="173" y="10433"/>
                  </a:lnTo>
                  <a:cubicBezTo>
                    <a:pt x="183" y="10538"/>
                    <a:pt x="164" y="10634"/>
                    <a:pt x="116" y="10730"/>
                  </a:cubicBezTo>
                  <a:lnTo>
                    <a:pt x="738" y="10988"/>
                  </a:lnTo>
                  <a:cubicBezTo>
                    <a:pt x="812" y="11022"/>
                    <a:pt x="888" y="11037"/>
                    <a:pt x="962" y="11037"/>
                  </a:cubicBezTo>
                  <a:cubicBezTo>
                    <a:pt x="1267" y="11037"/>
                    <a:pt x="1534" y="10772"/>
                    <a:pt x="1503" y="10433"/>
                  </a:cubicBezTo>
                  <a:lnTo>
                    <a:pt x="1360" y="8892"/>
                  </a:lnTo>
                  <a:cubicBezTo>
                    <a:pt x="1331" y="8615"/>
                    <a:pt x="1513" y="8356"/>
                    <a:pt x="1790" y="8299"/>
                  </a:cubicBezTo>
                  <a:lnTo>
                    <a:pt x="3303" y="7954"/>
                  </a:lnTo>
                  <a:cubicBezTo>
                    <a:pt x="3714" y="7859"/>
                    <a:pt x="3867" y="7371"/>
                    <a:pt x="3599" y="7055"/>
                  </a:cubicBezTo>
                  <a:lnTo>
                    <a:pt x="2575" y="5887"/>
                  </a:lnTo>
                  <a:cubicBezTo>
                    <a:pt x="2393" y="5677"/>
                    <a:pt x="2393" y="5370"/>
                    <a:pt x="2575" y="5160"/>
                  </a:cubicBezTo>
                  <a:lnTo>
                    <a:pt x="3599" y="3992"/>
                  </a:lnTo>
                  <a:cubicBezTo>
                    <a:pt x="3877" y="3676"/>
                    <a:pt x="3714" y="3179"/>
                    <a:pt x="3303" y="3093"/>
                  </a:cubicBezTo>
                  <a:lnTo>
                    <a:pt x="1790" y="2748"/>
                  </a:lnTo>
                  <a:cubicBezTo>
                    <a:pt x="1523" y="2681"/>
                    <a:pt x="1341" y="2432"/>
                    <a:pt x="1360" y="2155"/>
                  </a:cubicBezTo>
                  <a:lnTo>
                    <a:pt x="1503" y="604"/>
                  </a:lnTo>
                  <a:cubicBezTo>
                    <a:pt x="1534" y="265"/>
                    <a:pt x="1267" y="0"/>
                    <a:pt x="962" y="0"/>
                  </a:cubicBezTo>
                  <a:close/>
                </a:path>
              </a:pathLst>
            </a:custGeom>
            <a:solidFill>
              <a:srgbClr val="91A8B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89" name="Google Shape;1889;p50"/>
            <p:cNvSpPr/>
            <p:nvPr/>
          </p:nvSpPr>
          <p:spPr>
            <a:xfrm>
              <a:off x="1024840" y="3660133"/>
              <a:ext cx="50025" cy="49080"/>
            </a:xfrm>
            <a:custGeom>
              <a:rect b="b" l="l" r="r" t="t"/>
              <a:pathLst>
                <a:path extrusionOk="0" h="1869" w="1905">
                  <a:moveTo>
                    <a:pt x="1071" y="1"/>
                  </a:moveTo>
                  <a:cubicBezTo>
                    <a:pt x="883" y="1"/>
                    <a:pt x="698" y="97"/>
                    <a:pt x="594" y="263"/>
                  </a:cubicBezTo>
                  <a:lnTo>
                    <a:pt x="0" y="1278"/>
                  </a:lnTo>
                  <a:lnTo>
                    <a:pt x="192" y="1603"/>
                  </a:lnTo>
                  <a:cubicBezTo>
                    <a:pt x="297" y="1780"/>
                    <a:pt x="479" y="1869"/>
                    <a:pt x="662" y="1869"/>
                  </a:cubicBezTo>
                  <a:cubicBezTo>
                    <a:pt x="845" y="1869"/>
                    <a:pt x="1029" y="1780"/>
                    <a:pt x="1139" y="1603"/>
                  </a:cubicBezTo>
                  <a:lnTo>
                    <a:pt x="1905" y="311"/>
                  </a:lnTo>
                  <a:lnTo>
                    <a:pt x="1283" y="43"/>
                  </a:lnTo>
                  <a:cubicBezTo>
                    <a:pt x="1215" y="14"/>
                    <a:pt x="1143" y="1"/>
                    <a:pt x="1071" y="1"/>
                  </a:cubicBezTo>
                  <a:close/>
                </a:path>
              </a:pathLst>
            </a:custGeom>
            <a:solidFill>
              <a:srgbClr val="91A8B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90" name="Google Shape;1890;p50"/>
            <p:cNvSpPr/>
            <p:nvPr/>
          </p:nvSpPr>
          <p:spPr>
            <a:xfrm>
              <a:off x="939390" y="3431067"/>
              <a:ext cx="211892" cy="205222"/>
            </a:xfrm>
            <a:custGeom>
              <a:rect b="b" l="l" r="r" t="t"/>
              <a:pathLst>
                <a:path extrusionOk="0" h="7815" w="8069">
                  <a:moveTo>
                    <a:pt x="3916" y="0"/>
                  </a:moveTo>
                  <a:cubicBezTo>
                    <a:pt x="1659" y="0"/>
                    <a:pt x="1" y="1823"/>
                    <a:pt x="1" y="3895"/>
                  </a:cubicBezTo>
                  <a:cubicBezTo>
                    <a:pt x="1" y="6224"/>
                    <a:pt x="1910" y="7814"/>
                    <a:pt x="3928" y="7814"/>
                  </a:cubicBezTo>
                  <a:cubicBezTo>
                    <a:pt x="4771" y="7814"/>
                    <a:pt x="5634" y="7537"/>
                    <a:pt x="6384" y="6919"/>
                  </a:cubicBezTo>
                  <a:cubicBezTo>
                    <a:pt x="7561" y="5962"/>
                    <a:pt x="8068" y="4421"/>
                    <a:pt x="7695" y="2947"/>
                  </a:cubicBezTo>
                  <a:cubicBezTo>
                    <a:pt x="7331" y="1483"/>
                    <a:pt x="6154" y="363"/>
                    <a:pt x="4671" y="67"/>
                  </a:cubicBezTo>
                  <a:cubicBezTo>
                    <a:pt x="4413" y="22"/>
                    <a:pt x="4161" y="0"/>
                    <a:pt x="3916" y="0"/>
                  </a:cubicBezTo>
                  <a:close/>
                </a:path>
              </a:pathLst>
            </a:custGeom>
            <a:solidFill>
              <a:srgbClr val="C1CD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91" name="Google Shape;1891;p50"/>
            <p:cNvSpPr/>
            <p:nvPr/>
          </p:nvSpPr>
          <p:spPr>
            <a:xfrm>
              <a:off x="970561" y="3470641"/>
              <a:ext cx="60345" cy="51653"/>
            </a:xfrm>
            <a:custGeom>
              <a:rect b="b" l="l" r="r" t="t"/>
              <a:pathLst>
                <a:path extrusionOk="0" h="1967" w="2298">
                  <a:moveTo>
                    <a:pt x="1315" y="409"/>
                  </a:moveTo>
                  <a:cubicBezTo>
                    <a:pt x="1456" y="409"/>
                    <a:pt x="1599" y="461"/>
                    <a:pt x="1713" y="579"/>
                  </a:cubicBezTo>
                  <a:cubicBezTo>
                    <a:pt x="2077" y="943"/>
                    <a:pt x="1819" y="1555"/>
                    <a:pt x="1311" y="1555"/>
                  </a:cubicBezTo>
                  <a:cubicBezTo>
                    <a:pt x="996" y="1555"/>
                    <a:pt x="737" y="1297"/>
                    <a:pt x="737" y="981"/>
                  </a:cubicBezTo>
                  <a:cubicBezTo>
                    <a:pt x="737" y="638"/>
                    <a:pt x="1022" y="409"/>
                    <a:pt x="1315" y="409"/>
                  </a:cubicBezTo>
                  <a:close/>
                  <a:moveTo>
                    <a:pt x="1308" y="0"/>
                  </a:moveTo>
                  <a:cubicBezTo>
                    <a:pt x="1067" y="0"/>
                    <a:pt x="821" y="90"/>
                    <a:pt x="622" y="292"/>
                  </a:cubicBezTo>
                  <a:cubicBezTo>
                    <a:pt x="0" y="905"/>
                    <a:pt x="441" y="1967"/>
                    <a:pt x="1311" y="1967"/>
                  </a:cubicBezTo>
                  <a:cubicBezTo>
                    <a:pt x="1857" y="1967"/>
                    <a:pt x="2288" y="1527"/>
                    <a:pt x="2297" y="981"/>
                  </a:cubicBezTo>
                  <a:cubicBezTo>
                    <a:pt x="2297" y="392"/>
                    <a:pt x="1812" y="0"/>
                    <a:pt x="1308" y="0"/>
                  </a:cubicBezTo>
                  <a:close/>
                </a:path>
              </a:pathLst>
            </a:custGeom>
            <a:solidFill>
              <a:srgbClr val="EAEF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92" name="Google Shape;1892;p50"/>
            <p:cNvSpPr/>
            <p:nvPr/>
          </p:nvSpPr>
          <p:spPr>
            <a:xfrm>
              <a:off x="1053332" y="3545140"/>
              <a:ext cx="60188" cy="51417"/>
            </a:xfrm>
            <a:custGeom>
              <a:rect b="b" l="l" r="r" t="t"/>
              <a:pathLst>
                <a:path extrusionOk="0" h="1958" w="2292">
                  <a:moveTo>
                    <a:pt x="983" y="393"/>
                  </a:moveTo>
                  <a:cubicBezTo>
                    <a:pt x="1299" y="403"/>
                    <a:pt x="1557" y="652"/>
                    <a:pt x="1557" y="967"/>
                  </a:cubicBezTo>
                  <a:cubicBezTo>
                    <a:pt x="1557" y="1317"/>
                    <a:pt x="1276" y="1549"/>
                    <a:pt x="982" y="1549"/>
                  </a:cubicBezTo>
                  <a:cubicBezTo>
                    <a:pt x="841" y="1549"/>
                    <a:pt x="698" y="1496"/>
                    <a:pt x="581" y="1379"/>
                  </a:cubicBezTo>
                  <a:cubicBezTo>
                    <a:pt x="217" y="1015"/>
                    <a:pt x="475" y="393"/>
                    <a:pt x="983" y="393"/>
                  </a:cubicBezTo>
                  <a:close/>
                  <a:moveTo>
                    <a:pt x="994" y="1"/>
                  </a:moveTo>
                  <a:cubicBezTo>
                    <a:pt x="991" y="1"/>
                    <a:pt x="987" y="1"/>
                    <a:pt x="983" y="1"/>
                  </a:cubicBezTo>
                  <a:cubicBezTo>
                    <a:pt x="437" y="1"/>
                    <a:pt x="7" y="431"/>
                    <a:pt x="7" y="967"/>
                  </a:cubicBezTo>
                  <a:cubicBezTo>
                    <a:pt x="0" y="1563"/>
                    <a:pt x="484" y="1957"/>
                    <a:pt x="991" y="1957"/>
                  </a:cubicBezTo>
                  <a:cubicBezTo>
                    <a:pt x="1233" y="1957"/>
                    <a:pt x="1480" y="1867"/>
                    <a:pt x="1681" y="1666"/>
                  </a:cubicBezTo>
                  <a:cubicBezTo>
                    <a:pt x="2291" y="1047"/>
                    <a:pt x="1858" y="1"/>
                    <a:pt x="994" y="1"/>
                  </a:cubicBezTo>
                  <a:close/>
                </a:path>
              </a:pathLst>
            </a:custGeom>
            <a:solidFill>
              <a:srgbClr val="EAEF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93" name="Google Shape;1893;p50"/>
            <p:cNvSpPr/>
            <p:nvPr/>
          </p:nvSpPr>
          <p:spPr>
            <a:xfrm>
              <a:off x="992330" y="3479595"/>
              <a:ext cx="106090" cy="101836"/>
            </a:xfrm>
            <a:custGeom>
              <a:rect b="b" l="l" r="r" t="t"/>
              <a:pathLst>
                <a:path extrusionOk="0" h="3878" w="4040">
                  <a:moveTo>
                    <a:pt x="3742" y="0"/>
                  </a:moveTo>
                  <a:cubicBezTo>
                    <a:pt x="3692" y="0"/>
                    <a:pt x="3639" y="22"/>
                    <a:pt x="3593" y="75"/>
                  </a:cubicBezTo>
                  <a:lnTo>
                    <a:pt x="128" y="3540"/>
                  </a:lnTo>
                  <a:cubicBezTo>
                    <a:pt x="1" y="3682"/>
                    <a:pt x="132" y="3877"/>
                    <a:pt x="286" y="3877"/>
                  </a:cubicBezTo>
                  <a:cubicBezTo>
                    <a:pt x="329" y="3877"/>
                    <a:pt x="374" y="3862"/>
                    <a:pt x="415" y="3827"/>
                  </a:cubicBezTo>
                  <a:lnTo>
                    <a:pt x="3880" y="363"/>
                  </a:lnTo>
                  <a:cubicBezTo>
                    <a:pt x="4040" y="217"/>
                    <a:pt x="3902" y="0"/>
                    <a:pt x="3742" y="0"/>
                  </a:cubicBezTo>
                  <a:close/>
                </a:path>
              </a:pathLst>
            </a:custGeom>
            <a:solidFill>
              <a:srgbClr val="EAEF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894" name="Google Shape;1894;p50"/>
          <p:cNvGrpSpPr/>
          <p:nvPr/>
        </p:nvGrpSpPr>
        <p:grpSpPr>
          <a:xfrm>
            <a:off x="7080063" y="1810035"/>
            <a:ext cx="345655" cy="343529"/>
            <a:chOff x="3954343" y="2899354"/>
            <a:chExt cx="345655" cy="343529"/>
          </a:xfrm>
        </p:grpSpPr>
        <p:sp>
          <p:nvSpPr>
            <p:cNvPr id="1895" name="Google Shape;1895;p50"/>
            <p:cNvSpPr/>
            <p:nvPr/>
          </p:nvSpPr>
          <p:spPr>
            <a:xfrm>
              <a:off x="3954343" y="2899354"/>
              <a:ext cx="345655" cy="343529"/>
            </a:xfrm>
            <a:custGeom>
              <a:rect b="b" l="l" r="r" t="t"/>
              <a:pathLst>
                <a:path extrusionOk="0" h="22944" w="23086">
                  <a:moveTo>
                    <a:pt x="18828" y="0"/>
                  </a:moveTo>
                  <a:cubicBezTo>
                    <a:pt x="18617" y="0"/>
                    <a:pt x="18407" y="84"/>
                    <a:pt x="18250" y="253"/>
                  </a:cubicBezTo>
                  <a:lnTo>
                    <a:pt x="17640" y="862"/>
                  </a:lnTo>
                  <a:lnTo>
                    <a:pt x="17135" y="1346"/>
                  </a:lnTo>
                  <a:lnTo>
                    <a:pt x="16000" y="2481"/>
                  </a:lnTo>
                  <a:lnTo>
                    <a:pt x="15495" y="2986"/>
                  </a:lnTo>
                  <a:lnTo>
                    <a:pt x="12741" y="5740"/>
                  </a:lnTo>
                  <a:lnTo>
                    <a:pt x="12237" y="6244"/>
                  </a:lnTo>
                  <a:lnTo>
                    <a:pt x="11122" y="7380"/>
                  </a:lnTo>
                  <a:lnTo>
                    <a:pt x="10618" y="7863"/>
                  </a:lnTo>
                  <a:lnTo>
                    <a:pt x="9482" y="8999"/>
                  </a:lnTo>
                  <a:lnTo>
                    <a:pt x="8978" y="9503"/>
                  </a:lnTo>
                  <a:lnTo>
                    <a:pt x="7864" y="10639"/>
                  </a:lnTo>
                  <a:lnTo>
                    <a:pt x="7359" y="11122"/>
                  </a:lnTo>
                  <a:lnTo>
                    <a:pt x="2965" y="15516"/>
                  </a:lnTo>
                  <a:lnTo>
                    <a:pt x="2481" y="16021"/>
                  </a:lnTo>
                  <a:lnTo>
                    <a:pt x="1346" y="17156"/>
                  </a:lnTo>
                  <a:lnTo>
                    <a:pt x="841" y="17640"/>
                  </a:lnTo>
                  <a:lnTo>
                    <a:pt x="316" y="18165"/>
                  </a:lnTo>
                  <a:cubicBezTo>
                    <a:pt x="0" y="18502"/>
                    <a:pt x="0" y="19027"/>
                    <a:pt x="316" y="19343"/>
                  </a:cubicBezTo>
                  <a:lnTo>
                    <a:pt x="3659" y="22707"/>
                  </a:lnTo>
                  <a:cubicBezTo>
                    <a:pt x="3827" y="22864"/>
                    <a:pt x="4037" y="22943"/>
                    <a:pt x="4247" y="22943"/>
                  </a:cubicBezTo>
                  <a:cubicBezTo>
                    <a:pt x="4458" y="22943"/>
                    <a:pt x="4668" y="22864"/>
                    <a:pt x="4836" y="22707"/>
                  </a:cubicBezTo>
                  <a:lnTo>
                    <a:pt x="22770" y="4773"/>
                  </a:lnTo>
                  <a:cubicBezTo>
                    <a:pt x="23085" y="4436"/>
                    <a:pt x="23085" y="3932"/>
                    <a:pt x="22770" y="3595"/>
                  </a:cubicBezTo>
                  <a:lnTo>
                    <a:pt x="19406" y="253"/>
                  </a:lnTo>
                  <a:cubicBezTo>
                    <a:pt x="19248" y="84"/>
                    <a:pt x="19038" y="0"/>
                    <a:pt x="18828" y="0"/>
                  </a:cubicBezTo>
                  <a:close/>
                </a:path>
              </a:pathLst>
            </a:custGeom>
            <a:solidFill>
              <a:srgbClr val="C9D4D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96" name="Google Shape;1896;p50"/>
            <p:cNvSpPr/>
            <p:nvPr/>
          </p:nvSpPr>
          <p:spPr>
            <a:xfrm>
              <a:off x="4210897" y="2911946"/>
              <a:ext cx="33434" cy="31502"/>
            </a:xfrm>
            <a:custGeom>
              <a:rect b="b" l="l" r="r" t="t"/>
              <a:pathLst>
                <a:path extrusionOk="0" h="2104" w="2233">
                  <a:moveTo>
                    <a:pt x="505" y="0"/>
                  </a:moveTo>
                  <a:lnTo>
                    <a:pt x="0" y="505"/>
                  </a:lnTo>
                  <a:lnTo>
                    <a:pt x="1514" y="2019"/>
                  </a:lnTo>
                  <a:cubicBezTo>
                    <a:pt x="1588" y="2078"/>
                    <a:pt x="1666" y="2104"/>
                    <a:pt x="1741" y="2104"/>
                  </a:cubicBezTo>
                  <a:cubicBezTo>
                    <a:pt x="2009" y="2104"/>
                    <a:pt x="2232" y="1777"/>
                    <a:pt x="2019" y="1514"/>
                  </a:cubicBezTo>
                  <a:lnTo>
                    <a:pt x="505" y="0"/>
                  </a:lnTo>
                  <a:close/>
                </a:path>
              </a:pathLst>
            </a:custGeom>
            <a:solidFill>
              <a:srgbClr val="99AEB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97" name="Google Shape;1897;p50"/>
            <p:cNvSpPr/>
            <p:nvPr/>
          </p:nvSpPr>
          <p:spPr>
            <a:xfrm>
              <a:off x="4186656" y="2936501"/>
              <a:ext cx="27834" cy="25049"/>
            </a:xfrm>
            <a:custGeom>
              <a:rect b="b" l="l" r="r" t="t"/>
              <a:pathLst>
                <a:path extrusionOk="0" h="1673" w="1859">
                  <a:moveTo>
                    <a:pt x="505" y="0"/>
                  </a:moveTo>
                  <a:lnTo>
                    <a:pt x="0" y="484"/>
                  </a:lnTo>
                  <a:lnTo>
                    <a:pt x="1052" y="1535"/>
                  </a:lnTo>
                  <a:cubicBezTo>
                    <a:pt x="1134" y="1632"/>
                    <a:pt x="1230" y="1672"/>
                    <a:pt x="1322" y="1672"/>
                  </a:cubicBezTo>
                  <a:cubicBezTo>
                    <a:pt x="1607" y="1672"/>
                    <a:pt x="1858" y="1290"/>
                    <a:pt x="1556" y="1051"/>
                  </a:cubicBezTo>
                  <a:lnTo>
                    <a:pt x="505" y="0"/>
                  </a:lnTo>
                  <a:close/>
                </a:path>
              </a:pathLst>
            </a:custGeom>
            <a:solidFill>
              <a:srgbClr val="99AEB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98" name="Google Shape;1898;p50"/>
            <p:cNvSpPr/>
            <p:nvPr/>
          </p:nvSpPr>
          <p:spPr>
            <a:xfrm>
              <a:off x="4162101" y="2960727"/>
              <a:ext cx="26501" cy="24600"/>
            </a:xfrm>
            <a:custGeom>
              <a:rect b="b" l="l" r="r" t="t"/>
              <a:pathLst>
                <a:path extrusionOk="0" h="1643" w="1770">
                  <a:moveTo>
                    <a:pt x="505" y="1"/>
                  </a:moveTo>
                  <a:lnTo>
                    <a:pt x="0" y="506"/>
                  </a:lnTo>
                  <a:lnTo>
                    <a:pt x="1052" y="1557"/>
                  </a:lnTo>
                  <a:cubicBezTo>
                    <a:pt x="1125" y="1617"/>
                    <a:pt x="1204" y="1642"/>
                    <a:pt x="1279" y="1642"/>
                  </a:cubicBezTo>
                  <a:cubicBezTo>
                    <a:pt x="1547" y="1642"/>
                    <a:pt x="1770" y="1315"/>
                    <a:pt x="1556" y="1052"/>
                  </a:cubicBezTo>
                  <a:lnTo>
                    <a:pt x="505" y="1"/>
                  </a:lnTo>
                  <a:close/>
                </a:path>
              </a:pathLst>
            </a:custGeom>
            <a:solidFill>
              <a:srgbClr val="99AEB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99" name="Google Shape;1899;p50"/>
            <p:cNvSpPr/>
            <p:nvPr/>
          </p:nvSpPr>
          <p:spPr>
            <a:xfrm>
              <a:off x="4137861" y="2985281"/>
              <a:ext cx="27834" cy="25064"/>
            </a:xfrm>
            <a:custGeom>
              <a:rect b="b" l="l" r="r" t="t"/>
              <a:pathLst>
                <a:path extrusionOk="0" h="1674" w="1859">
                  <a:moveTo>
                    <a:pt x="505" y="1"/>
                  </a:moveTo>
                  <a:lnTo>
                    <a:pt x="1" y="484"/>
                  </a:lnTo>
                  <a:lnTo>
                    <a:pt x="1052" y="1536"/>
                  </a:lnTo>
                  <a:cubicBezTo>
                    <a:pt x="1129" y="1633"/>
                    <a:pt x="1222" y="1673"/>
                    <a:pt x="1313" y="1673"/>
                  </a:cubicBezTo>
                  <a:cubicBezTo>
                    <a:pt x="1596" y="1673"/>
                    <a:pt x="1858" y="1290"/>
                    <a:pt x="1556" y="1052"/>
                  </a:cubicBezTo>
                  <a:lnTo>
                    <a:pt x="505" y="1"/>
                  </a:lnTo>
                  <a:close/>
                </a:path>
              </a:pathLst>
            </a:custGeom>
            <a:solidFill>
              <a:srgbClr val="99AEB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00" name="Google Shape;1900;p50"/>
            <p:cNvSpPr/>
            <p:nvPr/>
          </p:nvSpPr>
          <p:spPr>
            <a:xfrm>
              <a:off x="4113306" y="3009522"/>
              <a:ext cx="33434" cy="31517"/>
            </a:xfrm>
            <a:custGeom>
              <a:rect b="b" l="l" r="r" t="t"/>
              <a:pathLst>
                <a:path extrusionOk="0" h="2105" w="2233">
                  <a:moveTo>
                    <a:pt x="505" y="1"/>
                  </a:moveTo>
                  <a:lnTo>
                    <a:pt x="1" y="505"/>
                  </a:lnTo>
                  <a:lnTo>
                    <a:pt x="1514" y="2019"/>
                  </a:lnTo>
                  <a:cubicBezTo>
                    <a:pt x="1588" y="2079"/>
                    <a:pt x="1667" y="2104"/>
                    <a:pt x="1742" y="2104"/>
                  </a:cubicBezTo>
                  <a:cubicBezTo>
                    <a:pt x="2010" y="2104"/>
                    <a:pt x="2233" y="1777"/>
                    <a:pt x="2019" y="1515"/>
                  </a:cubicBezTo>
                  <a:lnTo>
                    <a:pt x="505" y="1"/>
                  </a:lnTo>
                  <a:close/>
                </a:path>
              </a:pathLst>
            </a:custGeom>
            <a:solidFill>
              <a:srgbClr val="99AEB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01" name="Google Shape;1901;p50"/>
            <p:cNvSpPr/>
            <p:nvPr/>
          </p:nvSpPr>
          <p:spPr>
            <a:xfrm>
              <a:off x="4089066" y="3034077"/>
              <a:ext cx="27504" cy="25184"/>
            </a:xfrm>
            <a:custGeom>
              <a:rect b="b" l="l" r="r" t="t"/>
              <a:pathLst>
                <a:path extrusionOk="0" h="1682" w="1837">
                  <a:moveTo>
                    <a:pt x="484" y="1"/>
                  </a:moveTo>
                  <a:lnTo>
                    <a:pt x="1" y="484"/>
                  </a:lnTo>
                  <a:lnTo>
                    <a:pt x="1052" y="1535"/>
                  </a:lnTo>
                  <a:cubicBezTo>
                    <a:pt x="1130" y="1639"/>
                    <a:pt x="1223" y="1682"/>
                    <a:pt x="1314" y="1682"/>
                  </a:cubicBezTo>
                  <a:cubicBezTo>
                    <a:pt x="1589" y="1682"/>
                    <a:pt x="1836" y="1289"/>
                    <a:pt x="1536" y="1052"/>
                  </a:cubicBezTo>
                  <a:lnTo>
                    <a:pt x="484" y="1"/>
                  </a:lnTo>
                  <a:close/>
                </a:path>
              </a:pathLst>
            </a:custGeom>
            <a:solidFill>
              <a:srgbClr val="99AEB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02" name="Google Shape;1902;p50"/>
            <p:cNvSpPr/>
            <p:nvPr/>
          </p:nvSpPr>
          <p:spPr>
            <a:xfrm>
              <a:off x="4064511" y="3058317"/>
              <a:ext cx="26516" cy="24585"/>
            </a:xfrm>
            <a:custGeom>
              <a:rect b="b" l="l" r="r" t="t"/>
              <a:pathLst>
                <a:path extrusionOk="0" h="1642" w="1771">
                  <a:moveTo>
                    <a:pt x="506" y="1"/>
                  </a:moveTo>
                  <a:lnTo>
                    <a:pt x="1" y="505"/>
                  </a:lnTo>
                  <a:lnTo>
                    <a:pt x="1052" y="1556"/>
                  </a:lnTo>
                  <a:cubicBezTo>
                    <a:pt x="1126" y="1616"/>
                    <a:pt x="1204" y="1642"/>
                    <a:pt x="1279" y="1642"/>
                  </a:cubicBezTo>
                  <a:cubicBezTo>
                    <a:pt x="1547" y="1642"/>
                    <a:pt x="1770" y="1315"/>
                    <a:pt x="1557" y="1052"/>
                  </a:cubicBezTo>
                  <a:lnTo>
                    <a:pt x="506" y="1"/>
                  </a:lnTo>
                  <a:close/>
                </a:path>
              </a:pathLst>
            </a:custGeom>
            <a:solidFill>
              <a:srgbClr val="99AEB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03" name="Google Shape;1903;p50"/>
            <p:cNvSpPr/>
            <p:nvPr/>
          </p:nvSpPr>
          <p:spPr>
            <a:xfrm>
              <a:off x="4040285" y="3082872"/>
              <a:ext cx="27729" cy="25184"/>
            </a:xfrm>
            <a:custGeom>
              <a:rect b="b" l="l" r="r" t="t"/>
              <a:pathLst>
                <a:path extrusionOk="0" h="1682" w="1852">
                  <a:moveTo>
                    <a:pt x="484" y="0"/>
                  </a:moveTo>
                  <a:lnTo>
                    <a:pt x="0" y="484"/>
                  </a:lnTo>
                  <a:lnTo>
                    <a:pt x="1051" y="1535"/>
                  </a:lnTo>
                  <a:cubicBezTo>
                    <a:pt x="1129" y="1639"/>
                    <a:pt x="1224" y="1681"/>
                    <a:pt x="1316" y="1681"/>
                  </a:cubicBezTo>
                  <a:cubicBezTo>
                    <a:pt x="1596" y="1681"/>
                    <a:pt x="1851" y="1289"/>
                    <a:pt x="1535" y="1052"/>
                  </a:cubicBezTo>
                  <a:lnTo>
                    <a:pt x="484" y="0"/>
                  </a:lnTo>
                  <a:close/>
                </a:path>
              </a:pathLst>
            </a:custGeom>
            <a:solidFill>
              <a:srgbClr val="99AEB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04" name="Google Shape;1904;p50"/>
            <p:cNvSpPr/>
            <p:nvPr/>
          </p:nvSpPr>
          <p:spPr>
            <a:xfrm>
              <a:off x="4015730" y="3107113"/>
              <a:ext cx="34751" cy="32281"/>
            </a:xfrm>
            <a:custGeom>
              <a:rect b="b" l="l" r="r" t="t"/>
              <a:pathLst>
                <a:path extrusionOk="0" h="2156" w="2321">
                  <a:moveTo>
                    <a:pt x="505" y="0"/>
                  </a:moveTo>
                  <a:lnTo>
                    <a:pt x="0" y="505"/>
                  </a:lnTo>
                  <a:lnTo>
                    <a:pt x="1514" y="2019"/>
                  </a:lnTo>
                  <a:cubicBezTo>
                    <a:pt x="1596" y="2116"/>
                    <a:pt x="1691" y="2156"/>
                    <a:pt x="1783" y="2156"/>
                  </a:cubicBezTo>
                  <a:cubicBezTo>
                    <a:pt x="2069" y="2156"/>
                    <a:pt x="2321" y="1769"/>
                    <a:pt x="2018" y="1514"/>
                  </a:cubicBezTo>
                  <a:lnTo>
                    <a:pt x="505" y="0"/>
                  </a:lnTo>
                  <a:close/>
                </a:path>
              </a:pathLst>
            </a:custGeom>
            <a:solidFill>
              <a:srgbClr val="99AEB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05" name="Google Shape;1905;p50"/>
            <p:cNvSpPr/>
            <p:nvPr/>
          </p:nvSpPr>
          <p:spPr>
            <a:xfrm>
              <a:off x="3991490" y="3131668"/>
              <a:ext cx="27789" cy="25318"/>
            </a:xfrm>
            <a:custGeom>
              <a:rect b="b" l="l" r="r" t="t"/>
              <a:pathLst>
                <a:path extrusionOk="0" h="1691" w="1856">
                  <a:moveTo>
                    <a:pt x="484" y="0"/>
                  </a:moveTo>
                  <a:lnTo>
                    <a:pt x="0" y="505"/>
                  </a:lnTo>
                  <a:lnTo>
                    <a:pt x="1051" y="1556"/>
                  </a:lnTo>
                  <a:cubicBezTo>
                    <a:pt x="1127" y="1651"/>
                    <a:pt x="1217" y="1690"/>
                    <a:pt x="1306" y="1690"/>
                  </a:cubicBezTo>
                  <a:cubicBezTo>
                    <a:pt x="1590" y="1690"/>
                    <a:pt x="1855" y="1292"/>
                    <a:pt x="1535" y="1051"/>
                  </a:cubicBezTo>
                  <a:lnTo>
                    <a:pt x="484" y="0"/>
                  </a:lnTo>
                  <a:close/>
                </a:path>
              </a:pathLst>
            </a:custGeom>
            <a:solidFill>
              <a:srgbClr val="99AEB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06" name="Google Shape;1906;p50"/>
            <p:cNvSpPr/>
            <p:nvPr/>
          </p:nvSpPr>
          <p:spPr>
            <a:xfrm>
              <a:off x="3966935" y="3155908"/>
              <a:ext cx="27834" cy="25348"/>
            </a:xfrm>
            <a:custGeom>
              <a:rect b="b" l="l" r="r" t="t"/>
              <a:pathLst>
                <a:path extrusionOk="0" h="1693" w="1859">
                  <a:moveTo>
                    <a:pt x="505" y="0"/>
                  </a:moveTo>
                  <a:lnTo>
                    <a:pt x="0" y="505"/>
                  </a:lnTo>
                  <a:lnTo>
                    <a:pt x="1052" y="1556"/>
                  </a:lnTo>
                  <a:cubicBezTo>
                    <a:pt x="1133" y="1653"/>
                    <a:pt x="1229" y="1693"/>
                    <a:pt x="1321" y="1693"/>
                  </a:cubicBezTo>
                  <a:cubicBezTo>
                    <a:pt x="1607" y="1693"/>
                    <a:pt x="1859" y="1306"/>
                    <a:pt x="1556" y="1051"/>
                  </a:cubicBezTo>
                  <a:lnTo>
                    <a:pt x="505" y="0"/>
                  </a:lnTo>
                  <a:close/>
                </a:path>
              </a:pathLst>
            </a:custGeom>
            <a:solidFill>
              <a:srgbClr val="99AEB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907" name="Google Shape;1907;p50"/>
          <p:cNvGrpSpPr/>
          <p:nvPr/>
        </p:nvGrpSpPr>
        <p:grpSpPr>
          <a:xfrm>
            <a:off x="1661617" y="1839124"/>
            <a:ext cx="457166" cy="284614"/>
            <a:chOff x="6988887" y="1538854"/>
            <a:chExt cx="499920" cy="300136"/>
          </a:xfrm>
        </p:grpSpPr>
        <p:sp>
          <p:nvSpPr>
            <p:cNvPr id="1908" name="Google Shape;1908;p50"/>
            <p:cNvSpPr/>
            <p:nvPr/>
          </p:nvSpPr>
          <p:spPr>
            <a:xfrm>
              <a:off x="7052826" y="1538854"/>
              <a:ext cx="372777" cy="247155"/>
            </a:xfrm>
            <a:custGeom>
              <a:rect b="b" l="l" r="r" t="t"/>
              <a:pathLst>
                <a:path extrusionOk="0" h="9428" w="14220">
                  <a:moveTo>
                    <a:pt x="622" y="1"/>
                  </a:moveTo>
                  <a:cubicBezTo>
                    <a:pt x="275" y="1"/>
                    <a:pt x="1" y="290"/>
                    <a:pt x="1" y="636"/>
                  </a:cubicBezTo>
                  <a:lnTo>
                    <a:pt x="1" y="9427"/>
                  </a:lnTo>
                  <a:lnTo>
                    <a:pt x="14220" y="9427"/>
                  </a:lnTo>
                  <a:lnTo>
                    <a:pt x="14220" y="636"/>
                  </a:lnTo>
                  <a:cubicBezTo>
                    <a:pt x="14220" y="290"/>
                    <a:pt x="13931" y="1"/>
                    <a:pt x="13585" y="1"/>
                  </a:cubicBezTo>
                  <a:close/>
                </a:path>
              </a:pathLst>
            </a:custGeom>
            <a:solidFill>
              <a:srgbClr val="6D819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09" name="Google Shape;1909;p50"/>
            <p:cNvSpPr/>
            <p:nvPr/>
          </p:nvSpPr>
          <p:spPr>
            <a:xfrm>
              <a:off x="6988887" y="1773872"/>
              <a:ext cx="499920" cy="33319"/>
            </a:xfrm>
            <a:custGeom>
              <a:rect b="b" l="l" r="r" t="t"/>
              <a:pathLst>
                <a:path extrusionOk="0" h="1271" w="19070">
                  <a:moveTo>
                    <a:pt x="2425" y="0"/>
                  </a:moveTo>
                  <a:lnTo>
                    <a:pt x="0" y="924"/>
                  </a:lnTo>
                  <a:lnTo>
                    <a:pt x="0" y="1271"/>
                  </a:lnTo>
                  <a:lnTo>
                    <a:pt x="19069" y="1271"/>
                  </a:lnTo>
                  <a:lnTo>
                    <a:pt x="19069" y="924"/>
                  </a:lnTo>
                  <a:lnTo>
                    <a:pt x="16659" y="0"/>
                  </a:lnTo>
                  <a:close/>
                </a:path>
              </a:pathLst>
            </a:custGeom>
            <a:solidFill>
              <a:srgbClr val="CFD9E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10" name="Google Shape;1910;p50"/>
            <p:cNvSpPr/>
            <p:nvPr/>
          </p:nvSpPr>
          <p:spPr>
            <a:xfrm>
              <a:off x="6988887" y="1798095"/>
              <a:ext cx="499920" cy="40895"/>
            </a:xfrm>
            <a:custGeom>
              <a:rect b="b" l="l" r="r" t="t"/>
              <a:pathLst>
                <a:path extrusionOk="0" h="1560" w="19070">
                  <a:moveTo>
                    <a:pt x="0" y="0"/>
                  </a:moveTo>
                  <a:lnTo>
                    <a:pt x="0" y="347"/>
                  </a:lnTo>
                  <a:cubicBezTo>
                    <a:pt x="0" y="1011"/>
                    <a:pt x="549" y="1559"/>
                    <a:pt x="1227" y="1559"/>
                  </a:cubicBezTo>
                  <a:lnTo>
                    <a:pt x="17842" y="1559"/>
                  </a:lnTo>
                  <a:cubicBezTo>
                    <a:pt x="18521" y="1559"/>
                    <a:pt x="19069" y="1011"/>
                    <a:pt x="19069" y="347"/>
                  </a:cubicBezTo>
                  <a:lnTo>
                    <a:pt x="19069" y="0"/>
                  </a:lnTo>
                  <a:close/>
                </a:path>
              </a:pathLst>
            </a:custGeom>
            <a:solidFill>
              <a:srgbClr val="F2F3F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11" name="Google Shape;1911;p50"/>
            <p:cNvSpPr/>
            <p:nvPr/>
          </p:nvSpPr>
          <p:spPr>
            <a:xfrm>
              <a:off x="7149323" y="1798095"/>
              <a:ext cx="180543" cy="29544"/>
            </a:xfrm>
            <a:custGeom>
              <a:rect b="b" l="l" r="r" t="t"/>
              <a:pathLst>
                <a:path extrusionOk="0" h="1127" w="6887">
                  <a:moveTo>
                    <a:pt x="1" y="0"/>
                  </a:moveTo>
                  <a:lnTo>
                    <a:pt x="1040" y="1039"/>
                  </a:lnTo>
                  <a:cubicBezTo>
                    <a:pt x="1083" y="1097"/>
                    <a:pt x="1156" y="1126"/>
                    <a:pt x="1242" y="1126"/>
                  </a:cubicBezTo>
                  <a:lnTo>
                    <a:pt x="5645" y="1126"/>
                  </a:lnTo>
                  <a:cubicBezTo>
                    <a:pt x="5717" y="1126"/>
                    <a:pt x="5804" y="1097"/>
                    <a:pt x="5847" y="1039"/>
                  </a:cubicBezTo>
                  <a:lnTo>
                    <a:pt x="6887" y="0"/>
                  </a:lnTo>
                  <a:lnTo>
                    <a:pt x="6064" y="0"/>
                  </a:lnTo>
                  <a:lnTo>
                    <a:pt x="5515" y="549"/>
                  </a:lnTo>
                  <a:lnTo>
                    <a:pt x="1358" y="549"/>
                  </a:lnTo>
                  <a:lnTo>
                    <a:pt x="809" y="0"/>
                  </a:lnTo>
                  <a:close/>
                </a:path>
              </a:pathLst>
            </a:custGeom>
            <a:solidFill>
              <a:srgbClr val="94A5B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12" name="Google Shape;1912;p50"/>
            <p:cNvSpPr/>
            <p:nvPr/>
          </p:nvSpPr>
          <p:spPr>
            <a:xfrm>
              <a:off x="7052826" y="1562317"/>
              <a:ext cx="372777" cy="188119"/>
            </a:xfrm>
            <a:custGeom>
              <a:rect b="b" l="l" r="r" t="t"/>
              <a:pathLst>
                <a:path extrusionOk="0" h="7176" w="14220">
                  <a:moveTo>
                    <a:pt x="1" y="1"/>
                  </a:moveTo>
                  <a:lnTo>
                    <a:pt x="1" y="7175"/>
                  </a:lnTo>
                  <a:lnTo>
                    <a:pt x="14220" y="7175"/>
                  </a:lnTo>
                  <a:lnTo>
                    <a:pt x="14220" y="1"/>
                  </a:lnTo>
                  <a:close/>
                </a:path>
              </a:pathLst>
            </a:custGeom>
            <a:solidFill>
              <a:srgbClr val="91A2B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13" name="Google Shape;1913;p50"/>
            <p:cNvSpPr/>
            <p:nvPr/>
          </p:nvSpPr>
          <p:spPr>
            <a:xfrm>
              <a:off x="7052826" y="1562317"/>
              <a:ext cx="139674" cy="188119"/>
            </a:xfrm>
            <a:custGeom>
              <a:rect b="b" l="l" r="r" t="t"/>
              <a:pathLst>
                <a:path extrusionOk="0" h="7176" w="5328">
                  <a:moveTo>
                    <a:pt x="1" y="1"/>
                  </a:moveTo>
                  <a:lnTo>
                    <a:pt x="1" y="7175"/>
                  </a:lnTo>
                  <a:lnTo>
                    <a:pt x="5327" y="7175"/>
                  </a:lnTo>
                  <a:lnTo>
                    <a:pt x="5327" y="1"/>
                  </a:lnTo>
                  <a:close/>
                </a:path>
              </a:pathLst>
            </a:custGeom>
            <a:solidFill>
              <a:srgbClr val="CFD9E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14" name="Google Shape;1914;p50"/>
            <p:cNvSpPr/>
            <p:nvPr/>
          </p:nvSpPr>
          <p:spPr>
            <a:xfrm>
              <a:off x="7087639" y="1601692"/>
              <a:ext cx="44697" cy="25376"/>
            </a:xfrm>
            <a:custGeom>
              <a:rect b="b" l="l" r="r" t="t"/>
              <a:pathLst>
                <a:path extrusionOk="0" h="968" w="1705">
                  <a:moveTo>
                    <a:pt x="189" y="0"/>
                  </a:moveTo>
                  <a:cubicBezTo>
                    <a:pt x="87" y="0"/>
                    <a:pt x="1" y="72"/>
                    <a:pt x="1" y="173"/>
                  </a:cubicBezTo>
                  <a:lnTo>
                    <a:pt x="1" y="794"/>
                  </a:lnTo>
                  <a:cubicBezTo>
                    <a:pt x="1" y="881"/>
                    <a:pt x="87" y="967"/>
                    <a:pt x="189" y="967"/>
                  </a:cubicBezTo>
                  <a:lnTo>
                    <a:pt x="1517" y="967"/>
                  </a:lnTo>
                  <a:cubicBezTo>
                    <a:pt x="1618" y="967"/>
                    <a:pt x="1704" y="881"/>
                    <a:pt x="1704" y="794"/>
                  </a:cubicBezTo>
                  <a:lnTo>
                    <a:pt x="1704" y="173"/>
                  </a:lnTo>
                  <a:cubicBezTo>
                    <a:pt x="1704" y="72"/>
                    <a:pt x="1618" y="0"/>
                    <a:pt x="1517" y="0"/>
                  </a:cubicBezTo>
                  <a:close/>
                </a:path>
              </a:pathLst>
            </a:custGeom>
            <a:solidFill>
              <a:srgbClr val="F2F3F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15" name="Google Shape;1915;p50"/>
            <p:cNvSpPr/>
            <p:nvPr/>
          </p:nvSpPr>
          <p:spPr>
            <a:xfrm>
              <a:off x="7077442" y="1642561"/>
              <a:ext cx="100299" cy="15152"/>
            </a:xfrm>
            <a:custGeom>
              <a:rect b="b" l="l" r="r" t="t"/>
              <a:pathLst>
                <a:path extrusionOk="0" h="578" w="3826">
                  <a:moveTo>
                    <a:pt x="390" y="0"/>
                  </a:moveTo>
                  <a:cubicBezTo>
                    <a:pt x="0" y="0"/>
                    <a:pt x="0" y="578"/>
                    <a:pt x="390" y="578"/>
                  </a:cubicBezTo>
                  <a:lnTo>
                    <a:pt x="3436" y="578"/>
                  </a:lnTo>
                  <a:cubicBezTo>
                    <a:pt x="3825" y="578"/>
                    <a:pt x="3825" y="0"/>
                    <a:pt x="3436" y="0"/>
                  </a:cubicBezTo>
                  <a:close/>
                </a:path>
              </a:pathLst>
            </a:custGeom>
            <a:solidFill>
              <a:srgbClr val="F2F3F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16" name="Google Shape;1916;p50"/>
            <p:cNvSpPr/>
            <p:nvPr/>
          </p:nvSpPr>
          <p:spPr>
            <a:xfrm>
              <a:off x="7122846" y="1671686"/>
              <a:ext cx="44670" cy="25769"/>
            </a:xfrm>
            <a:custGeom>
              <a:rect b="b" l="l" r="r" t="t"/>
              <a:pathLst>
                <a:path extrusionOk="0" h="983" w="1704">
                  <a:moveTo>
                    <a:pt x="188" y="1"/>
                  </a:moveTo>
                  <a:cubicBezTo>
                    <a:pt x="87" y="1"/>
                    <a:pt x="0" y="87"/>
                    <a:pt x="0" y="188"/>
                  </a:cubicBezTo>
                  <a:lnTo>
                    <a:pt x="0" y="795"/>
                  </a:lnTo>
                  <a:cubicBezTo>
                    <a:pt x="0" y="896"/>
                    <a:pt x="87" y="982"/>
                    <a:pt x="188" y="982"/>
                  </a:cubicBezTo>
                  <a:lnTo>
                    <a:pt x="1516" y="982"/>
                  </a:lnTo>
                  <a:cubicBezTo>
                    <a:pt x="1617" y="982"/>
                    <a:pt x="1704" y="896"/>
                    <a:pt x="1704" y="795"/>
                  </a:cubicBezTo>
                  <a:lnTo>
                    <a:pt x="1704" y="188"/>
                  </a:lnTo>
                  <a:cubicBezTo>
                    <a:pt x="1704" y="87"/>
                    <a:pt x="1617" y="1"/>
                    <a:pt x="1516" y="1"/>
                  </a:cubicBezTo>
                  <a:close/>
                </a:path>
              </a:pathLst>
            </a:custGeom>
            <a:solidFill>
              <a:srgbClr val="F2F3F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17" name="Google Shape;1917;p50"/>
            <p:cNvSpPr/>
            <p:nvPr/>
          </p:nvSpPr>
          <p:spPr>
            <a:xfrm>
              <a:off x="7077442" y="1712948"/>
              <a:ext cx="100299" cy="15152"/>
            </a:xfrm>
            <a:custGeom>
              <a:rect b="b" l="l" r="r" t="t"/>
              <a:pathLst>
                <a:path extrusionOk="0" h="578" w="3826">
                  <a:moveTo>
                    <a:pt x="390" y="0"/>
                  </a:moveTo>
                  <a:cubicBezTo>
                    <a:pt x="0" y="0"/>
                    <a:pt x="0" y="578"/>
                    <a:pt x="390" y="578"/>
                  </a:cubicBezTo>
                  <a:lnTo>
                    <a:pt x="3436" y="578"/>
                  </a:lnTo>
                  <a:cubicBezTo>
                    <a:pt x="3825" y="578"/>
                    <a:pt x="3825" y="0"/>
                    <a:pt x="3436" y="0"/>
                  </a:cubicBezTo>
                  <a:close/>
                </a:path>
              </a:pathLst>
            </a:custGeom>
            <a:solidFill>
              <a:srgbClr val="F2F3F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18" name="Google Shape;1918;p50"/>
            <p:cNvSpPr/>
            <p:nvPr/>
          </p:nvSpPr>
          <p:spPr>
            <a:xfrm>
              <a:off x="7228807" y="1623922"/>
              <a:ext cx="51041" cy="79589"/>
            </a:xfrm>
            <a:custGeom>
              <a:rect b="b" l="l" r="r" t="t"/>
              <a:pathLst>
                <a:path extrusionOk="0" h="3036" w="1947">
                  <a:moveTo>
                    <a:pt x="1529" y="1"/>
                  </a:moveTo>
                  <a:cubicBezTo>
                    <a:pt x="1462" y="1"/>
                    <a:pt x="1392" y="27"/>
                    <a:pt x="1328" y="90"/>
                  </a:cubicBezTo>
                  <a:lnTo>
                    <a:pt x="116" y="1317"/>
                  </a:lnTo>
                  <a:cubicBezTo>
                    <a:pt x="0" y="1433"/>
                    <a:pt x="0" y="1606"/>
                    <a:pt x="116" y="1722"/>
                  </a:cubicBezTo>
                  <a:lnTo>
                    <a:pt x="1328" y="2949"/>
                  </a:lnTo>
                  <a:cubicBezTo>
                    <a:pt x="1386" y="2992"/>
                    <a:pt x="1458" y="3035"/>
                    <a:pt x="1530" y="3035"/>
                  </a:cubicBezTo>
                  <a:cubicBezTo>
                    <a:pt x="1790" y="3035"/>
                    <a:pt x="1920" y="2718"/>
                    <a:pt x="1747" y="2544"/>
                  </a:cubicBezTo>
                  <a:lnTo>
                    <a:pt x="722" y="1520"/>
                  </a:lnTo>
                  <a:lnTo>
                    <a:pt x="1747" y="495"/>
                  </a:lnTo>
                  <a:cubicBezTo>
                    <a:pt x="1947" y="295"/>
                    <a:pt x="1754" y="1"/>
                    <a:pt x="1529" y="1"/>
                  </a:cubicBezTo>
                  <a:close/>
                </a:path>
              </a:pathLst>
            </a:custGeom>
            <a:solidFill>
              <a:srgbClr val="F2F3F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19" name="Google Shape;1919;p50"/>
            <p:cNvSpPr/>
            <p:nvPr/>
          </p:nvSpPr>
          <p:spPr>
            <a:xfrm>
              <a:off x="7342449" y="1624079"/>
              <a:ext cx="50988" cy="79431"/>
            </a:xfrm>
            <a:custGeom>
              <a:rect b="b" l="l" r="r" t="t"/>
              <a:pathLst>
                <a:path extrusionOk="0" h="3030" w="1945">
                  <a:moveTo>
                    <a:pt x="420" y="1"/>
                  </a:moveTo>
                  <a:cubicBezTo>
                    <a:pt x="194" y="1"/>
                    <a:pt x="0" y="291"/>
                    <a:pt x="212" y="503"/>
                  </a:cubicBezTo>
                  <a:lnTo>
                    <a:pt x="1223" y="1514"/>
                  </a:lnTo>
                  <a:lnTo>
                    <a:pt x="212" y="2538"/>
                  </a:lnTo>
                  <a:cubicBezTo>
                    <a:pt x="25" y="2712"/>
                    <a:pt x="155" y="3029"/>
                    <a:pt x="415" y="3029"/>
                  </a:cubicBezTo>
                  <a:cubicBezTo>
                    <a:pt x="487" y="3029"/>
                    <a:pt x="559" y="2986"/>
                    <a:pt x="617" y="2943"/>
                  </a:cubicBezTo>
                  <a:lnTo>
                    <a:pt x="1844" y="1716"/>
                  </a:lnTo>
                  <a:cubicBezTo>
                    <a:pt x="1945" y="1600"/>
                    <a:pt x="1945" y="1427"/>
                    <a:pt x="1844" y="1311"/>
                  </a:cubicBezTo>
                  <a:lnTo>
                    <a:pt x="617" y="84"/>
                  </a:lnTo>
                  <a:cubicBezTo>
                    <a:pt x="555" y="26"/>
                    <a:pt x="486" y="1"/>
                    <a:pt x="420" y="1"/>
                  </a:cubicBezTo>
                  <a:close/>
                </a:path>
              </a:pathLst>
            </a:custGeom>
            <a:solidFill>
              <a:srgbClr val="F2F3F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20" name="Google Shape;1920;p50"/>
            <p:cNvSpPr/>
            <p:nvPr/>
          </p:nvSpPr>
          <p:spPr>
            <a:xfrm>
              <a:off x="7287450" y="1614485"/>
              <a:ext cx="48734" cy="98490"/>
            </a:xfrm>
            <a:custGeom>
              <a:rect b="b" l="l" r="r" t="t"/>
              <a:pathLst>
                <a:path extrusionOk="0" h="3757" w="1859">
                  <a:moveTo>
                    <a:pt x="1494" y="1"/>
                  </a:moveTo>
                  <a:cubicBezTo>
                    <a:pt x="1388" y="1"/>
                    <a:pt x="1281" y="57"/>
                    <a:pt x="1228" y="191"/>
                  </a:cubicBezTo>
                  <a:lnTo>
                    <a:pt x="73" y="3366"/>
                  </a:lnTo>
                  <a:cubicBezTo>
                    <a:pt x="1" y="3554"/>
                    <a:pt x="131" y="3742"/>
                    <a:pt x="333" y="3756"/>
                  </a:cubicBezTo>
                  <a:cubicBezTo>
                    <a:pt x="463" y="3756"/>
                    <a:pt x="564" y="3684"/>
                    <a:pt x="607" y="3568"/>
                  </a:cubicBezTo>
                  <a:lnTo>
                    <a:pt x="1776" y="393"/>
                  </a:lnTo>
                  <a:cubicBezTo>
                    <a:pt x="1858" y="165"/>
                    <a:pt x="1676" y="1"/>
                    <a:pt x="1494" y="1"/>
                  </a:cubicBezTo>
                  <a:close/>
                </a:path>
              </a:pathLst>
            </a:custGeom>
            <a:solidFill>
              <a:srgbClr val="F2F3F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4" name="Shape 1924"/>
        <p:cNvGrpSpPr/>
        <p:nvPr/>
      </p:nvGrpSpPr>
      <p:grpSpPr>
        <a:xfrm>
          <a:off x="0" y="0"/>
          <a:ext cx="0" cy="0"/>
          <a:chOff x="0" y="0"/>
          <a:chExt cx="0" cy="0"/>
        </a:xfrm>
      </p:grpSpPr>
      <p:sp>
        <p:nvSpPr>
          <p:cNvPr id="1925" name="Google Shape;1925;p51"/>
          <p:cNvSpPr txBox="1"/>
          <p:nvPr/>
        </p:nvSpPr>
        <p:spPr>
          <a:xfrm>
            <a:off x="2513315" y="2780613"/>
            <a:ext cx="3677700" cy="1293300"/>
          </a:xfrm>
          <a:prstGeom prst="rect">
            <a:avLst/>
          </a:prstGeom>
          <a:noFill/>
          <a:ln>
            <a:noFill/>
          </a:ln>
        </p:spPr>
        <p:txBody>
          <a:bodyPr anchorCtr="0" anchor="ctr" bIns="91425" lIns="91425" spcFirstLastPara="1" rIns="91425" wrap="square" tIns="91425">
            <a:noAutofit/>
          </a:bodyPr>
          <a:lstStyle/>
          <a:p>
            <a:pPr indent="0" lvl="0" marL="139700" marR="0" rtl="0" algn="ctr">
              <a:lnSpc>
                <a:spcPct val="100000"/>
              </a:lnSpc>
              <a:spcBef>
                <a:spcPts val="0"/>
              </a:spcBef>
              <a:spcAft>
                <a:spcPts val="0"/>
              </a:spcAft>
              <a:buClr>
                <a:schemeClr val="dk1"/>
              </a:buClr>
              <a:buSzPts val="1400"/>
              <a:buFont typeface="Nunito"/>
              <a:buNone/>
            </a:pPr>
            <a:r>
              <a:rPr b="0" i="1" lang="en-US" sz="1200" u="none" cap="none" strike="noStrike">
                <a:solidFill>
                  <a:schemeClr val="dk1"/>
                </a:solidFill>
                <a:latin typeface="Nunito"/>
                <a:ea typeface="Nunito"/>
                <a:cs typeface="Nunito"/>
                <a:sym typeface="Nunito"/>
              </a:rPr>
              <a:t>“Would you tell me, please, which way I ought to go from here?"</a:t>
            </a:r>
            <a:endParaRPr/>
          </a:p>
          <a:p>
            <a:pPr indent="0" lvl="0" marL="139700" marR="0" rtl="0" algn="ctr">
              <a:lnSpc>
                <a:spcPct val="100000"/>
              </a:lnSpc>
              <a:spcBef>
                <a:spcPts val="0"/>
              </a:spcBef>
              <a:spcAft>
                <a:spcPts val="0"/>
              </a:spcAft>
              <a:buClr>
                <a:schemeClr val="dk1"/>
              </a:buClr>
              <a:buSzPts val="1400"/>
              <a:buFont typeface="Nunito"/>
              <a:buNone/>
            </a:pPr>
            <a:r>
              <a:rPr b="0" i="1" lang="en-US" sz="1200" u="none" cap="none" strike="noStrike">
                <a:solidFill>
                  <a:schemeClr val="dk1"/>
                </a:solidFill>
                <a:latin typeface="Nunito"/>
                <a:ea typeface="Nunito"/>
                <a:cs typeface="Nunito"/>
                <a:sym typeface="Nunito"/>
              </a:rPr>
              <a:t>"That depends a good deal on where you want to get to."</a:t>
            </a:r>
            <a:endParaRPr/>
          </a:p>
          <a:p>
            <a:pPr indent="0" lvl="0" marL="139700" marR="0" rtl="0" algn="ctr">
              <a:lnSpc>
                <a:spcPct val="100000"/>
              </a:lnSpc>
              <a:spcBef>
                <a:spcPts val="0"/>
              </a:spcBef>
              <a:spcAft>
                <a:spcPts val="0"/>
              </a:spcAft>
              <a:buClr>
                <a:schemeClr val="dk1"/>
              </a:buClr>
              <a:buSzPts val="1400"/>
              <a:buFont typeface="Nunito"/>
              <a:buNone/>
            </a:pPr>
            <a:r>
              <a:rPr b="0" i="1" lang="en-US" sz="1200" u="none" cap="none" strike="noStrike">
                <a:solidFill>
                  <a:schemeClr val="dk1"/>
                </a:solidFill>
                <a:latin typeface="Nunito"/>
                <a:ea typeface="Nunito"/>
                <a:cs typeface="Nunito"/>
                <a:sym typeface="Nunito"/>
              </a:rPr>
              <a:t>"I don't much care where –"</a:t>
            </a:r>
            <a:endParaRPr/>
          </a:p>
          <a:p>
            <a:pPr indent="0" lvl="0" marL="139700" marR="0" rtl="0" algn="ctr">
              <a:lnSpc>
                <a:spcPct val="100000"/>
              </a:lnSpc>
              <a:spcBef>
                <a:spcPts val="0"/>
              </a:spcBef>
              <a:spcAft>
                <a:spcPts val="0"/>
              </a:spcAft>
              <a:buClr>
                <a:schemeClr val="dk1"/>
              </a:buClr>
              <a:buSzPts val="1400"/>
              <a:buFont typeface="Nunito"/>
              <a:buNone/>
            </a:pPr>
            <a:r>
              <a:rPr b="0" i="1" lang="en-US" sz="1200" u="none" cap="none" strike="noStrike">
                <a:solidFill>
                  <a:schemeClr val="dk1"/>
                </a:solidFill>
                <a:latin typeface="Nunito"/>
                <a:ea typeface="Nunito"/>
                <a:cs typeface="Nunito"/>
                <a:sym typeface="Nunito"/>
              </a:rPr>
              <a:t>"Then it doesn't matter which way you go.”</a:t>
            </a:r>
            <a:endParaRPr/>
          </a:p>
          <a:p>
            <a:pPr indent="0" lvl="0" marL="139700" marR="0" rtl="0" algn="ctr">
              <a:lnSpc>
                <a:spcPct val="100000"/>
              </a:lnSpc>
              <a:spcBef>
                <a:spcPts val="0"/>
              </a:spcBef>
              <a:spcAft>
                <a:spcPts val="0"/>
              </a:spcAft>
              <a:buClr>
                <a:schemeClr val="dk1"/>
              </a:buClr>
              <a:buSzPts val="1400"/>
              <a:buFont typeface="Nunito"/>
              <a:buNone/>
            </a:pPr>
            <a:r>
              <a:rPr b="0" i="0" lang="en-US" sz="1200" u="none" cap="none" strike="noStrike">
                <a:solidFill>
                  <a:schemeClr val="dk1"/>
                </a:solidFill>
                <a:latin typeface="Nunito"/>
                <a:ea typeface="Nunito"/>
                <a:cs typeface="Nunito"/>
                <a:sym typeface="Nunito"/>
              </a:rPr>
              <a:t>–Lewis Carroll</a:t>
            </a:r>
            <a:endParaRPr/>
          </a:p>
          <a:p>
            <a:pPr indent="-228600" lvl="0" marL="457200" marR="0" rtl="0" algn="ctr">
              <a:lnSpc>
                <a:spcPct val="100000"/>
              </a:lnSpc>
              <a:spcBef>
                <a:spcPts val="0"/>
              </a:spcBef>
              <a:spcAft>
                <a:spcPts val="0"/>
              </a:spcAft>
              <a:buClr>
                <a:schemeClr val="dk1"/>
              </a:buClr>
              <a:buSzPts val="1400"/>
              <a:buFont typeface="Nunito"/>
              <a:buNone/>
            </a:pPr>
            <a:r>
              <a:t/>
            </a:r>
            <a:endParaRPr b="0" i="1" sz="1200" u="none" cap="none" strike="noStrike">
              <a:solidFill>
                <a:schemeClr val="dk1"/>
              </a:solidFill>
              <a:latin typeface="Nunito"/>
              <a:ea typeface="Nunito"/>
              <a:cs typeface="Nunito"/>
              <a:sym typeface="Nunito"/>
            </a:endParaRPr>
          </a:p>
        </p:txBody>
      </p:sp>
      <p:sp>
        <p:nvSpPr>
          <p:cNvPr id="1926" name="Google Shape;1926;p51"/>
          <p:cNvSpPr txBox="1"/>
          <p:nvPr/>
        </p:nvSpPr>
        <p:spPr>
          <a:xfrm>
            <a:off x="1285931" y="1069587"/>
            <a:ext cx="6262254" cy="6141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000"/>
              <a:buFont typeface="Dosis"/>
              <a:buNone/>
            </a:pPr>
            <a:r>
              <a:rPr b="0" i="0" lang="en-US" sz="2400" u="none" cap="none" strike="noStrike">
                <a:solidFill>
                  <a:schemeClr val="dk1"/>
                </a:solidFill>
                <a:latin typeface="Dosis"/>
                <a:ea typeface="Dosis"/>
                <a:cs typeface="Dosis"/>
                <a:sym typeface="Dosis"/>
              </a:rPr>
              <a:t>A Low-Memory Spectral-Correlation Analyzer for Digital QAM-SRRC Waveforms</a:t>
            </a:r>
            <a:br>
              <a:rPr b="0" i="0" lang="en-US" sz="2400" u="none" cap="none" strike="noStrike">
                <a:solidFill>
                  <a:schemeClr val="dk1"/>
                </a:solidFill>
                <a:latin typeface="Dosis"/>
                <a:ea typeface="Dosis"/>
                <a:cs typeface="Dosis"/>
                <a:sym typeface="Dosis"/>
              </a:rPr>
            </a:br>
            <a:r>
              <a:rPr b="0" i="0" lang="en-US" sz="2400" u="none" cap="none" strike="noStrike">
                <a:solidFill>
                  <a:schemeClr val="dk1"/>
                </a:solidFill>
                <a:latin typeface="Dosis"/>
                <a:ea typeface="Dosis"/>
                <a:cs typeface="Dosis"/>
                <a:sym typeface="Dosis"/>
              </a:rPr>
              <a:t>by</a:t>
            </a:r>
            <a:br>
              <a:rPr b="0" i="0" lang="en-US" sz="2400" u="none" cap="none" strike="noStrike">
                <a:solidFill>
                  <a:schemeClr val="dk1"/>
                </a:solidFill>
                <a:latin typeface="Dosis"/>
                <a:ea typeface="Dosis"/>
                <a:cs typeface="Dosis"/>
                <a:sym typeface="Dosis"/>
              </a:rPr>
            </a:br>
            <a:r>
              <a:rPr b="0" i="0" lang="en-US" sz="2400" u="none" cap="none" strike="noStrike">
                <a:solidFill>
                  <a:schemeClr val="dk1"/>
                </a:solidFill>
                <a:latin typeface="Dosis"/>
                <a:ea typeface="Dosis"/>
                <a:cs typeface="Dosis"/>
                <a:sym typeface="Dosis"/>
              </a:rPr>
              <a:t>Dylan Jacob Gormley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Dark Astronomy Thesis by Slidesgo">
  <a:themeElements>
    <a:clrScheme name="Simple Light">
      <a:dk1>
        <a:srgbClr val="FFFFFF"/>
      </a:dk1>
      <a:lt1>
        <a:srgbClr val="000000"/>
      </a:lt1>
      <a:dk2>
        <a:srgbClr val="D0E0E3"/>
      </a:dk2>
      <a:lt2>
        <a:srgbClr val="76A5AF"/>
      </a:lt2>
      <a:accent1>
        <a:srgbClr val="45818E"/>
      </a:accent1>
      <a:accent2>
        <a:srgbClr val="134F5C"/>
      </a:accent2>
      <a:accent3>
        <a:srgbClr val="EA9999"/>
      </a:accent3>
      <a:accent4>
        <a:srgbClr val="F4CCCC"/>
      </a:accent4>
      <a:accent5>
        <a:srgbClr val="FFF2CC"/>
      </a:accent5>
      <a:accent6>
        <a:srgbClr val="FFE599"/>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Erica Henrichsen</dc:creator>
</cp:coreProperties>
</file>